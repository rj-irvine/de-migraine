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5.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4" r:id="rId4"/>
    <p:sldMasterId id="2147484119" r:id="rId5"/>
    <p:sldMasterId id="2147484136" r:id="rId6"/>
    <p:sldMasterId id="2147484221" r:id="rId7"/>
    <p:sldMasterId id="2147484449" r:id="rId8"/>
    <p:sldMasterId id="2147484500" r:id="rId9"/>
    <p:sldMasterId id="2147484518" r:id="rId10"/>
  </p:sldMasterIdLst>
  <p:notesMasterIdLst>
    <p:notesMasterId r:id="rId41"/>
  </p:notesMasterIdLst>
  <p:handoutMasterIdLst>
    <p:handoutMasterId r:id="rId42"/>
  </p:handoutMasterIdLst>
  <p:sldIdLst>
    <p:sldId id="256" r:id="rId19"/>
    <p:sldId id="257" r:id="rId20"/>
    <p:sldId id="258" r:id="rId21"/>
    <p:sldId id="259" r:id="rId22"/>
    <p:sldId id="260" r:id="rId23"/>
    <p:sldId id="261" r:id="rId24"/>
    <p:sldId id="262" r:id="rId25"/>
    <p:sldId id="263" r:id="rId26"/>
    <p:sldId id="264" r:id="rId27"/>
    <p:sldId id="265" r:id="rId28"/>
    <p:sldId id="26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139913-BFBA-4189-3957-F83E4C20DDB0}" name="Jackett, Stephen" initials="SJ" userId="S::stephen.jackett@organon.com::0bef1c98-69b1-48e4-bc92-135240dc0a47" providerId="AD"/>
  <p188:author id="{C0ADE842-EBB5-ED85-94FB-CF3E710B731B}" name="Silver, Hannah" initials="HS" userId="S::hannah.silver@organon.com::7d4cd25d-d81e-4fe6-aa29-ff964ab0ce42" providerId="AD"/>
  <p188:author id="{58D4377D-3B4D-A4B3-DD99-359EAF377A58}" name="Breitstein, Joanna" initials="JB" userId="S::joanna.breitstein@organon.com::a3b65a5a-1e05-456d-b5e8-c17958c4b715" providerId="AD"/>
  <p188:author id="{AE88B8A6-FB2A-BBD0-B466-D4D211056B88}" name="Josh Ashley-Jones" initials="JA" userId="S::josh.ashley-jones@four.agency::3a92f106-54b8-4c33-8480-05f8b2d9ebe0" providerId="AD"/>
  <p188:author id="{9B823DE9-DA58-95D3-2AFF-D33DED5B2B0D}" name="Alice Walker" initials="AW" userId="S::alice.walker@four.agency::ea97e75b-919c-46bd-9fe3-e6190ef56c5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9D7"/>
    <a:srgbClr val="C8C8C8"/>
    <a:srgbClr val="E201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746" autoAdjust="0"/>
  </p:normalViewPr>
  <p:slideViewPr>
    <p:cSldViewPr snapToGrid="0">
      <p:cViewPr varScale="1">
        <p:scale>
          <a:sx n="56" d="100"/>
          <a:sy n="56" d="100"/>
        </p:scale>
        <p:origin x="1044" y="4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kett, Stephen" userId="0bef1c98-69b1-48e4-bc92-135240dc0a47" providerId="ADAL" clId="{C9FE35C1-F305-4332-B20A-26B677F87CAA}"/>
    <pc:docChg chg="undo custSel modSld">
      <pc:chgData name="Jackett, Stephen" userId="0bef1c98-69b1-48e4-bc92-135240dc0a47" providerId="ADAL" clId="{C9FE35C1-F305-4332-B20A-26B677F87CAA}" dt="2025-03-11T18:23:49.219" v="238"/>
      <pc:docMkLst>
        <pc:docMk/>
      </pc:docMkLst>
      <pc:sldChg chg="modSp mod modNotesTx">
        <pc:chgData name="Jackett, Stephen" userId="0bef1c98-69b1-48e4-bc92-135240dc0a47" providerId="ADAL" clId="{C9FE35C1-F305-4332-B20A-26B677F87CAA}" dt="2025-03-11T18:23:49.219" v="238"/>
        <pc:sldMkLst>
          <pc:docMk/>
          <pc:sldMk cId="2724305972" sldId="259"/>
        </pc:sldMkLst>
      </pc:sldChg>
      <pc:sldChg chg="modSp mod">
        <pc:chgData name="Jackett, Stephen" userId="0bef1c98-69b1-48e4-bc92-135240dc0a47" providerId="ADAL" clId="{C9FE35C1-F305-4332-B20A-26B677F87CAA}" dt="2025-03-11T18:14:42.689" v="48" actId="108"/>
        <pc:sldMkLst>
          <pc:docMk/>
          <pc:sldMk cId="1882696579" sldId="261"/>
        </pc:sldMkLst>
      </pc:sldChg>
      <pc:sldChg chg="modSp mod">
        <pc:chgData name="Jackett, Stephen" userId="0bef1c98-69b1-48e4-bc92-135240dc0a47" providerId="ADAL" clId="{C9FE35C1-F305-4332-B20A-26B677F87CAA}" dt="2025-03-11T18:15:02.775" v="49"/>
        <pc:sldMkLst>
          <pc:docMk/>
          <pc:sldMk cId="1919210051" sldId="262"/>
        </pc:sldMkLst>
      </pc:sldChg>
      <pc:sldChg chg="modSp mod">
        <pc:chgData name="Jackett, Stephen" userId="0bef1c98-69b1-48e4-bc92-135240dc0a47" providerId="ADAL" clId="{C9FE35C1-F305-4332-B20A-26B677F87CAA}" dt="2025-03-11T18:15:24.612" v="50"/>
        <pc:sldMkLst>
          <pc:docMk/>
          <pc:sldMk cId="2692185011" sldId="263"/>
        </pc:sldMkLst>
      </pc:sldChg>
      <pc:sldChg chg="modSp mod modNotesTx">
        <pc:chgData name="Jackett, Stephen" userId="0bef1c98-69b1-48e4-bc92-135240dc0a47" providerId="ADAL" clId="{C9FE35C1-F305-4332-B20A-26B677F87CAA}" dt="2025-03-11T18:21:20.353" v="126" actId="20577"/>
        <pc:sldMkLst>
          <pc:docMk/>
          <pc:sldMk cId="1213963974" sldId="269"/>
        </pc:sldMkLst>
      </pc:sldChg>
      <pc:sldChg chg="modSp mod modNotesTx">
        <pc:chgData name="Jackett, Stephen" userId="0bef1c98-69b1-48e4-bc92-135240dc0a47" providerId="ADAL" clId="{C9FE35C1-F305-4332-B20A-26B677F87CAA}" dt="2025-03-11T18:22:38.959" v="192"/>
        <pc:sldMkLst>
          <pc:docMk/>
          <pc:sldMk cId="4105099557" sldId="270"/>
        </pc:sldMkLst>
      </pc:sldChg>
      <pc:sldChg chg="modSp mod modNotesTx">
        <pc:chgData name="Jackett, Stephen" userId="0bef1c98-69b1-48e4-bc92-135240dc0a47" providerId="ADAL" clId="{C9FE35C1-F305-4332-B20A-26B677F87CAA}" dt="2025-03-11T18:20:48.956" v="94" actId="20577"/>
        <pc:sldMkLst>
          <pc:docMk/>
          <pc:sldMk cId="724092529" sldId="274"/>
        </pc:sldMkLst>
      </pc:sldChg>
      <pc:sldChg chg="modSp mod modNotesTx">
        <pc:chgData name="Jackett, Stephen" userId="0bef1c98-69b1-48e4-bc92-135240dc0a47" providerId="ADAL" clId="{C9FE35C1-F305-4332-B20A-26B677F87CAA}" dt="2025-03-11T18:19:26.926" v="80"/>
        <pc:sldMkLst>
          <pc:docMk/>
          <pc:sldMk cId="1108492127" sldId="276"/>
        </pc:sldMkLst>
      </pc:sldChg>
      <pc:sldChg chg="modSp mod">
        <pc:chgData name="Jackett, Stephen" userId="0bef1c98-69b1-48e4-bc92-135240dc0a47" providerId="ADAL" clId="{C9FE35C1-F305-4332-B20A-26B677F87CAA}" dt="2025-03-11T18:16:51.757" v="63" actId="20577"/>
        <pc:sldMkLst>
          <pc:docMk/>
          <pc:sldMk cId="392814229" sldId="277"/>
        </pc:sldMkLst>
      </pc:sldChg>
      <pc:sldChg chg="modSp mod">
        <pc:chgData name="Jackett, Stephen" userId="0bef1c98-69b1-48e4-bc92-135240dc0a47" providerId="ADAL" clId="{C9FE35C1-F305-4332-B20A-26B677F87CAA}" dt="2025-03-11T18:14:15.287" v="46" actId="108"/>
        <pc:sldMkLst>
          <pc:docMk/>
          <pc:sldMk cId="3344193923" sldId="279"/>
        </pc:sldMkLst>
      </pc:sldChg>
      <pc:sldChg chg="modSp mod modNotesTx">
        <pc:chgData name="Jackett, Stephen" userId="0bef1c98-69b1-48e4-bc92-135240dc0a47" providerId="ADAL" clId="{C9FE35C1-F305-4332-B20A-26B677F87CAA}" dt="2025-03-11T18:23:07.500" v="223" actId="20577"/>
        <pc:sldMkLst>
          <pc:docMk/>
          <pc:sldMk cId="54691783" sldId="288"/>
        </pc:sldMkLst>
      </pc:sldChg>
      <pc:sldChg chg="modSp mod modNotesTx">
        <pc:chgData name="Jackett, Stephen" userId="0bef1c98-69b1-48e4-bc92-135240dc0a47" providerId="ADAL" clId="{C9FE35C1-F305-4332-B20A-26B677F87CAA}" dt="2025-03-11T18:23:15.109" v="237" actId="20577"/>
        <pc:sldMkLst>
          <pc:docMk/>
          <pc:sldMk cId="3302036192" sldId="290"/>
        </pc:sldMkLst>
      </pc:sldChg>
      <pc:sldChg chg="modSp mod modNotesTx">
        <pc:chgData name="Jackett, Stephen" userId="0bef1c98-69b1-48e4-bc92-135240dc0a47" providerId="ADAL" clId="{C9FE35C1-F305-4332-B20A-26B677F87CAA}" dt="2025-03-11T18:22:57.439" v="210" actId="20577"/>
        <pc:sldMkLst>
          <pc:docMk/>
          <pc:sldMk cId="3967556059" sldId="2147483621"/>
        </pc:sldMkLst>
      </pc:sldChg>
    </pc:docChg>
  </pc:docChgLst>
  <pc:docChgLst>
    <pc:chgData name="Jackett, Stephen" userId="0bef1c98-69b1-48e4-bc92-135240dc0a47" providerId="ADAL" clId="{6A9C5968-73F2-46AD-A9DD-7C49FE6CB9A2}"/>
    <pc:docChg chg="undo custSel modSld modMainMaster">
      <pc:chgData name="Jackett, Stephen" userId="0bef1c98-69b1-48e4-bc92-135240dc0a47" providerId="ADAL" clId="{6A9C5968-73F2-46AD-A9DD-7C49FE6CB9A2}" dt="2025-05-09T13:23:32.018" v="24" actId="20577"/>
      <pc:docMkLst>
        <pc:docMk/>
      </pc:docMkLst>
      <pc:sldChg chg="modSp mod">
        <pc:chgData name="Jackett, Stephen" userId="0bef1c98-69b1-48e4-bc92-135240dc0a47" providerId="ADAL" clId="{6A9C5968-73F2-46AD-A9DD-7C49FE6CB9A2}" dt="2025-05-09T13:16:37.533" v="8" actId="14100"/>
        <pc:sldMkLst>
          <pc:docMk/>
          <pc:sldMk cId="2024924336" sldId="257"/>
        </pc:sldMkLst>
      </pc:sldChg>
      <pc:sldChg chg="addSp delSp modSp">
        <pc:chgData name="Jackett, Stephen" userId="0bef1c98-69b1-48e4-bc92-135240dc0a47" providerId="ADAL" clId="{6A9C5968-73F2-46AD-A9DD-7C49FE6CB9A2}" dt="2025-05-09T13:21:58.603" v="18" actId="1076"/>
        <pc:sldMkLst>
          <pc:docMk/>
          <pc:sldMk cId="1882696579" sldId="261"/>
        </pc:sldMkLst>
      </pc:sldChg>
      <pc:sldChg chg="addSp delSp modSp">
        <pc:chgData name="Jackett, Stephen" userId="0bef1c98-69b1-48e4-bc92-135240dc0a47" providerId="ADAL" clId="{6A9C5968-73F2-46AD-A9DD-7C49FE6CB9A2}" dt="2025-05-09T13:22:22.115" v="20"/>
        <pc:sldMkLst>
          <pc:docMk/>
          <pc:sldMk cId="1919210051" sldId="262"/>
        </pc:sldMkLst>
      </pc:sldChg>
      <pc:sldChg chg="addSp delSp modSp">
        <pc:chgData name="Jackett, Stephen" userId="0bef1c98-69b1-48e4-bc92-135240dc0a47" providerId="ADAL" clId="{6A9C5968-73F2-46AD-A9DD-7C49FE6CB9A2}" dt="2025-05-09T13:22:40.869" v="22"/>
        <pc:sldMkLst>
          <pc:docMk/>
          <pc:sldMk cId="2692185011" sldId="263"/>
        </pc:sldMkLst>
      </pc:sldChg>
      <pc:sldChg chg="addSp delSp modSp mod">
        <pc:chgData name="Jackett, Stephen" userId="0bef1c98-69b1-48e4-bc92-135240dc0a47" providerId="ADAL" clId="{6A9C5968-73F2-46AD-A9DD-7C49FE6CB9A2}" dt="2025-05-09T13:20:14.239" v="14" actId="1076"/>
        <pc:sldMkLst>
          <pc:docMk/>
          <pc:sldMk cId="673620753" sldId="273"/>
        </pc:sldMkLst>
      </pc:sldChg>
      <pc:sldChg chg="modSp mod">
        <pc:chgData name="Jackett, Stephen" userId="0bef1c98-69b1-48e4-bc92-135240dc0a47" providerId="ADAL" clId="{6A9C5968-73F2-46AD-A9DD-7C49FE6CB9A2}" dt="2025-05-09T13:15:31.548" v="5" actId="20577"/>
        <pc:sldMkLst>
          <pc:docMk/>
          <pc:sldMk cId="392814229" sldId="277"/>
        </pc:sldMkLst>
      </pc:sldChg>
      <pc:sldMasterChg chg="modSldLayout">
        <pc:chgData name="Jackett, Stephen" userId="0bef1c98-69b1-48e4-bc92-135240dc0a47" providerId="ADAL" clId="{6A9C5968-73F2-46AD-A9DD-7C49FE6CB9A2}" dt="2025-05-09T13:23:32.018" v="24" actId="20577"/>
        <pc:sldMasterMkLst>
          <pc:docMk/>
          <pc:sldMasterMk cId="3751961532" sldId="2147483994"/>
        </pc:sldMasterMkLst>
        <pc:sldLayoutChg chg="modSp mod">
          <pc:chgData name="Jackett, Stephen" userId="0bef1c98-69b1-48e4-bc92-135240dc0a47" providerId="ADAL" clId="{6A9C5968-73F2-46AD-A9DD-7C49FE6CB9A2}" dt="2025-05-09T13:23:32.018" v="24" actId="20577"/>
          <pc:sldLayoutMkLst>
            <pc:docMk/>
            <pc:sldMasterMk cId="3751961532" sldId="2147483994"/>
            <pc:sldLayoutMk cId="3434534552" sldId="2147484036"/>
          </pc:sldLayoutMkLst>
        </pc:sldLayoutChg>
      </pc:sldMasterChg>
    </pc:docChg>
  </pc:docChgLst>
  <pc:docChgLst>
    <pc:chgData name="Jackett, Stephen" userId="0bef1c98-69b1-48e4-bc92-135240dc0a47" providerId="ADAL" clId="{97A2EACD-DFE8-4B36-B053-B7D861876633}"/>
    <pc:docChg chg="modMainMaster">
      <pc:chgData name="Jackett, Stephen" userId="0bef1c98-69b1-48e4-bc92-135240dc0a47" providerId="ADAL" clId="{97A2EACD-DFE8-4B36-B053-B7D861876633}" dt="2025-09-17T14:59:02.624" v="1" actId="20577"/>
      <pc:docMkLst>
        <pc:docMk/>
      </pc:docMkLst>
      <pc:sldMasterChg chg="modSldLayout">
        <pc:chgData name="Jackett, Stephen" userId="0bef1c98-69b1-48e4-bc92-135240dc0a47" providerId="ADAL" clId="{97A2EACD-DFE8-4B36-B053-B7D861876633}" dt="2025-09-17T14:59:02.624" v="1" actId="20577"/>
        <pc:sldMasterMkLst>
          <pc:docMk/>
          <pc:sldMasterMk cId="3751961532" sldId="2147483994"/>
        </pc:sldMasterMkLst>
        <pc:sldLayoutChg chg="modSp mod">
          <pc:chgData name="Jackett, Stephen" userId="0bef1c98-69b1-48e4-bc92-135240dc0a47" providerId="ADAL" clId="{97A2EACD-DFE8-4B36-B053-B7D861876633}" dt="2025-09-17T14:59:02.624" v="1" actId="20577"/>
          <pc:sldLayoutMkLst>
            <pc:docMk/>
            <pc:sldMasterMk cId="3751961532" sldId="2147483994"/>
            <pc:sldLayoutMk cId="3434534552" sldId="2147484036"/>
          </pc:sldLayoutMkLst>
          <pc:spChg chg="mod">
            <ac:chgData name="Jackett, Stephen" userId="0bef1c98-69b1-48e4-bc92-135240dc0a47" providerId="ADAL" clId="{97A2EACD-DFE8-4B36-B053-B7D861876633}" dt="2025-09-17T14:59:02.624" v="1" actId="20577"/>
            <ac:spMkLst>
              <pc:docMk/>
              <pc:sldMasterMk cId="3751961532" sldId="2147483994"/>
              <pc:sldLayoutMk cId="3434534552" sldId="2147484036"/>
              <ac:spMk id="13" creationId="{F5974BA7-AD04-7A43-81DD-B98B549B07CB}"/>
            </ac:spMkLst>
          </pc:spChg>
        </pc:sldLayoutChg>
      </pc:sldMasterChg>
    </pc:docChg>
  </pc:docChgLst>
  <pc:docChgLst>
    <pc:chgData name="Jackett, Stephen" userId="0bef1c98-69b1-48e4-bc92-135240dc0a47" providerId="ADAL" clId="{3DF98CC6-AFAF-4CD8-8913-53EC7520F35F}"/>
    <pc:docChg chg="undo custSel modSld">
      <pc:chgData name="Jackett, Stephen" userId="0bef1c98-69b1-48e4-bc92-135240dc0a47" providerId="ADAL" clId="{3DF98CC6-AFAF-4CD8-8913-53EC7520F35F}" dt="2025-09-11T16:12:59.541" v="469" actId="20577"/>
      <pc:docMkLst>
        <pc:docMk/>
      </pc:docMkLst>
      <pc:sldChg chg="addSp delSp modSp mod modNotesTx">
        <pc:chgData name="Jackett, Stephen" userId="0bef1c98-69b1-48e4-bc92-135240dc0a47" providerId="ADAL" clId="{3DF98CC6-AFAF-4CD8-8913-53EC7520F35F}" dt="2025-09-11T16:12:40.593" v="460" actId="20577"/>
        <pc:sldMkLst>
          <pc:docMk/>
          <pc:sldMk cId="1882696579" sldId="261"/>
        </pc:sldMkLst>
        <pc:spChg chg="mod">
          <ac:chgData name="Jackett, Stephen" userId="0bef1c98-69b1-48e4-bc92-135240dc0a47" providerId="ADAL" clId="{3DF98CC6-AFAF-4CD8-8913-53EC7520F35F}" dt="2025-09-11T15:59:22.320" v="391" actId="20577"/>
          <ac:spMkLst>
            <pc:docMk/>
            <pc:sldMk cId="1882696579" sldId="261"/>
            <ac:spMk id="4" creationId="{7FFC88ED-F186-4D0E-3F59-3C710D4D5AB9}"/>
          </ac:spMkLst>
        </pc:spChg>
        <pc:spChg chg="mod">
          <ac:chgData name="Jackett, Stephen" userId="0bef1c98-69b1-48e4-bc92-135240dc0a47" providerId="ADAL" clId="{3DF98CC6-AFAF-4CD8-8913-53EC7520F35F}" dt="2025-09-11T15:49:07.312" v="102" actId="20577"/>
          <ac:spMkLst>
            <pc:docMk/>
            <pc:sldMk cId="1882696579" sldId="261"/>
            <ac:spMk id="5" creationId="{19F7C060-7805-769C-6479-86EE2DD8145F}"/>
          </ac:spMkLst>
        </pc:spChg>
        <pc:spChg chg="mod">
          <ac:chgData name="Jackett, Stephen" userId="0bef1c98-69b1-48e4-bc92-135240dc0a47" providerId="ADAL" clId="{3DF98CC6-AFAF-4CD8-8913-53EC7520F35F}" dt="2025-09-11T15:59:26.296" v="393" actId="20577"/>
          <ac:spMkLst>
            <pc:docMk/>
            <pc:sldMk cId="1882696579" sldId="261"/>
            <ac:spMk id="6" creationId="{5E3AB457-96BB-56A6-0696-6510ADEC47C8}"/>
          </ac:spMkLst>
        </pc:spChg>
        <pc:spChg chg="mod topLvl">
          <ac:chgData name="Jackett, Stephen" userId="0bef1c98-69b1-48e4-bc92-135240dc0a47" providerId="ADAL" clId="{3DF98CC6-AFAF-4CD8-8913-53EC7520F35F}" dt="2025-09-11T16:07:25.824" v="434" actId="1076"/>
          <ac:spMkLst>
            <pc:docMk/>
            <pc:sldMk cId="1882696579" sldId="261"/>
            <ac:spMk id="8" creationId="{055F33D5-5ED5-5A56-3C09-3A7C8149640F}"/>
          </ac:spMkLst>
        </pc:spChg>
        <pc:spChg chg="mod topLvl">
          <ac:chgData name="Jackett, Stephen" userId="0bef1c98-69b1-48e4-bc92-135240dc0a47" providerId="ADAL" clId="{3DF98CC6-AFAF-4CD8-8913-53EC7520F35F}" dt="2025-09-11T16:07:25.824" v="434" actId="1076"/>
          <ac:spMkLst>
            <pc:docMk/>
            <pc:sldMk cId="1882696579" sldId="261"/>
            <ac:spMk id="9" creationId="{3CB18DFB-FD8E-B429-9829-A0639732ED51}"/>
          </ac:spMkLst>
        </pc:spChg>
        <pc:spChg chg="mod topLvl">
          <ac:chgData name="Jackett, Stephen" userId="0bef1c98-69b1-48e4-bc92-135240dc0a47" providerId="ADAL" clId="{3DF98CC6-AFAF-4CD8-8913-53EC7520F35F}" dt="2025-09-11T16:07:25.824" v="434" actId="1076"/>
          <ac:spMkLst>
            <pc:docMk/>
            <pc:sldMk cId="1882696579" sldId="261"/>
            <ac:spMk id="10" creationId="{CA79A071-E78A-445E-777F-58F1F5CB4502}"/>
          </ac:spMkLst>
        </pc:spChg>
        <pc:spChg chg="mod ord topLvl">
          <ac:chgData name="Jackett, Stephen" userId="0bef1c98-69b1-48e4-bc92-135240dc0a47" providerId="ADAL" clId="{3DF98CC6-AFAF-4CD8-8913-53EC7520F35F}" dt="2025-09-11T16:08:19.851" v="435" actId="208"/>
          <ac:spMkLst>
            <pc:docMk/>
            <pc:sldMk cId="1882696579" sldId="261"/>
            <ac:spMk id="13" creationId="{DC015B22-342C-5BF6-A6C6-D1285E9787F5}"/>
          </ac:spMkLst>
        </pc:spChg>
        <pc:spChg chg="mod ord topLvl">
          <ac:chgData name="Jackett, Stephen" userId="0bef1c98-69b1-48e4-bc92-135240dc0a47" providerId="ADAL" clId="{3DF98CC6-AFAF-4CD8-8913-53EC7520F35F}" dt="2025-09-11T16:08:40.372" v="436" actId="208"/>
          <ac:spMkLst>
            <pc:docMk/>
            <pc:sldMk cId="1882696579" sldId="261"/>
            <ac:spMk id="14" creationId="{25F986D2-30AF-451A-0772-F7CDFBBBB9DA}"/>
          </ac:spMkLst>
        </pc:spChg>
        <pc:spChg chg="mod topLvl">
          <ac:chgData name="Jackett, Stephen" userId="0bef1c98-69b1-48e4-bc92-135240dc0a47" providerId="ADAL" clId="{3DF98CC6-AFAF-4CD8-8913-53EC7520F35F}" dt="2025-09-11T16:07:25.824" v="434" actId="1076"/>
          <ac:spMkLst>
            <pc:docMk/>
            <pc:sldMk cId="1882696579" sldId="261"/>
            <ac:spMk id="15" creationId="{64146DD9-93B1-40AC-7390-B21450F7E9F1}"/>
          </ac:spMkLst>
        </pc:spChg>
        <pc:spChg chg="mod topLvl">
          <ac:chgData name="Jackett, Stephen" userId="0bef1c98-69b1-48e4-bc92-135240dc0a47" providerId="ADAL" clId="{3DF98CC6-AFAF-4CD8-8913-53EC7520F35F}" dt="2025-09-11T16:07:25.824" v="434" actId="1076"/>
          <ac:spMkLst>
            <pc:docMk/>
            <pc:sldMk cId="1882696579" sldId="261"/>
            <ac:spMk id="16" creationId="{762F3026-ECF8-7888-0C09-4B4B30C4FD80}"/>
          </ac:spMkLst>
        </pc:spChg>
        <pc:spChg chg="add mod">
          <ac:chgData name="Jackett, Stephen" userId="0bef1c98-69b1-48e4-bc92-135240dc0a47" providerId="ADAL" clId="{3DF98CC6-AFAF-4CD8-8913-53EC7520F35F}" dt="2025-09-11T16:08:51.544" v="438" actId="208"/>
          <ac:spMkLst>
            <pc:docMk/>
            <pc:sldMk cId="1882696579" sldId="261"/>
            <ac:spMk id="18" creationId="{E00E6AF9-091B-83C0-563E-B4BFDBA93D46}"/>
          </ac:spMkLst>
        </pc:spChg>
        <pc:spChg chg="add mod">
          <ac:chgData name="Jackett, Stephen" userId="0bef1c98-69b1-48e4-bc92-135240dc0a47" providerId="ADAL" clId="{3DF98CC6-AFAF-4CD8-8913-53EC7520F35F}" dt="2025-09-11T16:07:25.824" v="434" actId="1076"/>
          <ac:spMkLst>
            <pc:docMk/>
            <pc:sldMk cId="1882696579" sldId="261"/>
            <ac:spMk id="19" creationId="{DBC9ABFC-6531-CED8-F9F1-2B40DE99EC26}"/>
          </ac:spMkLst>
        </pc:spChg>
        <pc:picChg chg="mod topLvl">
          <ac:chgData name="Jackett, Stephen" userId="0bef1c98-69b1-48e4-bc92-135240dc0a47" providerId="ADAL" clId="{3DF98CC6-AFAF-4CD8-8913-53EC7520F35F}" dt="2025-09-11T15:56:32.862" v="301" actId="165"/>
          <ac:picMkLst>
            <pc:docMk/>
            <pc:sldMk cId="1882696579" sldId="261"/>
            <ac:picMk id="11" creationId="{D219DD96-CDF3-77B0-2C52-3DFB67213E7A}"/>
          </ac:picMkLst>
        </pc:picChg>
        <pc:picChg chg="mod topLvl">
          <ac:chgData name="Jackett, Stephen" userId="0bef1c98-69b1-48e4-bc92-135240dc0a47" providerId="ADAL" clId="{3DF98CC6-AFAF-4CD8-8913-53EC7520F35F}" dt="2025-09-11T16:07:25.824" v="434" actId="1076"/>
          <ac:picMkLst>
            <pc:docMk/>
            <pc:sldMk cId="1882696579" sldId="261"/>
            <ac:picMk id="12" creationId="{06F9640C-DF74-F246-82A8-051B221FF743}"/>
          </ac:picMkLst>
        </pc:picChg>
      </pc:sldChg>
      <pc:sldChg chg="modSp mod modNotesTx">
        <pc:chgData name="Jackett, Stephen" userId="0bef1c98-69b1-48e4-bc92-135240dc0a47" providerId="ADAL" clId="{3DF98CC6-AFAF-4CD8-8913-53EC7520F35F}" dt="2025-09-11T16:12:54.502" v="466" actId="20577"/>
        <pc:sldMkLst>
          <pc:docMk/>
          <pc:sldMk cId="1919210051" sldId="262"/>
        </pc:sldMkLst>
        <pc:spChg chg="mod">
          <ac:chgData name="Jackett, Stephen" userId="0bef1c98-69b1-48e4-bc92-135240dc0a47" providerId="ADAL" clId="{3DF98CC6-AFAF-4CD8-8913-53EC7520F35F}" dt="2025-09-11T16:00:49.168" v="406" actId="20577"/>
          <ac:spMkLst>
            <pc:docMk/>
            <pc:sldMk cId="1919210051" sldId="262"/>
            <ac:spMk id="2" creationId="{6EAB10D7-2CB8-B87E-271D-FFB88AEA5CB5}"/>
          </ac:spMkLst>
        </pc:spChg>
        <pc:spChg chg="mod">
          <ac:chgData name="Jackett, Stephen" userId="0bef1c98-69b1-48e4-bc92-135240dc0a47" providerId="ADAL" clId="{3DF98CC6-AFAF-4CD8-8913-53EC7520F35F}" dt="2025-09-11T16:06:10.669" v="422"/>
          <ac:spMkLst>
            <pc:docMk/>
            <pc:sldMk cId="1919210051" sldId="262"/>
            <ac:spMk id="4" creationId="{1EF1B79E-80EE-67EE-9A04-B93B2D56411A}"/>
          </ac:spMkLst>
        </pc:spChg>
        <pc:spChg chg="mod">
          <ac:chgData name="Jackett, Stephen" userId="0bef1c98-69b1-48e4-bc92-135240dc0a47" providerId="ADAL" clId="{3DF98CC6-AFAF-4CD8-8913-53EC7520F35F}" dt="2025-09-11T16:07:02.603" v="432" actId="1076"/>
          <ac:spMkLst>
            <pc:docMk/>
            <pc:sldMk cId="1919210051" sldId="262"/>
            <ac:spMk id="8" creationId="{F45E3BCA-7389-177D-72F6-986D08108A23}"/>
          </ac:spMkLst>
        </pc:spChg>
        <pc:spChg chg="mod">
          <ac:chgData name="Jackett, Stephen" userId="0bef1c98-69b1-48e4-bc92-135240dc0a47" providerId="ADAL" clId="{3DF98CC6-AFAF-4CD8-8913-53EC7520F35F}" dt="2025-09-11T16:07:02.603" v="432" actId="1076"/>
          <ac:spMkLst>
            <pc:docMk/>
            <pc:sldMk cId="1919210051" sldId="262"/>
            <ac:spMk id="9" creationId="{D5023F3B-16C8-1471-91FE-8F01CE5AA5F1}"/>
          </ac:spMkLst>
        </pc:spChg>
        <pc:spChg chg="mod">
          <ac:chgData name="Jackett, Stephen" userId="0bef1c98-69b1-48e4-bc92-135240dc0a47" providerId="ADAL" clId="{3DF98CC6-AFAF-4CD8-8913-53EC7520F35F}" dt="2025-09-11T16:07:02.603" v="432" actId="1076"/>
          <ac:spMkLst>
            <pc:docMk/>
            <pc:sldMk cId="1919210051" sldId="262"/>
            <ac:spMk id="11" creationId="{AE362768-56F1-5738-406C-1E16F903E274}"/>
          </ac:spMkLst>
        </pc:spChg>
        <pc:spChg chg="mod">
          <ac:chgData name="Jackett, Stephen" userId="0bef1c98-69b1-48e4-bc92-135240dc0a47" providerId="ADAL" clId="{3DF98CC6-AFAF-4CD8-8913-53EC7520F35F}" dt="2025-09-11T16:07:02.603" v="432" actId="1076"/>
          <ac:spMkLst>
            <pc:docMk/>
            <pc:sldMk cId="1919210051" sldId="262"/>
            <ac:spMk id="12" creationId="{8A6C02D4-1580-F6E0-507D-4D77B4C5BEDB}"/>
          </ac:spMkLst>
        </pc:spChg>
        <pc:grpChg chg="mod">
          <ac:chgData name="Jackett, Stephen" userId="0bef1c98-69b1-48e4-bc92-135240dc0a47" providerId="ADAL" clId="{3DF98CC6-AFAF-4CD8-8913-53EC7520F35F}" dt="2025-09-11T16:07:02.603" v="432" actId="1076"/>
          <ac:grpSpMkLst>
            <pc:docMk/>
            <pc:sldMk cId="1919210051" sldId="262"/>
            <ac:grpSpMk id="6" creationId="{CF183206-DCAF-A3E2-B741-3C1882ED4052}"/>
          </ac:grpSpMkLst>
        </pc:grpChg>
        <pc:picChg chg="mod">
          <ac:chgData name="Jackett, Stephen" userId="0bef1c98-69b1-48e4-bc92-135240dc0a47" providerId="ADAL" clId="{3DF98CC6-AFAF-4CD8-8913-53EC7520F35F}" dt="2025-09-11T16:07:02.603" v="432" actId="1076"/>
          <ac:picMkLst>
            <pc:docMk/>
            <pc:sldMk cId="1919210051" sldId="262"/>
            <ac:picMk id="10" creationId="{B0F524BC-E73D-AD80-9D61-F102D8BDAF83}"/>
          </ac:picMkLst>
        </pc:picChg>
      </pc:sldChg>
      <pc:sldChg chg="modSp mod modNotesTx">
        <pc:chgData name="Jackett, Stephen" userId="0bef1c98-69b1-48e4-bc92-135240dc0a47" providerId="ADAL" clId="{3DF98CC6-AFAF-4CD8-8913-53EC7520F35F}" dt="2025-09-11T16:12:59.541" v="469" actId="20577"/>
        <pc:sldMkLst>
          <pc:docMk/>
          <pc:sldMk cId="2692185011" sldId="263"/>
        </pc:sldMkLst>
        <pc:spChg chg="mod">
          <ac:chgData name="Jackett, Stephen" userId="0bef1c98-69b1-48e4-bc92-135240dc0a47" providerId="ADAL" clId="{3DF98CC6-AFAF-4CD8-8913-53EC7520F35F}" dt="2025-09-11T16:12:00.145" v="455" actId="20577"/>
          <ac:spMkLst>
            <pc:docMk/>
            <pc:sldMk cId="2692185011" sldId="263"/>
            <ac:spMk id="2" creationId="{3AC41D4B-3088-F15F-48B8-69381F4D81AE}"/>
          </ac:spMkLst>
        </pc:spChg>
        <pc:spChg chg="mod">
          <ac:chgData name="Jackett, Stephen" userId="0bef1c98-69b1-48e4-bc92-135240dc0a47" providerId="ADAL" clId="{3DF98CC6-AFAF-4CD8-8913-53EC7520F35F}" dt="2025-09-11T16:12:09.986" v="457" actId="20577"/>
          <ac:spMkLst>
            <pc:docMk/>
            <pc:sldMk cId="2692185011" sldId="263"/>
            <ac:spMk id="4" creationId="{887DBC68-E6E4-F746-AF1A-058E99F8C7D0}"/>
          </ac:spMkLst>
        </pc:spChg>
        <pc:spChg chg="mod">
          <ac:chgData name="Jackett, Stephen" userId="0bef1c98-69b1-48e4-bc92-135240dc0a47" providerId="ADAL" clId="{3DF98CC6-AFAF-4CD8-8913-53EC7520F35F}" dt="2025-09-11T16:11:06.721" v="445" actId="20577"/>
          <ac:spMkLst>
            <pc:docMk/>
            <pc:sldMk cId="2692185011" sldId="263"/>
            <ac:spMk id="5" creationId="{9E0CCFC0-438C-0DF6-122C-7F0483A97BCC}"/>
          </ac:spMkLst>
        </pc:spChg>
        <pc:spChg chg="mod">
          <ac:chgData name="Jackett, Stephen" userId="0bef1c98-69b1-48e4-bc92-135240dc0a47" providerId="ADAL" clId="{3DF98CC6-AFAF-4CD8-8913-53EC7520F35F}" dt="2025-09-11T16:11:39.197" v="451" actId="20577"/>
          <ac:spMkLst>
            <pc:docMk/>
            <pc:sldMk cId="2692185011" sldId="263"/>
            <ac:spMk id="9" creationId="{108F7866-49F7-D8B6-74CD-A1E34DDBE005}"/>
          </ac:spMkLst>
        </pc:spChg>
      </pc:sldChg>
      <pc:sldChg chg="modSp mod">
        <pc:chgData name="Jackett, Stephen" userId="0bef1c98-69b1-48e4-bc92-135240dc0a47" providerId="ADAL" clId="{3DF98CC6-AFAF-4CD8-8913-53EC7520F35F}" dt="2025-09-11T15:34:25.444" v="16" actId="20577"/>
        <pc:sldMkLst>
          <pc:docMk/>
          <pc:sldMk cId="392814229" sldId="277"/>
        </pc:sldMkLst>
        <pc:spChg chg="mod">
          <ac:chgData name="Jackett, Stephen" userId="0bef1c98-69b1-48e4-bc92-135240dc0a47" providerId="ADAL" clId="{3DF98CC6-AFAF-4CD8-8913-53EC7520F35F}" dt="2025-09-11T15:34:25.444" v="16" actId="20577"/>
          <ac:spMkLst>
            <pc:docMk/>
            <pc:sldMk cId="392814229" sldId="277"/>
            <ac:spMk id="2" creationId="{25AD458A-1352-B9FC-2354-0057B6D34F9D}"/>
          </ac:spMkLst>
        </pc:spChg>
      </pc:sldChg>
      <pc:sldChg chg="addSp delSp modSp mod modNotesTx">
        <pc:chgData name="Jackett, Stephen" userId="0bef1c98-69b1-48e4-bc92-135240dc0a47" providerId="ADAL" clId="{3DF98CC6-AFAF-4CD8-8913-53EC7520F35F}" dt="2025-09-11T16:12:46.185" v="463" actId="20577"/>
        <pc:sldMkLst>
          <pc:docMk/>
          <pc:sldMk cId="3344193923" sldId="279"/>
        </pc:sldMkLst>
        <pc:spChg chg="mod">
          <ac:chgData name="Jackett, Stephen" userId="0bef1c98-69b1-48e4-bc92-135240dc0a47" providerId="ADAL" clId="{3DF98CC6-AFAF-4CD8-8913-53EC7520F35F}" dt="2025-09-11T15:35:13.314" v="20" actId="20577"/>
          <ac:spMkLst>
            <pc:docMk/>
            <pc:sldMk cId="3344193923" sldId="279"/>
            <ac:spMk id="2" creationId="{331654D8-A185-D8DB-3661-C3BADACA9471}"/>
          </ac:spMkLst>
        </pc:spChg>
        <pc:spChg chg="mod">
          <ac:chgData name="Jackett, Stephen" userId="0bef1c98-69b1-48e4-bc92-135240dc0a47" providerId="ADAL" clId="{3DF98CC6-AFAF-4CD8-8913-53EC7520F35F}" dt="2025-09-11T15:41:48.512" v="53" actId="20577"/>
          <ac:spMkLst>
            <pc:docMk/>
            <pc:sldMk cId="3344193923" sldId="279"/>
            <ac:spMk id="8" creationId="{5614485D-CF0C-75DB-CDD0-EBD96619F994}"/>
          </ac:spMkLst>
        </pc:spChg>
        <pc:spChg chg="mod">
          <ac:chgData name="Jackett, Stephen" userId="0bef1c98-69b1-48e4-bc92-135240dc0a47" providerId="ADAL" clId="{3DF98CC6-AFAF-4CD8-8913-53EC7520F35F}" dt="2025-09-11T15:36:56.894" v="25" actId="20577"/>
          <ac:spMkLst>
            <pc:docMk/>
            <pc:sldMk cId="3344193923" sldId="279"/>
            <ac:spMk id="9" creationId="{D88D1150-DCC6-154B-CD24-13B7A46ABE12}"/>
          </ac:spMkLst>
        </pc:spChg>
        <pc:spChg chg="mod">
          <ac:chgData name="Jackett, Stephen" userId="0bef1c98-69b1-48e4-bc92-135240dc0a47" providerId="ADAL" clId="{3DF98CC6-AFAF-4CD8-8913-53EC7520F35F}" dt="2025-09-11T15:39:26.283" v="34" actId="20577"/>
          <ac:spMkLst>
            <pc:docMk/>
            <pc:sldMk cId="3344193923" sldId="279"/>
            <ac:spMk id="10" creationId="{A36783B1-9F12-5A6F-4302-9CCFC09CEEED}"/>
          </ac:spMkLst>
        </pc:spChg>
        <pc:spChg chg="mod">
          <ac:chgData name="Jackett, Stephen" userId="0bef1c98-69b1-48e4-bc92-135240dc0a47" providerId="ADAL" clId="{3DF98CC6-AFAF-4CD8-8913-53EC7520F35F}" dt="2025-09-11T15:40:28.461" v="43" actId="20577"/>
          <ac:spMkLst>
            <pc:docMk/>
            <pc:sldMk cId="3344193923" sldId="279"/>
            <ac:spMk id="11" creationId="{8ACFBB10-8705-E435-9A87-F5A52476F169}"/>
          </ac:spMkLst>
        </pc:spChg>
        <pc:spChg chg="mod">
          <ac:chgData name="Jackett, Stephen" userId="0bef1c98-69b1-48e4-bc92-135240dc0a47" providerId="ADAL" clId="{3DF98CC6-AFAF-4CD8-8913-53EC7520F35F}" dt="2025-09-11T15:40:49.830" v="47" actId="20577"/>
          <ac:spMkLst>
            <pc:docMk/>
            <pc:sldMk cId="3344193923" sldId="279"/>
            <ac:spMk id="12" creationId="{D3CA3519-1C08-F298-D64A-226021A67510}"/>
          </ac:spMkLst>
        </pc:spChg>
        <pc:spChg chg="mod">
          <ac:chgData name="Jackett, Stephen" userId="0bef1c98-69b1-48e4-bc92-135240dc0a47" providerId="ADAL" clId="{3DF98CC6-AFAF-4CD8-8913-53EC7520F35F}" dt="2025-09-11T15:40:07.520" v="38" actId="113"/>
          <ac:spMkLst>
            <pc:docMk/>
            <pc:sldMk cId="3344193923" sldId="279"/>
            <ac:spMk id="13" creationId="{A0C5BBD7-49FC-4A43-6B6F-EF7FCD64931D}"/>
          </ac:spMkLst>
        </pc:spChg>
        <pc:spChg chg="mod">
          <ac:chgData name="Jackett, Stephen" userId="0bef1c98-69b1-48e4-bc92-135240dc0a47" providerId="ADAL" clId="{3DF98CC6-AFAF-4CD8-8913-53EC7520F35F}" dt="2025-09-11T15:39:52.567" v="37" actId="108"/>
          <ac:spMkLst>
            <pc:docMk/>
            <pc:sldMk cId="3344193923" sldId="279"/>
            <ac:spMk id="16" creationId="{6736564F-7A06-9357-B584-E88675B75FAB}"/>
          </ac:spMkLst>
        </pc:spChg>
        <pc:spChg chg="mod">
          <ac:chgData name="Jackett, Stephen" userId="0bef1c98-69b1-48e4-bc92-135240dc0a47" providerId="ADAL" clId="{3DF98CC6-AFAF-4CD8-8913-53EC7520F35F}" dt="2025-09-11T15:40:36.576" v="45" actId="108"/>
          <ac:spMkLst>
            <pc:docMk/>
            <pc:sldMk cId="3344193923" sldId="279"/>
            <ac:spMk id="17" creationId="{9CEB3F3E-AE7B-E25D-672A-BD5FB5C47AEB}"/>
          </ac:spMkLst>
        </pc:spChg>
        <pc:spChg chg="mod">
          <ac:chgData name="Jackett, Stephen" userId="0bef1c98-69b1-48e4-bc92-135240dc0a47" providerId="ADAL" clId="{3DF98CC6-AFAF-4CD8-8913-53EC7520F35F}" dt="2025-09-11T15:41:14.065" v="50" actId="108"/>
          <ac:spMkLst>
            <pc:docMk/>
            <pc:sldMk cId="3344193923" sldId="279"/>
            <ac:spMk id="18" creationId="{89012DA2-07C6-3348-9608-85DF9E9B4F5B}"/>
          </ac:spMkLst>
        </pc:spChg>
        <pc:picChg chg="mod">
          <ac:chgData name="Jackett, Stephen" userId="0bef1c98-69b1-48e4-bc92-135240dc0a47" providerId="ADAL" clId="{3DF98CC6-AFAF-4CD8-8913-53EC7520F35F}" dt="2025-09-11T15:45:08.956" v="95" actId="1038"/>
          <ac:picMkLst>
            <pc:docMk/>
            <pc:sldMk cId="3344193923" sldId="279"/>
            <ac:picMk id="15" creationId="{F23DC398-FB17-8C0B-7A03-86016CA01EA5}"/>
          </ac:picMkLst>
        </pc:picChg>
      </pc:sldChg>
    </pc:docChg>
  </pc:docChgLst>
  <pc:docChgLst>
    <pc:chgData name="Jackett, Stephen" userId="0bef1c98-69b1-48e4-bc92-135240dc0a47" providerId="ADAL" clId="{0B22F565-BBB8-4236-8480-45193668518B}"/>
    <pc:docChg chg="custSel addSld modSld modMainMaster">
      <pc:chgData name="Jackett, Stephen" userId="0bef1c98-69b1-48e4-bc92-135240dc0a47" providerId="ADAL" clId="{0B22F565-BBB8-4236-8480-45193668518B}" dt="2025-03-10T15:05:44.220" v="94" actId="478"/>
      <pc:docMkLst>
        <pc:docMk/>
      </pc:docMkLst>
      <pc:sldChg chg="delSp modSp new mod modClrScheme chgLayout">
        <pc:chgData name="Jackett, Stephen" userId="0bef1c98-69b1-48e4-bc92-135240dc0a47" providerId="ADAL" clId="{0B22F565-BBB8-4236-8480-45193668518B}" dt="2025-03-10T15:05:44.220" v="94" actId="478"/>
        <pc:sldMkLst>
          <pc:docMk/>
          <pc:sldMk cId="502796867" sldId="264"/>
        </pc:sldMkLst>
      </pc:sldChg>
      <pc:sldChg chg="modSp mod">
        <pc:chgData name="Jackett, Stephen" userId="0bef1c98-69b1-48e4-bc92-135240dc0a47" providerId="ADAL" clId="{0B22F565-BBB8-4236-8480-45193668518B}" dt="2025-03-06T18:00:11.611" v="0" actId="20577"/>
        <pc:sldMkLst>
          <pc:docMk/>
          <pc:sldMk cId="936439989" sldId="265"/>
        </pc:sldMkLst>
      </pc:sldChg>
      <pc:sldChg chg="modTransition">
        <pc:chgData name="Jackett, Stephen" userId="0bef1c98-69b1-48e4-bc92-135240dc0a47" providerId="ADAL" clId="{0B22F565-BBB8-4236-8480-45193668518B}" dt="2025-03-06T19:19:01.655" v="9"/>
        <pc:sldMkLst>
          <pc:docMk/>
          <pc:sldMk cId="1213963974" sldId="269"/>
        </pc:sldMkLst>
      </pc:sldChg>
      <pc:sldChg chg="modSp mod">
        <pc:chgData name="Jackett, Stephen" userId="0bef1c98-69b1-48e4-bc92-135240dc0a47" providerId="ADAL" clId="{0B22F565-BBB8-4236-8480-45193668518B}" dt="2025-03-06T18:03:00.436" v="6" actId="5793"/>
        <pc:sldMkLst>
          <pc:docMk/>
          <pc:sldMk cId="4096916883" sldId="272"/>
        </pc:sldMkLst>
      </pc:sldChg>
      <pc:sldChg chg="modSp mod">
        <pc:chgData name="Jackett, Stephen" userId="0bef1c98-69b1-48e4-bc92-135240dc0a47" providerId="ADAL" clId="{0B22F565-BBB8-4236-8480-45193668518B}" dt="2025-03-06T18:04:08.661" v="8" actId="20577"/>
        <pc:sldMkLst>
          <pc:docMk/>
          <pc:sldMk cId="673620753" sldId="273"/>
        </pc:sldMkLst>
      </pc:sldChg>
      <pc:sldChg chg="modTransition">
        <pc:chgData name="Jackett, Stephen" userId="0bef1c98-69b1-48e4-bc92-135240dc0a47" providerId="ADAL" clId="{0B22F565-BBB8-4236-8480-45193668518B}" dt="2025-03-06T19:19:03.627" v="10"/>
        <pc:sldMkLst>
          <pc:docMk/>
          <pc:sldMk cId="3302036192" sldId="290"/>
        </pc:sldMkLst>
      </pc:sldChg>
      <pc:sldMasterChg chg="modSldLayout">
        <pc:chgData name="Jackett, Stephen" userId="0bef1c98-69b1-48e4-bc92-135240dc0a47" providerId="ADAL" clId="{0B22F565-BBB8-4236-8480-45193668518B}" dt="2025-03-10T15:05:21.868" v="93" actId="948"/>
        <pc:sldMasterMkLst>
          <pc:docMk/>
          <pc:sldMasterMk cId="3751961532" sldId="2147483994"/>
        </pc:sldMasterMkLst>
        <pc:sldLayoutChg chg="modSp mod">
          <pc:chgData name="Jackett, Stephen" userId="0bef1c98-69b1-48e4-bc92-135240dc0a47" providerId="ADAL" clId="{0B22F565-BBB8-4236-8480-45193668518B}" dt="2025-03-10T15:05:21.868" v="93" actId="948"/>
          <pc:sldLayoutMkLst>
            <pc:docMk/>
            <pc:sldMasterMk cId="3751961532" sldId="2147483994"/>
            <pc:sldLayoutMk cId="3434534552" sldId="2147484036"/>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B92D82-DD40-D190-F54F-73108D65B2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C9E0809-0579-ECA6-B959-83DBE12C0B6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CBCD86-B713-46CA-855A-96E09A86158B}" type="datetimeFigureOut">
              <a:rPr lang="en-US" smtClean="0"/>
              <a:t>9/17/2025</a:t>
            </a:fld>
            <a:endParaRPr lang="en-US"/>
          </a:p>
        </p:txBody>
      </p:sp>
      <p:sp>
        <p:nvSpPr>
          <p:cNvPr id="4" name="Footer Placeholder 3">
            <a:extLst>
              <a:ext uri="{FF2B5EF4-FFF2-40B4-BE49-F238E27FC236}">
                <a16:creationId xmlns:a16="http://schemas.microsoft.com/office/drawing/2014/main" id="{8ECD8669-4E51-2EFA-E666-C87EE30C5E8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2E943E8-C6D3-67AB-30DA-74F58FCD73A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804C4-C26C-419B-A2EE-B336490484AA}" type="slidenum">
              <a:rPr lang="en-US" smtClean="0"/>
              <a:t>‹#›</a:t>
            </a:fld>
            <a:endParaRPr lang="en-US"/>
          </a:p>
        </p:txBody>
      </p:sp>
    </p:spTree>
    <p:extLst>
      <p:ext uri="{BB962C8B-B14F-4D97-AF65-F5344CB8AC3E}">
        <p14:creationId xmlns:p14="http://schemas.microsoft.com/office/powerpoint/2010/main" val="3205842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046AC-EED7-41FA-BDCA-83492A3F0D00}" type="datetimeFigureOut">
              <a:rPr lang="en-US" smtClean="0"/>
              <a:t>9/17/2025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1F7A6-E4FD-484E-8613-78401007607F}" type="slidenum">
              <a:rPr lang="en-US" smtClean="0"/>
              <a:t>‹#›</a:t>
            </a:fld>
            <a:endParaRPr lang="en-US"/>
          </a:p>
        </p:txBody>
      </p:sp>
    </p:spTree>
    <p:extLst>
      <p:ext uri="{BB962C8B-B14F-4D97-AF65-F5344CB8AC3E}">
        <p14:creationId xmlns:p14="http://schemas.microsoft.com/office/powerpoint/2010/main" val="99692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Master" Target="../slideMasters/slideMaster1.xml"/><Relationship Id="rId4" Type="http://schemas.openxmlformats.org/officeDocument/2006/relationships/oleObject" Target="../embeddings/oleObject1.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3.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14.png"/><Relationship Id="rId7" Type="http://schemas.openxmlformats.org/officeDocument/2006/relationships/image" Target="../media/image15.svg"/></Relationships>
</file>

<file path=ppt/slideLayouts/_rels/slideLayout17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tags" Target="../tags/tag9.xml"/><Relationship Id="rId5" Type="http://schemas.openxmlformats.org/officeDocument/2006/relationships/tags" Target="../tags/tag10.xml"/><Relationship Id="rId6" Type="http://schemas.openxmlformats.org/officeDocument/2006/relationships/tags" Target="../tags/tag11.xml"/><Relationship Id="rId7" Type="http://schemas.openxmlformats.org/officeDocument/2006/relationships/slideMaster" Target="../slideMasters/slideMaster3.xml"/><Relationship Id="rId8" Type="http://schemas.openxmlformats.org/officeDocument/2006/relationships/oleObject" Target="../embeddings/oleObject4.bin"/><Relationship Id="rId9" Type="http://schemas.openxmlformats.org/officeDocument/2006/relationships/image" Target="../media/image16.emf"/></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9.pn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5.xml"/><Relationship Id="rId4" Type="http://schemas.openxmlformats.org/officeDocument/2006/relationships/oleObject" Target="../embeddings/oleObject7.bin"/><Relationship Id="rId5" Type="http://schemas.openxmlformats.org/officeDocument/2006/relationships/image" Target="../media/image20.emf"/><Relationship Id="rId6" Type="http://schemas.openxmlformats.org/officeDocument/2006/relationships/image" Target="../media/image21.png"/><Relationship Id="rId7" Type="http://schemas.openxmlformats.org/officeDocument/2006/relationships/image" Target="../media/image22.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jpe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jpe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9.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6.xml"/><Relationship Id="rId3" Type="http://schemas.openxmlformats.org/officeDocument/2006/relationships/oleObject" Target="../embeddings/oleObject9.bin"/><Relationship Id="rId4" Type="http://schemas.openxmlformats.org/officeDocument/2006/relationships/image" Target="../media/image29.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2582688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294018112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11330877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50215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8463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0303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4552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398979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524251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779214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476416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8019417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9501233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8384984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2607929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0129817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9232005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77285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4196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63934953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88983148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6318286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17854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6677353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379761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1554368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43754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453250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712076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6773832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2627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0153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546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8986428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4185737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95643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982370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5077508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381104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894322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83203"/>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B10C90B1-4A2A-4756-A976-A1F4FE54692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9682556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79" y="540211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5730225"/>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5" y="6508319"/>
            <a:ext cx="12192000" cy="280108"/>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00000"/>
              </a:lnSpc>
              <a:spcBef>
                <a:spcPts val="0"/>
              </a:spcBef>
              <a:buNone/>
            </a:pPr>
            <a:r>
              <a:rPr lang="en-US" sz="800" dirty="0">
                <a:latin typeface="Montserrat" pitchFamily="2" charset="77"/>
              </a:rPr>
              <a:t>© 2025 Organon group of companies. All rights reserved. ORGANON and the ORGANON Logo are trademarks of the Organon group of companies.					                     </a:t>
            </a:r>
          </a:p>
          <a:p>
            <a:pPr marL="0" indent="0">
              <a:lnSpc>
                <a:spcPct val="100000"/>
              </a:lnSpc>
              <a:spcBef>
                <a:spcPts val="0"/>
              </a:spcBef>
              <a:buNone/>
            </a:pPr>
            <a:r>
              <a:rPr lang="en-US" sz="800" dirty="0">
                <a:latin typeface="Montserrat" pitchFamily="2" charset="77"/>
              </a:rPr>
              <a:t>US-NON-111219     09/25</a:t>
            </a:r>
            <a:br>
              <a:rPr lang="en-US" sz="800" dirty="0">
                <a:latin typeface="Montserrat" pitchFamily="2" charset="77"/>
              </a:rPr>
            </a:br>
            <a:endParaRPr lang="en-US" sz="800" dirty="0">
              <a:latin typeface="Montserrat" pitchFamily="2" charset="77"/>
            </a:endParaRPr>
          </a:p>
        </p:txBody>
      </p:sp>
    </p:spTree>
    <p:extLst>
      <p:ext uri="{BB962C8B-B14F-4D97-AF65-F5344CB8AC3E}">
        <p14:creationId xmlns:p14="http://schemas.microsoft.com/office/powerpoint/2010/main" val="34345345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202749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Divider Slide">
    <p:spTree>
      <p:nvGrpSpPr>
        <p:cNvPr id="1" name=""/>
        <p:cNvGrpSpPr/>
        <p:nvPr/>
      </p:nvGrpSpPr>
      <p:grpSpPr>
        <a:xfrm>
          <a:off x="0" y="0"/>
          <a:ext cx="0" cy="0"/>
          <a:chOff x="0" y="0"/>
          <a:chExt cx="0" cy="0"/>
        </a:xfrm>
      </p:grpSpPr>
      <p:graphicFrame>
        <p:nvGraphicFramePr>
          <p:cNvPr id="19" name="Object 18" hidden="1"/>
          <p:cNvGraphicFramePr>
            <a:graphicFrameLocks noChangeAspect="1"/>
          </p:cNvGraphicFramePr>
          <p:nvPr userDrawn="1">
            <p:custDataLst>
              <p:tags r:id="rId1"/>
            </p:custDataLst>
            <p:extLst>
              <p:ext uri="{D42A27DB-BD31-4B8C-83A1-F6EECF244321}">
                <p14:modId xmlns:p14="http://schemas.microsoft.com/office/powerpoint/2010/main" val="44670761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9" name="Object 18" hidden="1"/>
                      <p:cNvPicPr/>
                      <p:nvPr/>
                    </p:nvPicPr>
                    <p:blipFill>
                      <a:blip r:embed="rId5"/>
                      <a:stretch>
                        <a:fillRect/>
                      </a:stretch>
                    </p:blipFill>
                    <p:spPr>
                      <a:xfrm>
                        <a:off x="2119" y="2119"/>
                        <a:ext cx="2117" cy="2117"/>
                      </a:xfrm>
                      <a:prstGeom prst="rect">
                        <a:avLst/>
                      </a:prstGeom>
                    </p:spPr>
                  </p:pic>
                </p:oleObj>
              </mc:Fallback>
            </mc:AlternateContent>
          </a:graphicData>
        </a:graphic>
      </p:graphicFrame>
      <p:sp>
        <p:nvSpPr>
          <p:cNvPr id="18" name="Rectangle 17"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3733" b="1" i="0" u="none" strike="noStrike" kern="1200" cap="none" spc="0" normalizeH="0" baseline="0" noProof="0">
              <a:ln>
                <a:noFill/>
              </a:ln>
              <a:solidFill>
                <a:srgbClr val="FFFFFF"/>
              </a:solidFill>
              <a:effectLst/>
              <a:uLnTx/>
              <a:uFillTx/>
              <a:latin typeface="+mn-lt"/>
              <a:ea typeface="+mn-ea"/>
              <a:cs typeface="+mn-cs"/>
              <a:sym typeface="Montserrat" panose="00000500000000000000" pitchFamily="2" charset="0"/>
            </a:endParaRPr>
          </a:p>
        </p:txBody>
      </p:sp>
      <p:grpSp>
        <p:nvGrpSpPr>
          <p:cNvPr id="17" name="Group 16"/>
          <p:cNvGrpSpPr/>
          <p:nvPr userDrawn="1"/>
        </p:nvGrpSpPr>
        <p:grpSpPr>
          <a:xfrm>
            <a:off x="2" y="0"/>
            <a:ext cx="11251473" cy="6551253"/>
            <a:chOff x="0" y="0"/>
            <a:chExt cx="8438605" cy="4913440"/>
          </a:xfrm>
        </p:grpSpPr>
        <p:sp>
          <p:nvSpPr>
            <p:cNvPr id="14" name="Oval 13">
              <a:extLst>
                <a:ext uri="{FF2B5EF4-FFF2-40B4-BE49-F238E27FC236}">
                  <a16:creationId xmlns:a16="http://schemas.microsoft.com/office/drawing/2014/main" id="{00E93B47-1235-C54B-81D2-D02E94505843}"/>
                </a:ext>
              </a:extLst>
            </p:cNvPr>
            <p:cNvSpPr/>
            <p:nvPr userDrawn="1"/>
          </p:nvSpPr>
          <p:spPr>
            <a:xfrm>
              <a:off x="2127485" y="4231469"/>
              <a:ext cx="681971" cy="681971"/>
            </a:xfrm>
            <a:prstGeom prst="ellipse">
              <a:avLst/>
            </a:prstGeom>
            <a:solidFill>
              <a:srgbClr val="54B948"/>
            </a:solidFill>
            <a:ln w="12700" cap="flat" cmpd="sng" algn="ctr">
              <a:noFill/>
              <a:prstDash val="solid"/>
              <a:miter lim="800000"/>
            </a:ln>
            <a:effectLst/>
          </p:spPr>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5" name="Freeform 14">
              <a:extLst>
                <a:ext uri="{FF2B5EF4-FFF2-40B4-BE49-F238E27FC236}">
                  <a16:creationId xmlns:a16="http://schemas.microsoft.com/office/drawing/2014/main" id="{74AFD015-0D1F-3547-8CF1-90942E7ACF2E}"/>
                </a:ext>
              </a:extLst>
            </p:cNvPr>
            <p:cNvSpPr/>
            <p:nvPr userDrawn="1"/>
          </p:nvSpPr>
          <p:spPr>
            <a:xfrm>
              <a:off x="7756633" y="0"/>
              <a:ext cx="681972" cy="351638"/>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rgbClr val="1B4198"/>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6" name="Freeform 15">
              <a:extLst>
                <a:ext uri="{FF2B5EF4-FFF2-40B4-BE49-F238E27FC236}">
                  <a16:creationId xmlns:a16="http://schemas.microsoft.com/office/drawing/2014/main" id="{B74D8618-1342-4C42-94BD-C150DF3C1928}"/>
                </a:ext>
              </a:extLst>
            </p:cNvPr>
            <p:cNvSpPr/>
            <p:nvPr userDrawn="1"/>
          </p:nvSpPr>
          <p:spPr>
            <a:xfrm>
              <a:off x="0" y="1421025"/>
              <a:ext cx="1408542" cy="681972"/>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rgbClr val="E20177"/>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grpSp>
      <p:sp>
        <p:nvSpPr>
          <p:cNvPr id="12" name="Date Placeholder 2"/>
          <p:cNvSpPr>
            <a:spLocks noGrp="1"/>
          </p:cNvSpPr>
          <p:nvPr>
            <p:ph type="dt" sz="half" idx="10"/>
          </p:nvPr>
        </p:nvSpPr>
        <p:spPr>
          <a:xfrm>
            <a:off x="8336281" y="6514010"/>
            <a:ext cx="1482051" cy="123111"/>
          </a:xfrm>
          <a:prstGeom prst="rect">
            <a:avLst/>
          </a:prstGeom>
        </p:spPr>
        <p:txBody>
          <a:bodyPr/>
          <a:lstStyle>
            <a:lvl1pPr>
              <a:defRPr sz="800">
                <a:solidFill>
                  <a:schemeClr val="bg1"/>
                </a:solidFill>
                <a:latin typeface="+mn-lt"/>
                <a:ea typeface="+mn-ea"/>
                <a:cs typeface="+mn-cs"/>
                <a:sym typeface="+mn-lt"/>
              </a:defRPr>
            </a:lvl1pPr>
          </a:lstStyle>
          <a:p>
            <a:endParaRPr lang="en-US">
              <a:solidFill>
                <a:srgbClr val="FFFFFF"/>
              </a:solidFill>
            </a:endParaRPr>
          </a:p>
        </p:txBody>
      </p:sp>
      <p:sp>
        <p:nvSpPr>
          <p:cNvPr id="2" name="Title 1"/>
          <p:cNvSpPr>
            <a:spLocks noGrp="1"/>
          </p:cNvSpPr>
          <p:nvPr>
            <p:ph type="title"/>
          </p:nvPr>
        </p:nvSpPr>
        <p:spPr>
          <a:xfrm>
            <a:off x="460464" y="2897304"/>
            <a:ext cx="10515600" cy="985648"/>
          </a:xfrm>
        </p:spPr>
        <p:txBody>
          <a:bodyPr vert="horz"/>
          <a:lstStyle>
            <a:lvl1pPr>
              <a:defRPr sz="3600" b="1">
                <a:latin typeface="+mj-lt"/>
                <a:ea typeface="+mj-ea"/>
                <a:cs typeface="+mj-cs"/>
              </a:defRPr>
            </a:lvl1pPr>
          </a:lstStyle>
          <a:p>
            <a:r>
              <a:rPr lang="en-US"/>
              <a:t>Click to edit Master title style</a:t>
            </a:r>
          </a:p>
        </p:txBody>
      </p:sp>
      <p:sp>
        <p:nvSpPr>
          <p:cNvPr id="23" name="Text Placeholder 22"/>
          <p:cNvSpPr>
            <a:spLocks noGrp="1"/>
          </p:cNvSpPr>
          <p:nvPr>
            <p:ph type="body" sz="quarter" idx="11"/>
          </p:nvPr>
        </p:nvSpPr>
        <p:spPr>
          <a:xfrm>
            <a:off x="457200" y="4025416"/>
            <a:ext cx="10538293" cy="684208"/>
          </a:xfrm>
        </p:spPr>
        <p:txBody>
          <a:bodyPr/>
          <a:lstStyle>
            <a:lvl1pPr>
              <a:defRPr sz="2800" b="0">
                <a:latin typeface="+mn-lt"/>
                <a:ea typeface="+mn-ea"/>
                <a:cs typeface="+mn-cs"/>
              </a:defRPr>
            </a:lvl1pPr>
          </a:lstStyle>
          <a:p>
            <a:pPr lvl="0"/>
            <a:r>
              <a:rPr lang="en-US"/>
              <a:t>Click to edit Master text styles</a:t>
            </a:r>
          </a:p>
        </p:txBody>
      </p:sp>
      <p:pic>
        <p:nvPicPr>
          <p:cNvPr id="20" name="Graphic 9">
            <a:extLst>
              <a:ext uri="{FF2B5EF4-FFF2-40B4-BE49-F238E27FC236}">
                <a16:creationId xmlns:a16="http://schemas.microsoft.com/office/drawing/2014/main" id="{D3FE0F32-6A39-2143-8C31-4818256ECAE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544688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61"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3"/>
            <a:ext cx="1783080" cy="369195"/>
          </a:xfrm>
          <a:prstGeom prst="rect">
            <a:avLst/>
          </a:prstGeom>
        </p:spPr>
      </p:pic>
    </p:spTree>
    <p:extLst>
      <p:ext uri="{BB962C8B-B14F-4D97-AF65-F5344CB8AC3E}">
        <p14:creationId xmlns:p14="http://schemas.microsoft.com/office/powerpoint/2010/main" val="36037157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632282"/>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39870"/>
            <a:ext cx="6588376" cy="5169844"/>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Tree>
    <p:extLst>
      <p:ext uri="{BB962C8B-B14F-4D97-AF65-F5344CB8AC3E}">
        <p14:creationId xmlns:p14="http://schemas.microsoft.com/office/powerpoint/2010/main" val="143195479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40198"/>
            <a:ext cx="6546455" cy="5177605"/>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729318"/>
            <a:ext cx="4518121" cy="3399367"/>
          </a:xfrm>
        </p:spPr>
        <p:txBody>
          <a:bodyPr anchor="ctr">
            <a:normAutofit/>
          </a:bodyPr>
          <a:lstStyle>
            <a:lvl1pPr>
              <a:defRPr sz="3733"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7891002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25033168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12353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2716408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5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53089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3565843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8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1824562"/>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1824562"/>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1824562"/>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1824562"/>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9328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Title and Content_Black Box">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11C37-3CCB-744D-90B5-2725D97809BA}"/>
              </a:ext>
            </a:extLst>
          </p:cNvPr>
          <p:cNvSpPr>
            <a:spLocks noGrp="1"/>
          </p:cNvSpPr>
          <p:nvPr>
            <p:ph type="title"/>
          </p:nvPr>
        </p:nvSpPr>
        <p:spPr>
          <a:xfrm>
            <a:off x="685800" y="1343892"/>
            <a:ext cx="3373582" cy="990105"/>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BE40B1A-49F3-144D-9C0E-D5201105EA7C}"/>
              </a:ext>
            </a:extLst>
          </p:cNvPr>
          <p:cNvSpPr>
            <a:spLocks noGrp="1"/>
          </p:cNvSpPr>
          <p:nvPr>
            <p:ph type="sldNum" sz="quarter" idx="10"/>
          </p:nvPr>
        </p:nvSpPr>
        <p:spPr/>
        <p:txBody>
          <a:bodyPr/>
          <a:lstStyle/>
          <a:p>
            <a:fld id="{B8E368AD-AC3A-8448-81E7-9702A1829AC4}" type="slidenum">
              <a:rPr lang="en-US" smtClean="0"/>
              <a:pPr/>
              <a:t>‹#›</a:t>
            </a:fld>
            <a:endParaRPr lang="en-US"/>
          </a:p>
        </p:txBody>
      </p:sp>
      <p:sp>
        <p:nvSpPr>
          <p:cNvPr id="5" name="Rectangle 4">
            <a:extLst>
              <a:ext uri="{FF2B5EF4-FFF2-40B4-BE49-F238E27FC236}">
                <a16:creationId xmlns:a16="http://schemas.microsoft.com/office/drawing/2014/main" id="{A73BFE50-A81A-AB46-A7A2-9666CFCFCC92}"/>
              </a:ext>
            </a:extLst>
          </p:cNvPr>
          <p:cNvSpPr/>
          <p:nvPr userDrawn="1"/>
        </p:nvSpPr>
        <p:spPr>
          <a:xfrm>
            <a:off x="4504267" y="658812"/>
            <a:ext cx="7687733" cy="55895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
        <p:nvSpPr>
          <p:cNvPr id="8" name="Text Placeholder 7">
            <a:extLst>
              <a:ext uri="{FF2B5EF4-FFF2-40B4-BE49-F238E27FC236}">
                <a16:creationId xmlns:a16="http://schemas.microsoft.com/office/drawing/2014/main" id="{404CE58A-1238-494D-8A79-4A58EDE3984D}"/>
              </a:ext>
            </a:extLst>
          </p:cNvPr>
          <p:cNvSpPr>
            <a:spLocks noGrp="1"/>
          </p:cNvSpPr>
          <p:nvPr>
            <p:ph type="body" sz="quarter" idx="12"/>
          </p:nvPr>
        </p:nvSpPr>
        <p:spPr>
          <a:xfrm>
            <a:off x="685800" y="2714626"/>
            <a:ext cx="3373438" cy="3533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4A8B4FD5-364F-1749-8E54-56046D878350}"/>
              </a:ext>
            </a:extLst>
          </p:cNvPr>
          <p:cNvSpPr>
            <a:spLocks noGrp="1"/>
          </p:cNvSpPr>
          <p:nvPr>
            <p:ph type="body" sz="quarter" idx="13"/>
          </p:nvPr>
        </p:nvSpPr>
        <p:spPr>
          <a:xfrm>
            <a:off x="5278582" y="1343892"/>
            <a:ext cx="6227618" cy="43780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A9FBDEC-2CAC-954E-AA5E-6D9A9B7E87CC}"/>
              </a:ext>
            </a:extLst>
          </p:cNvPr>
          <p:cNvSpPr/>
          <p:nvPr userDrawn="1"/>
        </p:nvSpPr>
        <p:spPr>
          <a:xfrm>
            <a:off x="8474601" y="6445628"/>
            <a:ext cx="3031599" cy="230832"/>
          </a:xfrm>
          <a:prstGeom prst="rect">
            <a:avLst/>
          </a:prstGeom>
        </p:spPr>
        <p:txBody>
          <a:bodyPr wrap="none" lIns="0" tIns="0" rIns="0" bIns="0" anchor="ctr">
            <a:noAutofit/>
          </a:bodyPr>
          <a:lstStyle/>
          <a:p>
            <a:pPr algn="r"/>
            <a:r>
              <a:rPr lang="en-US" sz="800" b="0" i="0">
                <a:solidFill>
                  <a:schemeClr val="tx1"/>
                </a:solidFill>
                <a:latin typeface="Arial" panose="020B0604020202020204" pitchFamily="34" charset="0"/>
                <a:cs typeface="Arial" panose="020B0604020202020204" pitchFamily="34" charset="0"/>
              </a:rPr>
              <a:t>Proprietary and Confidential Property of Real Chemistry</a:t>
            </a:r>
          </a:p>
        </p:txBody>
      </p:sp>
    </p:spTree>
    <p:extLst>
      <p:ext uri="{BB962C8B-B14F-4D97-AF65-F5344CB8AC3E}">
        <p14:creationId xmlns:p14="http://schemas.microsoft.com/office/powerpoint/2010/main" val="19153314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9698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3429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301627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4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40023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5720101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131721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689802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4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2427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65745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2176685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13636927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1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74050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22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85EA0C90-6E04-9519-5664-EFB413590A8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8948282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0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3882012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E4AFAC3-CC8F-D620-D3F2-0956FFB0785B}"/>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12332403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24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5BD8FD2E-E77A-C383-302D-74387880AAE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54305438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25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D2D04CF8-85CD-B3A2-619B-72A28CC9D9BD}"/>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482110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26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7BD4CE0-6B80-ECF8-CC61-9423ABA248C5}"/>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406513002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27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2" name="Picture 1" descr="A close-up of a logo&#10;&#10;Description automatically generated">
            <a:extLst>
              <a:ext uri="{FF2B5EF4-FFF2-40B4-BE49-F238E27FC236}">
                <a16:creationId xmlns:a16="http://schemas.microsoft.com/office/drawing/2014/main" id="{938C2D30-4F3F-7BD2-E701-5C0FE5D3BD64}"/>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709214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p:spPr>
        <p:txBody>
          <a:bodyPr lIns="0" tIns="0" rIns="0" bIns="0"/>
          <a:lstStyle>
            <a:lvl1pPr marL="0" indent="0" algn="l">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p:spPr>
        <p:txBody>
          <a:bodyPr lIns="0" tIns="0" rIns="0" bIns="0" anchor="b"/>
          <a:lstStyle>
            <a:lvl1pPr algn="l">
              <a:defRPr sz="4267"/>
            </a:lvl1pPr>
          </a:lstStyle>
          <a:p>
            <a:r>
              <a:rPr lang="en-US"/>
              <a:t>Click to edit Master title style</a:t>
            </a:r>
          </a:p>
        </p:txBody>
      </p:sp>
      <p:sp>
        <p:nvSpPr>
          <p:cNvPr id="9" name="Freeform 8">
            <a:extLst>
              <a:ext uri="{FF2B5EF4-FFF2-40B4-BE49-F238E27FC236}">
                <a16:creationId xmlns:a16="http://schemas.microsoft.com/office/drawing/2014/main" id="{9B73DB2B-0F7D-4740-AAFB-08A4184D1C18}"/>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cstate="screen">
              <a:extLst>
                <a:ext uri="{28A0092B-C50C-407E-A947-70E740481C1C}">
                  <a14:useLocalDpi xmlns:a14="http://schemas.microsoft.com/office/drawing/2010/main"/>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3015874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1F6646F-EFE6-CC40-B267-62108C5E03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610513089"/>
      </p:ext>
    </p:extLst>
  </p:cSld>
  <p:clrMapOvr>
    <a:masterClrMapping/>
  </p:clrMapOvr>
  <p:extLst>
    <p:ext uri="{DCECCB84-F9BA-43D5-87BE-67443E8EF086}">
      <p15:sldGuideLst xmlns:p15="http://schemas.microsoft.com/office/powerpoint/2012/main">
        <p15:guide id="1" orient="horz" pos="3132">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80823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448410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1053281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404662500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7012932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57562464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63172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5110720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6"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8643122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7170445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4527655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5"/>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40192176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295400"/>
            <a:ext cx="11241111" cy="467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FCFFF2E-8320-4800-B48F-6DD8C98A9A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07451" y="6346628"/>
            <a:ext cx="2182304" cy="363717"/>
          </a:xfrm>
          <a:prstGeom prst="rect">
            <a:avLst/>
          </a:prstGeom>
        </p:spPr>
      </p:pic>
    </p:spTree>
    <p:extLst>
      <p:ext uri="{BB962C8B-B14F-4D97-AF65-F5344CB8AC3E}">
        <p14:creationId xmlns:p14="http://schemas.microsoft.com/office/powerpoint/2010/main" val="388225459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152505836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90"/>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1171003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104534901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28031309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_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9"/>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2"/>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5449486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1_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3254402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3" y="303004"/>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7"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2"/>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68590317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569463"/>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95008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4" y="1569463"/>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18428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9" y="61892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5" y="149095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7" y="24272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30" y="35223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3" y="448551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3" y="53438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80322752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50" y="6189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30" y="1490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5" y="239384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5" y="35223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30" y="448551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50" y="53438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420346"/>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242029346"/>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2" y="1365065"/>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7" y="11345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8" y="299390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81" y="476506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293016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9" y="929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6" y="19006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5" y="299323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7" y="408339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9" y="5054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71452077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55" indent="0">
              <a:buNone/>
              <a:defRPr sz="2000">
                <a:solidFill>
                  <a:schemeClr val="tx1">
                    <a:tint val="75000"/>
                  </a:schemeClr>
                </a:solidFill>
              </a:defRPr>
            </a:lvl2pPr>
            <a:lvl3pPr marL="914309" indent="0">
              <a:buNone/>
              <a:defRPr sz="1800">
                <a:solidFill>
                  <a:schemeClr val="tx1">
                    <a:tint val="75000"/>
                  </a:schemeClr>
                </a:solidFill>
              </a:defRPr>
            </a:lvl3pPr>
            <a:lvl4pPr marL="1371464" indent="0">
              <a:buNone/>
              <a:defRPr sz="1600">
                <a:solidFill>
                  <a:schemeClr val="tx1">
                    <a:tint val="75000"/>
                  </a:schemeClr>
                </a:solidFill>
              </a:defRPr>
            </a:lvl4pPr>
            <a:lvl5pPr marL="1828618" indent="0">
              <a:buNone/>
              <a:defRPr sz="1600">
                <a:solidFill>
                  <a:schemeClr val="tx1">
                    <a:tint val="75000"/>
                  </a:schemeClr>
                </a:solidFill>
              </a:defRPr>
            </a:lvl5pPr>
            <a:lvl6pPr marL="2285774" indent="0">
              <a:buNone/>
              <a:defRPr sz="1600">
                <a:solidFill>
                  <a:schemeClr val="tx1">
                    <a:tint val="75000"/>
                  </a:schemeClr>
                </a:solidFill>
              </a:defRPr>
            </a:lvl6pPr>
            <a:lvl7pPr marL="2742926" indent="0">
              <a:buNone/>
              <a:defRPr sz="1600">
                <a:solidFill>
                  <a:schemeClr val="tx1">
                    <a:tint val="75000"/>
                  </a:schemeClr>
                </a:solidFill>
              </a:defRPr>
            </a:lvl7pPr>
            <a:lvl8pPr marL="3200080" indent="0">
              <a:buNone/>
              <a:defRPr sz="1600">
                <a:solidFill>
                  <a:schemeClr val="tx1">
                    <a:tint val="75000"/>
                  </a:schemeClr>
                </a:solidFill>
              </a:defRPr>
            </a:lvl8pPr>
            <a:lvl9pPr marL="3657235"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1776545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59134547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02694420"/>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39" marR="0" indent="-243817" algn="l" defTabSz="914309"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55" marR="0" indent="-243817" algn="l" defTabSz="914309"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080" marR="0" indent="-243817" algn="l" defTabSz="914309"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09"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7910673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8325386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51547475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323380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8823302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16714098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829819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90" y="1578870"/>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59798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7" y="61892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3" y="14909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6" y="24272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9" y="35223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1" y="448551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2" y="5343858"/>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378342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9" y="6189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8" y="1490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3" y="23938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3" y="352234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9" y="448551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9" y="534385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420345"/>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545174"/>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7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1" y="1365064"/>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6" y="113450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7" y="29939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9" y="476506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7846638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8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8" y="929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5" y="19006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4" y="299323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6" y="4083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7" y="505439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110823805"/>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secHead" preserve="1">
  <p:cSld name="1_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0501832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3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592474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2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429090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55" marR="0" indent="-243823" algn="l" defTabSz="914332"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76" marR="0" indent="-243823" algn="l" defTabSz="914332"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10" marR="0" indent="-243823" algn="l" defTabSz="914332"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32"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2507084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78660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7991813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256509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12154859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9833972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0997801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9" y="1578869"/>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86056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266498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5634850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859877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8"/>
            <a:ext cx="881336" cy="545017"/>
          </a:xfrm>
          <a:prstGeom prst="rect">
            <a:avLst/>
          </a:prstGeom>
          <a:noFill/>
        </p:spPr>
        <p:txBody>
          <a:bodyPr wrap="square" lIns="0" tIns="0" rIns="0" bIns="0" rtlCol="0">
            <a:noAutofit/>
          </a:bodyPr>
          <a:lstStyle/>
          <a:p>
            <a:pPr marL="0" marR="0" lvl="0" indent="0" algn="l" defTabSz="121908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661472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125388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2180781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970873408"/>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02698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30"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67445263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5"/>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7624313"/>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777004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2249161"/>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6" y="2404885"/>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54"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72844129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7"/>
            <a:ext cx="881336" cy="545017"/>
          </a:xfrm>
          <a:prstGeom prst="rect">
            <a:avLst/>
          </a:prstGeom>
          <a:noFill/>
        </p:spPr>
        <p:txBody>
          <a:bodyPr wrap="square" lIns="0" tIns="0" rIns="0" bIns="0" rtlCol="0">
            <a:noAutofit/>
          </a:bodyPr>
          <a:lstStyle/>
          <a:p>
            <a:pPr marL="0" marR="0" lvl="0" indent="0" algn="l" defTabSz="121911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6009427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7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407480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8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616295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2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4996796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3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223138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9"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543829839"/>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obj" preserve="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4030475"/>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3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272969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4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946451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4" y="2404883"/>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82"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5532509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142504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9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7" y="234428"/>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6" y="5164274"/>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4"/>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6" y="1910342"/>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5154421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3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21686714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84463256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2"/>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414629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94900903"/>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1_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081725562"/>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5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0340939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6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73252982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7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18536081"/>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9"/>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99245"/>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39BFFDCD-5E2E-7A71-1BBE-3EAB0D66FB1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30259269"/>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82" y="540211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5730227"/>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32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3" y="6508321"/>
            <a:ext cx="8750713" cy="420839"/>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800">
                <a:latin typeface="Montserrat" pitchFamily="2" charset="77"/>
              </a:rPr>
              <a:t>© 2021 Organon group of companies. All rights reserved. ORGANON and the ORGANON Logo are trademarks of the Organon group of companies.</a:t>
            </a:r>
            <a:br>
              <a:rPr lang="en-US" sz="800">
                <a:latin typeface="Montserrat" pitchFamily="2" charset="77"/>
              </a:rPr>
            </a:br>
            <a:r>
              <a:rPr lang="en-US" sz="800">
                <a:latin typeface="Montserrat" pitchFamily="2" charset="77"/>
              </a:rPr>
              <a:t>The information contained in this document is intended for general information only, as it is summary in nature and subject to change.</a:t>
            </a:r>
          </a:p>
        </p:txBody>
      </p:sp>
    </p:spTree>
    <p:extLst>
      <p:ext uri="{BB962C8B-B14F-4D97-AF65-F5344CB8AC3E}">
        <p14:creationId xmlns:p14="http://schemas.microsoft.com/office/powerpoint/2010/main" val="20460174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70"/>
            <a:ext cx="10396483" cy="699433"/>
          </a:xfrm>
        </p:spPr>
        <p:txBody>
          <a:bodyPr lIns="0" tIns="0" rIns="0" bIns="0" anchor="b">
            <a:normAutofit/>
          </a:bodyPr>
          <a:lstStyle>
            <a:lvl1pPr>
              <a:defRPr sz="2931"/>
            </a:lvl1pPr>
          </a:lstStyle>
          <a:p>
            <a:r>
              <a:rPr lang="en-US"/>
              <a:t>Click to edit Master title style</a:t>
            </a:r>
          </a:p>
        </p:txBody>
      </p:sp>
      <p:sp>
        <p:nvSpPr>
          <p:cNvPr id="3" name="Content Placeholder 2"/>
          <p:cNvSpPr>
            <a:spLocks noGrp="1"/>
          </p:cNvSpPr>
          <p:nvPr>
            <p:ph idx="1"/>
          </p:nvPr>
        </p:nvSpPr>
        <p:spPr>
          <a:xfrm>
            <a:off x="457205" y="1576557"/>
            <a:ext cx="11243259" cy="4351283"/>
          </a:xfrm>
        </p:spPr>
        <p:txBody>
          <a:bodyPr lIns="0" tIns="0" rIns="0" bIns="0"/>
          <a:lstStyle>
            <a:lvl1pPr>
              <a:lnSpc>
                <a:spcPct val="100000"/>
              </a:lnSpc>
              <a:defRPr sz="2131"/>
            </a:lvl1pPr>
            <a:lvl2pPr>
              <a:lnSpc>
                <a:spcPct val="100000"/>
              </a:lnSpc>
              <a:defRPr sz="1864"/>
            </a:lvl2pPr>
            <a:lvl3pPr>
              <a:lnSpc>
                <a:spcPct val="100000"/>
              </a:lnSpc>
              <a:defRPr sz="1864"/>
            </a:lvl3pPr>
            <a:lvl4pPr>
              <a:lnSpc>
                <a:spcPct val="100000"/>
              </a:lnSpc>
              <a:defRPr sz="1864"/>
            </a:lvl4pPr>
            <a:lvl5pPr>
              <a:lnSpc>
                <a:spcPct val="100000"/>
              </a:lnSpc>
              <a:defRPr sz="1864"/>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73" y="6293141"/>
            <a:ext cx="414867" cy="564871"/>
          </a:xfrm>
        </p:spPr>
        <p:txBody>
          <a:bodyPr/>
          <a:lstStyle>
            <a:lvl1pPr algn="ctr">
              <a:defRPr sz="800">
                <a:solidFill>
                  <a:schemeClr val="tx2"/>
                </a:solidFill>
              </a:defRPr>
            </a:lvl1pPr>
          </a:lstStyle>
          <a:p>
            <a:fld id="{303D8C89-93FF-41DC-9801-8728B139F81E}" type="slidenum">
              <a:rPr lang="en-US" smtClean="0"/>
              <a:t>‹#›</a:t>
            </a:fld>
            <a:endParaRPr lang="en-US"/>
          </a:p>
        </p:txBody>
      </p:sp>
      <p:sp>
        <p:nvSpPr>
          <p:cNvPr id="27" name="Oval 26">
            <a:extLst>
              <a:ext uri="{FF2B5EF4-FFF2-40B4-BE49-F238E27FC236}">
                <a16:creationId xmlns:a16="http://schemas.microsoft.com/office/drawing/2014/main" id="{FF4DD12C-CFDB-804A-A675-45DF5731EB30}"/>
              </a:ext>
            </a:extLst>
          </p:cNvPr>
          <p:cNvSpPr/>
          <p:nvPr/>
        </p:nvSpPr>
        <p:spPr>
          <a:xfrm>
            <a:off x="11032953" y="44293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7"/>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
        <p:nvSpPr>
          <p:cNvPr id="9" name="Freeform 8">
            <a:extLst>
              <a:ext uri="{FF2B5EF4-FFF2-40B4-BE49-F238E27FC236}">
                <a16:creationId xmlns:a16="http://schemas.microsoft.com/office/drawing/2014/main" id="{8419006E-9FD3-FE49-85B6-81898F97EE8F}"/>
              </a:ext>
            </a:extLst>
          </p:cNvPr>
          <p:cNvSpPr/>
          <p:nvPr/>
        </p:nvSpPr>
        <p:spPr>
          <a:xfrm>
            <a:off x="11698316" y="446473"/>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Tree>
    <p:extLst>
      <p:ext uri="{BB962C8B-B14F-4D97-AF65-F5344CB8AC3E}">
        <p14:creationId xmlns:p14="http://schemas.microsoft.com/office/powerpoint/2010/main" val="314132300"/>
      </p:ext>
    </p:extLst>
  </p:cSld>
  <p:clrMapOvr>
    <a:masterClrMapping/>
  </p:clrMapOvr>
  <p:extLst>
    <p:ext uri="{DCECCB84-F9BA-43D5-87BE-67443E8EF086}">
      <p15:sldGuideLst xmlns:p15="http://schemas.microsoft.com/office/powerpoint/2012/main">
        <p15:guide id="1" orient="horz" pos="2160">
          <p15:clr>
            <a:srgbClr val="FBAE40"/>
          </p15:clr>
        </p15:guide>
        <p15:guide id="2" pos="3837">
          <p15:clr>
            <a:srgbClr val="FBAE40"/>
          </p15:clr>
        </p15:guide>
        <p15:guide id="3" pos="288">
          <p15:clr>
            <a:srgbClr val="FBAE40"/>
          </p15:clr>
        </p15:guide>
        <p15:guide id="4" orient="horz" pos="4240">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1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6"/>
            <a:ext cx="10396483" cy="699433"/>
          </a:xfrm>
        </p:spPr>
        <p:txBody>
          <a:bodyPr lIns="0" tIns="0" rIns="0" bIns="0" anchor="b">
            <a:normAutofit/>
          </a:bodyPr>
          <a:lstStyle>
            <a:lvl1pPr>
              <a:defRPr sz="2932"/>
            </a:lvl1pPr>
          </a:lstStyle>
          <a:p>
            <a:r>
              <a:rPr lang="en-US"/>
              <a:t>Click to edit Master title style</a:t>
            </a:r>
          </a:p>
        </p:txBody>
      </p:sp>
      <p:sp>
        <p:nvSpPr>
          <p:cNvPr id="3" name="Content Placeholder 2"/>
          <p:cNvSpPr>
            <a:spLocks noGrp="1"/>
          </p:cNvSpPr>
          <p:nvPr>
            <p:ph idx="1"/>
          </p:nvPr>
        </p:nvSpPr>
        <p:spPr>
          <a:xfrm>
            <a:off x="457201" y="1576557"/>
            <a:ext cx="11243259" cy="4351283"/>
          </a:xfrm>
        </p:spPr>
        <p:txBody>
          <a:bodyPr lIns="0" tIns="0" rIns="0" bIns="0"/>
          <a:lstStyle>
            <a:lvl1pPr>
              <a:lnSpc>
                <a:spcPct val="100000"/>
              </a:lnSpc>
              <a:defRPr sz="2132"/>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7"/>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1" y="442929"/>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41954292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1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Slide Number Placeholder 5">
            <a:extLst>
              <a:ext uri="{FF2B5EF4-FFF2-40B4-BE49-F238E27FC236}">
                <a16:creationId xmlns:a16="http://schemas.microsoft.com/office/drawing/2014/main" id="{B5487A46-207B-4275-8C1D-F08E7EEE56BE}"/>
              </a:ext>
            </a:extLst>
          </p:cNvPr>
          <p:cNvSpPr txBox="1">
            <a:spLocks/>
          </p:cNvSpPr>
          <p:nvPr userDrawn="1"/>
        </p:nvSpPr>
        <p:spPr>
          <a:xfrm>
            <a:off x="-5203" y="6444214"/>
            <a:ext cx="414867" cy="407543"/>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94127897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802092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6622150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5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4656642"/>
      </p:ext>
    </p:extLst>
  </p:cSld>
  <p:clrMapOvr>
    <a:masterClrMapping/>
  </p:clrMapOvr>
  <p:extLst>
    <p:ext uri="{DCECCB84-F9BA-43D5-87BE-67443E8EF086}">
      <p15:sldGuideLst xmlns:p15="http://schemas.microsoft.com/office/powerpoint/2012/main"/>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5"/>
            <a:ext cx="8202891" cy="699433"/>
          </a:xfrm>
        </p:spPr>
        <p:txBody>
          <a:bodyPr lIns="0" tIns="0" rIns="0" bIns="0" anchor="b">
            <a:normAutofit/>
          </a:bodyPr>
          <a:lstStyle>
            <a:lvl1pPr>
              <a:defRPr sz="2932"/>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5"/>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7"/>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115100191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userDrawn="1">
            <p:custDataLst>
              <p:tags r:id="rId1"/>
            </p:custDataLst>
            <p:extLst>
              <p:ext uri="{D42A27DB-BD31-4B8C-83A1-F6EECF244321}">
                <p14:modId xmlns:p14="http://schemas.microsoft.com/office/powerpoint/2010/main" val="1679624585"/>
              </p:ext>
            </p:extLst>
          </p:nvPr>
        </p:nvGraphicFramePr>
        <p:xfrm>
          <a:off x="2120" y="2120"/>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5" name="Object 4" hidden="1"/>
                      <p:cNvPicPr/>
                      <p:nvPr/>
                    </p:nvPicPr>
                    <p:blipFill>
                      <a:blip r:embed="rId5"/>
                      <a:stretch>
                        <a:fillRect/>
                      </a:stretch>
                    </p:blipFill>
                    <p:spPr>
                      <a:xfrm>
                        <a:off x="2120" y="2120"/>
                        <a:ext cx="2117" cy="2117"/>
                      </a:xfrm>
                      <a:prstGeom prst="rect">
                        <a:avLst/>
                      </a:prstGeom>
                    </p:spPr>
                  </p:pic>
                </p:oleObj>
              </mc:Fallback>
            </mc:AlternateContent>
          </a:graphicData>
        </a:graphic>
      </p:graphicFrame>
      <p:sp>
        <p:nvSpPr>
          <p:cNvPr id="4" name="Rectangle 3"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endParaRPr lang="en-US" sz="2933" b="1" i="0" baseline="0">
              <a:solidFill>
                <a:srgbClr val="FFFFFF"/>
              </a:solidFill>
              <a:latin typeface="Calibri" panose="020F0502020204030204" pitchFamily="34" charset="0"/>
              <a:ea typeface="+mj-ea"/>
              <a:cs typeface="+mj-cs"/>
              <a:sym typeface="Montserrat" panose="00000500000000000000" pitchFamily="2" charset="0"/>
            </a:endParaRPr>
          </a:p>
        </p:txBody>
      </p:sp>
      <p:sp>
        <p:nvSpPr>
          <p:cNvPr id="16" name="Freeform 15">
            <a:extLst>
              <a:ext uri="{FF2B5EF4-FFF2-40B4-BE49-F238E27FC236}">
                <a16:creationId xmlns:a16="http://schemas.microsoft.com/office/drawing/2014/main" id="{1EF87254-EEF3-1F43-9B4B-3F29E4659176}"/>
              </a:ext>
            </a:extLst>
          </p:cNvPr>
          <p:cNvSpPr/>
          <p:nvPr userDrawn="1"/>
        </p:nvSpPr>
        <p:spPr>
          <a:xfrm>
            <a:off x="11700462"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rgbClr val="E20177"/>
          </a:solidFill>
          <a:ln w="12700" cap="flat" cmpd="sng" algn="ctr">
            <a:noFill/>
            <a:prstDash val="solid"/>
            <a:miter lim="800000"/>
          </a:ln>
          <a:effectLst/>
        </p:spPr>
        <p:txBody>
          <a:bodyPr wrap="square" rtlCol="0" anchor="ctr">
            <a:noAutofit/>
          </a:bodyPr>
          <a:lstStyle/>
          <a:p>
            <a:pPr algn="ctr" defTabSz="1219110">
              <a:defRPr/>
            </a:pPr>
            <a:endParaRPr lang="en-US" sz="2400" kern="0">
              <a:solidFill>
                <a:srgbClr val="FFFFFF"/>
              </a:solidFill>
              <a:latin typeface="Arial" panose="020B0604020202020204"/>
            </a:endParaRPr>
          </a:p>
        </p:txBody>
      </p:sp>
      <p:sp>
        <p:nvSpPr>
          <p:cNvPr id="17" name="Oval 16">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rgbClr val="53B84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sp>
        <p:nvSpPr>
          <p:cNvPr id="18" name="Freeform 17">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rgbClr val="1B4297"/>
          </a:solidFill>
          <a:ln w="12700" cap="flat" cmpd="sng" algn="ctr">
            <a:noFill/>
            <a:prstDash val="solid"/>
            <a:miter lim="800000"/>
          </a:ln>
          <a:effectLst/>
        </p:spPr>
        <p:txBody>
          <a:bodyPr wrap="square" rtlCol="0" anchor="ctr">
            <a:noAutofit/>
          </a:bodyPr>
          <a:lstStyle/>
          <a:p>
            <a:pPr marL="0" marR="0" lvl="0" indent="0" algn="ctr" defTabSz="121911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Arial" panose="020B0604020202020204"/>
            </a:endParaRPr>
          </a:p>
        </p:txBody>
      </p:sp>
      <p:sp>
        <p:nvSpPr>
          <p:cNvPr id="29" name="Title Placeholder 1"/>
          <p:cNvSpPr>
            <a:spLocks noGrp="1"/>
          </p:cNvSpPr>
          <p:nvPr>
            <p:ph type="title" hasCustomPrompt="1"/>
          </p:nvPr>
        </p:nvSpPr>
        <p:spPr>
          <a:xfrm>
            <a:off x="457201" y="192362"/>
            <a:ext cx="10396483" cy="699433"/>
          </a:xfrm>
          <a:prstGeom prst="rect">
            <a:avLst/>
          </a:prstGeom>
        </p:spPr>
        <p:txBody>
          <a:bodyPr vert="horz" wrap="square" lIns="0" tIns="0" rIns="0" bIns="0" rtlCol="0" anchor="b">
            <a:noAutofit/>
          </a:bodyPr>
          <a:lstStyle>
            <a:lvl1pPr>
              <a:defRPr sz="2933"/>
            </a:lvl1pPr>
          </a:lstStyle>
          <a:p>
            <a:r>
              <a:rPr lang="en-US"/>
              <a:t>Click to add title</a:t>
            </a:r>
          </a:p>
        </p:txBody>
      </p:sp>
      <p:grpSp>
        <p:nvGrpSpPr>
          <p:cNvPr id="30" name="Group 29"/>
          <p:cNvGrpSpPr/>
          <p:nvPr userDrawn="1"/>
        </p:nvGrpSpPr>
        <p:grpSpPr>
          <a:xfrm>
            <a:off x="1" y="6293131"/>
            <a:ext cx="12192000" cy="564868"/>
            <a:chOff x="1" y="4719848"/>
            <a:chExt cx="9144000" cy="423651"/>
          </a:xfrm>
        </p:grpSpPr>
        <p:sp>
          <p:nvSpPr>
            <p:cNvPr id="31" name="Rectangle 30">
              <a:extLst>
                <a:ext uri="{FF2B5EF4-FFF2-40B4-BE49-F238E27FC236}">
                  <a16:creationId xmlns:a16="http://schemas.microsoft.com/office/drawing/2014/main" id="{7869CE8E-457C-2B44-A3C4-2AA4AC6914BD}"/>
                </a:ext>
              </a:extLst>
            </p:cNvPr>
            <p:cNvSpPr/>
            <p:nvPr userDrawn="1"/>
          </p:nvSpPr>
          <p:spPr>
            <a:xfrm>
              <a:off x="1" y="4719848"/>
              <a:ext cx="9144000" cy="423651"/>
            </a:xfrm>
            <a:prstGeom prst="rect">
              <a:avLst/>
            </a:prstGeom>
            <a:solidFill>
              <a:srgbClr val="17171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pic>
          <p:nvPicPr>
            <p:cNvPr id="32"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4687" t="37615" r="4486" b="37322"/>
            <a:stretch/>
          </p:blipFill>
          <p:spPr>
            <a:xfrm>
              <a:off x="7546975" y="4838700"/>
              <a:ext cx="1220282" cy="202034"/>
            </a:xfrm>
            <a:prstGeom prst="rect">
              <a:avLst/>
            </a:prstGeom>
          </p:spPr>
        </p:pic>
      </p:grpSp>
      <p:sp>
        <p:nvSpPr>
          <p:cNvPr id="38" name="Date Placeholder 2"/>
          <p:cNvSpPr>
            <a:spLocks noGrp="1"/>
          </p:cNvSpPr>
          <p:nvPr>
            <p:ph type="dt" sz="half" idx="10"/>
          </p:nvPr>
        </p:nvSpPr>
        <p:spPr>
          <a:xfrm>
            <a:off x="8336281" y="6514011"/>
            <a:ext cx="1482051" cy="123111"/>
          </a:xfrm>
          <a:prstGeom prst="rect">
            <a:avLst/>
          </a:prstGeom>
        </p:spPr>
        <p:txBody>
          <a:bodyPr/>
          <a:lstStyle>
            <a:lvl1pPr>
              <a:defRPr sz="800">
                <a:solidFill>
                  <a:schemeClr val="bg1"/>
                </a:solidFill>
                <a:latin typeface="Calibri Light" panose="020F0302020204030204" pitchFamily="34" charset="0"/>
                <a:ea typeface="+mn-ea"/>
                <a:cs typeface="+mn-cs"/>
                <a:sym typeface="+mn-lt"/>
              </a:defRPr>
            </a:lvl1pPr>
          </a:lstStyle>
          <a:p>
            <a:endParaRPr lang="en-US"/>
          </a:p>
        </p:txBody>
      </p:sp>
      <p:sp>
        <p:nvSpPr>
          <p:cNvPr id="39" name="TextBox 38"/>
          <p:cNvSpPr txBox="1"/>
          <p:nvPr userDrawn="1"/>
        </p:nvSpPr>
        <p:spPr>
          <a:xfrm>
            <a:off x="5888569" y="6514012"/>
            <a:ext cx="414867" cy="123111"/>
          </a:xfrm>
          <a:prstGeom prst="rect">
            <a:avLst/>
          </a:prstGeom>
          <a:noFill/>
        </p:spPr>
        <p:txBody>
          <a:bodyPr wrap="square" lIns="0" tIns="0" rIns="0" bIns="0" rtlCol="0" anchor="b">
            <a:spAutoFit/>
          </a:bodyPr>
          <a:lstStyle/>
          <a:p>
            <a:pPr marL="0" marR="0" indent="0" algn="ctr" defTabSz="609555" rtl="0" eaLnBrk="1" fontAlgn="auto" latinLnBrk="0" hangingPunct="1">
              <a:lnSpc>
                <a:spcPct val="100000"/>
              </a:lnSpc>
              <a:spcBef>
                <a:spcPts val="0"/>
              </a:spcBef>
              <a:spcAft>
                <a:spcPts val="0"/>
              </a:spcAft>
              <a:buClrTx/>
              <a:buSzTx/>
              <a:buFontTx/>
              <a:buNone/>
              <a:tabLst/>
              <a:defRPr/>
            </a:pPr>
            <a:fld id="{DFCF27A5-1A5B-48D3-A060-2758FFBB1ADD}" type="slidenum">
              <a:rPr lang="en-US" sz="800" kern="1200" smtClean="0">
                <a:solidFill>
                  <a:schemeClr val="bg1"/>
                </a:solidFill>
                <a:latin typeface="Calibri Light" panose="020F0302020204030204" pitchFamily="34" charset="0"/>
                <a:ea typeface="+mn-ea"/>
                <a:cs typeface="+mn-cs"/>
                <a:sym typeface="Trebuchet MS" panose="020B0603020202020204" pitchFamily="34" charset="0"/>
              </a:rPr>
              <a:pPr marL="0" marR="0" indent="0" algn="ctr" defTabSz="609555" rtl="0" eaLnBrk="1" fontAlgn="auto" latinLnBrk="0" hangingPunct="1">
                <a:lnSpc>
                  <a:spcPct val="100000"/>
                </a:lnSpc>
                <a:spcBef>
                  <a:spcPts val="0"/>
                </a:spcBef>
                <a:spcAft>
                  <a:spcPts val="0"/>
                </a:spcAft>
                <a:buClrTx/>
                <a:buSzTx/>
                <a:buFontTx/>
                <a:buNone/>
                <a:tabLst/>
                <a:defRPr/>
              </a:pPr>
              <a:t>‹#›</a:t>
            </a:fld>
            <a:endParaRPr lang="en-US" sz="800" kern="1200">
              <a:solidFill>
                <a:schemeClr val="bg1"/>
              </a:solidFill>
              <a:latin typeface="Calibri Light" panose="020F0302020204030204" pitchFamily="34" charset="0"/>
              <a:ea typeface="+mn-ea"/>
              <a:cs typeface="+mn-cs"/>
              <a:sym typeface="Trebuchet MS" panose="020B0603020202020204" pitchFamily="34" charset="0"/>
            </a:endParaRPr>
          </a:p>
        </p:txBody>
      </p:sp>
      <p:sp>
        <p:nvSpPr>
          <p:cNvPr id="40" name="Content Placeholder 2"/>
          <p:cNvSpPr>
            <a:spLocks noGrp="1"/>
          </p:cNvSpPr>
          <p:nvPr>
            <p:ph idx="1"/>
          </p:nvPr>
        </p:nvSpPr>
        <p:spPr>
          <a:xfrm>
            <a:off x="457201" y="1576553"/>
            <a:ext cx="11277603" cy="4351283"/>
          </a:xfrm>
        </p:spPr>
        <p:txBody>
          <a:bodyPr lIns="0" tIns="0" rIns="0" bIns="0"/>
          <a:lstStyle>
            <a:lvl1pPr marL="231632" indent="-231632">
              <a:lnSpc>
                <a:spcPct val="100000"/>
              </a:lnSpc>
              <a:spcBef>
                <a:spcPts val="1000"/>
              </a:spcBef>
              <a:spcAft>
                <a:spcPts val="0"/>
              </a:spcAft>
              <a:buClr>
                <a:schemeClr val="accent6"/>
              </a:buClr>
              <a:buFont typeface="Arial" panose="020B0604020202020204" pitchFamily="34" charset="0"/>
              <a:buChar char="•"/>
              <a:defRPr sz="2133" b="0">
                <a:solidFill>
                  <a:schemeClr val="tx1"/>
                </a:solidFill>
              </a:defRPr>
            </a:lvl1pPr>
            <a:lvl2pPr marL="768039" indent="-219440">
              <a:lnSpc>
                <a:spcPct val="100000"/>
              </a:lnSpc>
              <a:spcBef>
                <a:spcPts val="500"/>
              </a:spcBef>
              <a:spcAft>
                <a:spcPts val="0"/>
              </a:spcAft>
              <a:buClr>
                <a:schemeClr val="tx1"/>
              </a:buClr>
              <a:buFont typeface="Montserrat Light" panose="00000400000000000000" pitchFamily="2" charset="0"/>
              <a:buChar char="–"/>
              <a:defRPr sz="2133" b="0">
                <a:solidFill>
                  <a:schemeClr val="tx1"/>
                </a:solidFill>
              </a:defRPr>
            </a:lvl2pPr>
            <a:lvl3pPr marL="999670" indent="-231632">
              <a:lnSpc>
                <a:spcPct val="100000"/>
              </a:lnSpc>
              <a:spcBef>
                <a:spcPts val="500"/>
              </a:spcBef>
              <a:spcAft>
                <a:spcPts val="0"/>
              </a:spcAft>
              <a:buClr>
                <a:schemeClr val="tx1"/>
              </a:buClr>
              <a:buFont typeface="Wingdings" panose="05000000000000000000" pitchFamily="2" charset="2"/>
              <a:buChar char="§"/>
              <a:defRPr sz="1867" b="0">
                <a:solidFill>
                  <a:schemeClr val="tx1"/>
                </a:solidFill>
              </a:defRPr>
            </a:lvl3pPr>
            <a:lvl4pPr marL="1145962" indent="-256014">
              <a:lnSpc>
                <a:spcPct val="100000"/>
              </a:lnSpc>
              <a:spcBef>
                <a:spcPts val="500"/>
              </a:spcBef>
              <a:spcAft>
                <a:spcPts val="0"/>
              </a:spcAft>
              <a:buClr>
                <a:schemeClr val="tx1"/>
              </a:buClr>
              <a:buFont typeface="Courier New" panose="02070309020205020404" pitchFamily="49" charset="0"/>
              <a:buChar char="o"/>
              <a:defRPr sz="1867" b="0">
                <a:solidFill>
                  <a:schemeClr val="tx1"/>
                </a:solidFill>
              </a:defRPr>
            </a:lvl4pPr>
            <a:lvl5pPr marL="1377594" indent="-219440">
              <a:lnSpc>
                <a:spcPct val="100000"/>
              </a:lnSpc>
              <a:spcBef>
                <a:spcPts val="500"/>
              </a:spcBef>
              <a:spcAft>
                <a:spcPts val="0"/>
              </a:spcAft>
              <a:buClr>
                <a:schemeClr val="tx1"/>
              </a:buClr>
              <a:buFont typeface="Arial" panose="020B0604020202020204" pitchFamily="34" charset="0"/>
              <a:buChar char="•"/>
              <a:defRPr sz="1867" b="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260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1325405623"/>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90" y="1590"/>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a:xfrm>
            <a:off x="2" y="2"/>
            <a:ext cx="158751" cy="158751"/>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err="1">
              <a:solidFill>
                <a:schemeClr val="bg1"/>
              </a:solidFill>
              <a:latin typeface="Arial" panose="020B0604020202020204" pitchFamily="34" charset="0"/>
              <a:ea typeface="+mj-ea"/>
              <a:cs typeface="+mj-cs"/>
              <a:sym typeface="Arial" panose="020B0604020202020204" pitchFamily="34"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232728"/>
            <a:ext cx="10287000"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03052"/>
            <a:ext cx="10287000" cy="246221"/>
          </a:xfrm>
          <a:prstGeom prst="rect">
            <a:avLst/>
          </a:prstGeom>
        </p:spPr>
        <p:txBody>
          <a:bodyPr vert="horz" wrap="square" lIns="0" tIns="0" rIns="0" bIns="0" rtlCol="0">
            <a:spAutoFit/>
          </a:bodyPr>
          <a:lstStyle>
            <a:lvl1pPr>
              <a:defRPr lang="en-US" sz="1600"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5933252" y="6498756"/>
            <a:ext cx="325501" cy="138499"/>
          </a:xfrm>
          <a:prstGeom prst="rect">
            <a:avLst/>
          </a:prstGeom>
          <a:noFill/>
          <a:ln w="9525" algn="ctr">
            <a:noFill/>
            <a:miter lim="800000"/>
            <a:headEnd/>
            <a:tailEnd/>
          </a:ln>
          <a:effectLst/>
        </p:spPr>
        <p:txBody>
          <a:bodyPr wrap="square" lIns="0" tIns="0" rIns="0" bIns="0" anchor="b">
            <a:spAutoFit/>
          </a:bodyPr>
          <a:lstStyle/>
          <a:p>
            <a:pPr algn="ctr" defTabSz="610714"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ctr" defTabSz="610714"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12" name="5. Source" hidden="1">
            <a:extLst>
              <a:ext uri="{FF2B5EF4-FFF2-40B4-BE49-F238E27FC236}">
                <a16:creationId xmlns:a16="http://schemas.microsoft.com/office/drawing/2014/main" id="{B775EC72-DF08-4044-A10D-D71F98FE4E5E}"/>
              </a:ext>
            </a:extLst>
          </p:cNvPr>
          <p:cNvSpPr txBox="1"/>
          <p:nvPr userDrawn="1">
            <p:custDataLst>
              <p:tags r:id="rId6"/>
            </p:custDataLst>
          </p:nvPr>
        </p:nvSpPr>
        <p:spPr>
          <a:xfrm>
            <a:off x="554738" y="6498757"/>
            <a:ext cx="4295076"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spcBef>
                <a:spcPts val="0"/>
              </a:spcBef>
              <a:spcAft>
                <a:spcPts val="0"/>
              </a:spcAft>
            </a:pPr>
            <a:r>
              <a:rPr lang="en-US" sz="800"/>
              <a:t>Source: …</a:t>
            </a:r>
          </a:p>
        </p:txBody>
      </p:sp>
    </p:spTree>
    <p:extLst>
      <p:ext uri="{BB962C8B-B14F-4D97-AF65-F5344CB8AC3E}">
        <p14:creationId xmlns:p14="http://schemas.microsoft.com/office/powerpoint/2010/main" val="3424637357"/>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020731370"/>
      </p:ext>
    </p:extLst>
  </p:cSld>
  <p:clrMapOvr>
    <a:masterClrMapping/>
  </p:clrMapOvr>
  <p:extLst>
    <p:ext uri="{DCECCB84-F9BA-43D5-87BE-67443E8EF086}">
      <p15:sldGuideLst xmlns:p15="http://schemas.microsoft.com/office/powerpoint/2012/main"/>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6D0E068-107B-47D9-A7EB-87F75C8B477A}"/>
              </a:ext>
            </a:extLst>
          </p:cNvPr>
          <p:cNvSpPr>
            <a:spLocks noGrp="1"/>
          </p:cNvSpPr>
          <p:nvPr>
            <p:ph type="dt" sz="half" idx="10"/>
          </p:nvPr>
        </p:nvSpPr>
        <p:spPr/>
        <p:txBody>
          <a:bodyPr/>
          <a:lstStyle/>
          <a:p>
            <a:pPr defTabSz="609570">
              <a:defRPr/>
            </a:pPr>
            <a:endParaRPr lang="en-US">
              <a:solidFill>
                <a:srgbClr val="171717">
                  <a:tint val="75000"/>
                </a:srgbClr>
              </a:solidFill>
            </a:endParaRPr>
          </a:p>
        </p:txBody>
      </p:sp>
      <p:sp>
        <p:nvSpPr>
          <p:cNvPr id="6" name="Slide Number Placeholder 5">
            <a:extLst>
              <a:ext uri="{FF2B5EF4-FFF2-40B4-BE49-F238E27FC236}">
                <a16:creationId xmlns:a16="http://schemas.microsoft.com/office/drawing/2014/main" id="{919AEA39-5E22-46D3-91BD-460976401ABC}"/>
              </a:ext>
            </a:extLst>
          </p:cNvPr>
          <p:cNvSpPr>
            <a:spLocks noGrp="1"/>
          </p:cNvSpPr>
          <p:nvPr>
            <p:ph type="sldNum" sz="quarter" idx="12"/>
          </p:nvPr>
        </p:nvSpPr>
        <p:spPr/>
        <p:txBody>
          <a:body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2" name="Slide Number Placeholder 5">
            <a:extLst>
              <a:ext uri="{FF2B5EF4-FFF2-40B4-BE49-F238E27FC236}">
                <a16:creationId xmlns:a16="http://schemas.microsoft.com/office/drawing/2014/main" id="{C2CC0855-9B07-490F-A215-5370D2F4E255}"/>
              </a:ext>
            </a:extLst>
          </p:cNvPr>
          <p:cNvSpPr txBox="1">
            <a:spLocks/>
          </p:cNvSpPr>
          <p:nvPr userDrawn="1"/>
        </p:nvSpPr>
        <p:spPr>
          <a:xfrm>
            <a:off x="5869051" y="6677398"/>
            <a:ext cx="419556" cy="192361"/>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609570" rtl="0" eaLnBrk="1" fontAlgn="auto" latinLnBrk="0" hangingPunct="1">
              <a:lnSpc>
                <a:spcPct val="100000"/>
              </a:lnSpc>
              <a:spcBef>
                <a:spcPts val="0"/>
              </a:spcBef>
              <a:spcAft>
                <a:spcPts val="0"/>
              </a:spcAft>
              <a:buClrTx/>
              <a:buSzTx/>
              <a:buFont typeface="+mj-lt"/>
              <a:buNone/>
              <a:tabLst/>
              <a:defRPr/>
            </a:pPr>
            <a:fld id="{7D18A8FE-DFC8-4843-AEF2-DE4DB0CF7D65}" type="slidenum">
              <a:rPr kumimoji="0" lang="en-US" sz="800" b="0" i="0" u="none" strike="noStrike" kern="1200" cap="none" spc="0" normalizeH="0" baseline="0" noProof="0" smtClean="0">
                <a:ln>
                  <a:noFill/>
                </a:ln>
                <a:solidFill>
                  <a:srgbClr val="171717"/>
                </a:solidFill>
                <a:effectLst/>
                <a:uLnTx/>
                <a:uFillTx/>
                <a:latin typeface="Arial" panose="020B0604020202020204"/>
                <a:ea typeface="+mn-ea"/>
                <a:cs typeface="+mn-cs"/>
              </a:rPr>
              <a:pPr marL="0" marR="0" lvl="0" indent="0" algn="ctr" defTabSz="609570" rtl="0" eaLnBrk="1" fontAlgn="auto" latinLnBrk="0" hangingPunct="1">
                <a:lnSpc>
                  <a:spcPct val="100000"/>
                </a:lnSpc>
                <a:spcBef>
                  <a:spcPts val="0"/>
                </a:spcBef>
                <a:spcAft>
                  <a:spcPts val="0"/>
                </a:spcAft>
                <a:buClrTx/>
                <a:buSzTx/>
                <a:buFont typeface="+mj-lt"/>
                <a:buNone/>
                <a:tabLst/>
                <a:defRPr/>
              </a:pPr>
              <a:t>‹#›</a:t>
            </a:fld>
            <a:endParaRPr kumimoji="0" lang="en-US" sz="800" b="0" i="0" u="none" strike="noStrike" kern="1200" cap="none" spc="0" normalizeH="0" baseline="0" noProof="0">
              <a:ln>
                <a:noFill/>
              </a:ln>
              <a:solidFill>
                <a:srgbClr val="171717"/>
              </a:solidFill>
              <a:effectLst/>
              <a:uLnTx/>
              <a:uFillTx/>
              <a:latin typeface="Arial" panose="020B0604020202020204"/>
              <a:ea typeface="+mn-ea"/>
              <a:cs typeface="+mn-cs"/>
            </a:endParaRPr>
          </a:p>
        </p:txBody>
      </p:sp>
    </p:spTree>
    <p:extLst>
      <p:ext uri="{BB962C8B-B14F-4D97-AF65-F5344CB8AC3E}">
        <p14:creationId xmlns:p14="http://schemas.microsoft.com/office/powerpoint/2010/main" val="354041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E2EAE-13C5-4DA1-A405-2971755C5CC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96B9A-B117-4765-9F18-34E9A4DDFEE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16573B31-A726-437E-B7A5-1C0031D86C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22F4E7-1961-47FB-9B3E-B3A9528B9782}"/>
              </a:ext>
            </a:extLst>
          </p:cNvPr>
          <p:cNvSpPr>
            <a:spLocks noGrp="1"/>
          </p:cNvSpPr>
          <p:nvPr>
            <p:ph type="sldNum" sz="quarter" idx="12"/>
          </p:nvPr>
        </p:nvSpPr>
        <p:spPr/>
        <p:txBody>
          <a:bodyPr/>
          <a:lstStyle/>
          <a:p>
            <a:fld id="{BB6ED9C7-1994-4284-ADA6-9FD3A0A890A5}" type="slidenum">
              <a:rPr lang="en-US" smtClean="0"/>
              <a:t>‹#›</a:t>
            </a:fld>
            <a:endParaRPr lang="en-US"/>
          </a:p>
        </p:txBody>
      </p:sp>
    </p:spTree>
    <p:extLst>
      <p:ext uri="{BB962C8B-B14F-4D97-AF65-F5344CB8AC3E}">
        <p14:creationId xmlns:p14="http://schemas.microsoft.com/office/powerpoint/2010/main" val="54302816"/>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Date Placeholder 8">
            <a:extLst>
              <a:ext uri="{FF2B5EF4-FFF2-40B4-BE49-F238E27FC236}">
                <a16:creationId xmlns:a16="http://schemas.microsoft.com/office/drawing/2014/main" id="{177EA1DE-E84A-4B2D-BC72-1B70F05294FE}"/>
              </a:ext>
            </a:extLst>
          </p:cNvPr>
          <p:cNvSpPr>
            <a:spLocks noGrp="1"/>
          </p:cNvSpPr>
          <p:nvPr>
            <p:ph type="dt" sz="half" idx="10"/>
          </p:nvPr>
        </p:nvSpPr>
        <p:spPr/>
        <p:txBody>
          <a:bodyPr/>
          <a:lstStyle/>
          <a:p>
            <a:endParaRPr lang="en-US"/>
          </a:p>
        </p:txBody>
      </p:sp>
      <p:sp>
        <p:nvSpPr>
          <p:cNvPr id="12" name="Footer Placeholder 11">
            <a:extLst>
              <a:ext uri="{FF2B5EF4-FFF2-40B4-BE49-F238E27FC236}">
                <a16:creationId xmlns:a16="http://schemas.microsoft.com/office/drawing/2014/main" id="{A741F0EE-B888-458F-B1B7-57EF2DCF26B6}"/>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0909059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274B4E5A-8641-4161-AD10-B856A2255B4A}"/>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85FC9E9-2041-4EE9-9DEA-7AE33A6E7462}"/>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171925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F7587F9E-0514-400F-A1DF-967B3512BFE7}"/>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6EAAFFC3-7983-47C3-89A0-9BD37DB9C94C}"/>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2862167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A1C2621B-A2CC-4381-A364-E65EE07136B3}"/>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07EDB87-1860-4BCE-AA7A-997BB790E94A}"/>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9266030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06DB3FC5-7125-443E-8684-485123CFC8AF}"/>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7E34032A-52DA-4200-961E-4E476BAAF146}"/>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42574315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D220CA4F-59AE-442D-9572-EA77CAEB422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BFAC733-674A-4117-A7EB-D4D0C65E91B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514524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06D4BD6-EF05-41D5-993A-5A6F847DEF7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7C97F6E-0540-4B39-922C-61DAA1A118CE}"/>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91164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CCC0A504-44BF-40D1-883F-CE8B8C11F76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C095611-268B-456B-ADDB-8A98029E79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21370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34A6204E-EC41-4962-A5D8-0C40DD4DBB3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ECAAE4-6CFA-415B-99B1-74C3CB3A9572}"/>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67094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81FBC310-C87D-4F80-A360-BDAAF1CAC1AE}"/>
              </a:ext>
            </a:extLst>
          </p:cNvPr>
          <p:cNvSpPr>
            <a:spLocks noGrp="1"/>
          </p:cNvSpPr>
          <p:nvPr>
            <p:ph type="dt" sz="half" idx="15"/>
          </p:nvPr>
        </p:nvSpPr>
        <p:spPr/>
        <p:txBody>
          <a:bodyPr/>
          <a:lstStyle/>
          <a:p>
            <a:endParaRPr lang="en-US"/>
          </a:p>
        </p:txBody>
      </p:sp>
      <p:sp>
        <p:nvSpPr>
          <p:cNvPr id="5" name="Footer Placeholder 4">
            <a:extLst>
              <a:ext uri="{FF2B5EF4-FFF2-40B4-BE49-F238E27FC236}">
                <a16:creationId xmlns:a16="http://schemas.microsoft.com/office/drawing/2014/main" id="{C69D0690-7709-4E23-8982-77A49CFFC75E}"/>
              </a:ext>
            </a:extLst>
          </p:cNvPr>
          <p:cNvSpPr>
            <a:spLocks noGrp="1"/>
          </p:cNvSpPr>
          <p:nvPr>
            <p:ph type="ftr" sz="quarter" idx="16"/>
          </p:nvPr>
        </p:nvSpPr>
        <p:spPr/>
        <p:txBody>
          <a:bodyPr/>
          <a:lstStyle/>
          <a:p>
            <a:endParaRPr lang="en-US"/>
          </a:p>
        </p:txBody>
      </p:sp>
    </p:spTree>
    <p:extLst>
      <p:ext uri="{BB962C8B-B14F-4D97-AF65-F5344CB8AC3E}">
        <p14:creationId xmlns:p14="http://schemas.microsoft.com/office/powerpoint/2010/main" val="223103924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3" name="Date Placeholder 2">
            <a:extLst>
              <a:ext uri="{FF2B5EF4-FFF2-40B4-BE49-F238E27FC236}">
                <a16:creationId xmlns:a16="http://schemas.microsoft.com/office/drawing/2014/main" id="{DCBAC311-172D-408D-BDF9-792AC2905B9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7836081C-8134-4BD1-BF16-D324F8322D1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01301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2" name="Date Placeholder 1">
            <a:extLst>
              <a:ext uri="{FF2B5EF4-FFF2-40B4-BE49-F238E27FC236}">
                <a16:creationId xmlns:a16="http://schemas.microsoft.com/office/drawing/2014/main" id="{DC2333AA-2BAB-4126-82DF-3DF1E29A94F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68AD5FEE-B5AD-402B-B2E9-2F6B9E4367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1094849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2" name="Date Placeholder 1">
            <a:extLst>
              <a:ext uri="{FF2B5EF4-FFF2-40B4-BE49-F238E27FC236}">
                <a16:creationId xmlns:a16="http://schemas.microsoft.com/office/drawing/2014/main" id="{7C140565-1318-4AE0-9E36-90F3229F073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A44EA94C-4620-4E7A-8BEE-7031E06E807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234258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1326834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204890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545005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89152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9760993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898319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8193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6254137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844117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5560816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413081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2738934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1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9836693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Graphic 2">
            <a:extLst>
              <a:ext uri="{FF2B5EF4-FFF2-40B4-BE49-F238E27FC236}">
                <a16:creationId xmlns:a16="http://schemas.microsoft.com/office/drawing/2014/main" id="{B1FF74B4-650E-1DF9-6792-7401B206AFE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9734088"/>
      </p:ext>
    </p:extLst>
  </p:cSld>
  <p:clrMapOvr>
    <a:masterClrMapping/>
  </p:clrMapOvr>
  <p:extLst>
    <p:ext uri="{DCECCB84-F9BA-43D5-87BE-67443E8EF086}">
      <p15:sldGuideLst xmlns:p15="http://schemas.microsoft.com/office/powerpoint/2012/main"/>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44880770"/>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66992849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3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53597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652B725-837C-3E50-9417-CA3B860F7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57691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0280"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88EA027-8362-358A-10CE-32F6F5F08CD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025504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36962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EF64109-CB6D-527B-A2B6-3BC78FBE0F8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31373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642808"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77DBC896-C298-998A-3389-17EF67379BB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744509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656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A858F422-8C5D-3295-FB0C-8A42C047D67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34833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2" y="192361"/>
            <a:ext cx="8573679"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A515063-0A6D-542A-5CAF-7DEAE6C04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2596974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47941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E253508A-1B36-6B96-D6B2-2999D8F6253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522610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6055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BC9CEDA8-E21F-B7C9-2C54-C26E1A4E208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126705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5132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5"/>
            <a:ext cx="8451325"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4" name="Graphic 3">
            <a:extLst>
              <a:ext uri="{FF2B5EF4-FFF2-40B4-BE49-F238E27FC236}">
                <a16:creationId xmlns:a16="http://schemas.microsoft.com/office/drawing/2014/main" id="{5F63B67D-C08A-41E5-7BC3-199B481110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7761115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202891"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3" name="Graphic 2">
            <a:extLst>
              <a:ext uri="{FF2B5EF4-FFF2-40B4-BE49-F238E27FC236}">
                <a16:creationId xmlns:a16="http://schemas.microsoft.com/office/drawing/2014/main" id="{09A8DB4B-60FB-9B41-DB0A-8A90E30755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4689176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2" name="Graphic 1">
            <a:extLst>
              <a:ext uri="{FF2B5EF4-FFF2-40B4-BE49-F238E27FC236}">
                <a16:creationId xmlns:a16="http://schemas.microsoft.com/office/drawing/2014/main" id="{C04F6A2B-A520-476A-FC0C-C85CC62535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8375750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2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2" name="Graphic 1">
            <a:extLst>
              <a:ext uri="{FF2B5EF4-FFF2-40B4-BE49-F238E27FC236}">
                <a16:creationId xmlns:a16="http://schemas.microsoft.com/office/drawing/2014/main" id="{3F0255F9-471F-75D3-F528-B6177452B91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4587357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2_Content">
    <p:spTree>
      <p:nvGrpSpPr>
        <p:cNvPr id="1" name=""/>
        <p:cNvGrpSpPr/>
        <p:nvPr/>
      </p:nvGrpSpPr>
      <p:grpSpPr>
        <a:xfrm>
          <a:off x="0" y="0"/>
          <a:ext cx="0" cy="0"/>
          <a:chOff x="0" y="0"/>
          <a:chExt cx="0" cy="0"/>
        </a:xfrm>
      </p:grpSpPr>
      <p:sp>
        <p:nvSpPr>
          <p:cNvPr id="4" name="Content Placeholder 11"/>
          <p:cNvSpPr>
            <a:spLocks noGrp="1"/>
          </p:cNvSpPr>
          <p:nvPr>
            <p:ph sz="quarter" idx="14"/>
          </p:nvPr>
        </p:nvSpPr>
        <p:spPr>
          <a:xfrm>
            <a:off x="609603" y="1128891"/>
            <a:ext cx="10972799" cy="1554272"/>
          </a:xfrm>
          <a:prstGeom prst="rect">
            <a:avLst/>
          </a:prstGeom>
        </p:spPr>
        <p:txBody>
          <a:bodyPr lIns="0" tIns="0" rIns="0" bIns="0"/>
          <a:lstStyle>
            <a:lvl1pPr marL="182870" indent="-182870">
              <a:lnSpc>
                <a:spcPct val="100000"/>
              </a:lnSpc>
              <a:spcBef>
                <a:spcPts val="400"/>
              </a:spcBef>
              <a:defRPr sz="1800">
                <a:solidFill>
                  <a:schemeClr val="tx1"/>
                </a:solidFill>
              </a:defRPr>
            </a:lvl1pPr>
            <a:lvl2pPr marL="365742" indent="-182870">
              <a:lnSpc>
                <a:spcPct val="100000"/>
              </a:lnSpc>
              <a:spcBef>
                <a:spcPts val="400"/>
              </a:spcBef>
              <a:buFont typeface="Liberation Sans" panose="020B0604020202020204" pitchFamily="34" charset="0"/>
              <a:buChar char="–"/>
              <a:defRPr sz="1600">
                <a:solidFill>
                  <a:schemeClr val="tx1"/>
                </a:solidFill>
              </a:defRPr>
            </a:lvl2pPr>
            <a:lvl3pPr marL="548613" indent="-182870">
              <a:lnSpc>
                <a:spcPct val="100000"/>
              </a:lnSpc>
              <a:spcBef>
                <a:spcPts val="400"/>
              </a:spcBef>
              <a:buFont typeface="Courier New" panose="02070309020205020404" pitchFamily="49" charset="0"/>
              <a:buChar char="o"/>
              <a:defRPr sz="1400">
                <a:solidFill>
                  <a:schemeClr val="tx1"/>
                </a:solidFill>
              </a:defRPr>
            </a:lvl3pPr>
            <a:lvl4pPr marL="731484" indent="-182870">
              <a:lnSpc>
                <a:spcPct val="100000"/>
              </a:lnSpc>
              <a:spcBef>
                <a:spcPts val="400"/>
              </a:spcBef>
              <a:buFont typeface="Wingdings" panose="05000000000000000000" pitchFamily="2" charset="2"/>
              <a:buChar char="§"/>
              <a:defRPr sz="1200">
                <a:solidFill>
                  <a:schemeClr val="tx1"/>
                </a:solidFill>
              </a:defRPr>
            </a:lvl4pPr>
            <a:lvl5pPr marL="914354" indent="-182870">
              <a:lnSpc>
                <a:spcPct val="100000"/>
              </a:lnSpc>
              <a:spcBef>
                <a:spcPts val="400"/>
              </a:spcBef>
              <a:buFont typeface="Wingdings" panose="05000000000000000000" pitchFamily="2" charset="2"/>
              <a:buChar char="v"/>
              <a:defRPr sz="11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2744795418"/>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userDrawn="1"/>
        </p:nvSpPr>
        <p:spPr>
          <a:xfrm>
            <a:off x="4686531" y="8875"/>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p:spPr>
        <p:txBody>
          <a:bodyPr lIns="0" tIns="0" rIns="0" bIns="0"/>
          <a:lstStyle>
            <a:lvl1pPr marL="0" indent="0" algn="l">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pic>
        <p:nvPicPr>
          <p:cNvPr id="12" name="Graphic 11">
            <a:extLst>
              <a:ext uri="{FF2B5EF4-FFF2-40B4-BE49-F238E27FC236}">
                <a16:creationId xmlns:a16="http://schemas.microsoft.com/office/drawing/2014/main" id="{1FE1D59E-B23B-EB40-95E5-ED140B58937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p:spPr>
        <p:txBody>
          <a:bodyPr lIns="0" tIns="0" rIns="0" bIns="0" anchor="b"/>
          <a:lstStyle>
            <a:lvl1pPr algn="l">
              <a:defRPr sz="4267"/>
            </a:lvl1pPr>
          </a:lstStyle>
          <a:p>
            <a:r>
              <a:rPr lang="en-US"/>
              <a:t>Click to edit Master title style</a:t>
            </a:r>
          </a:p>
        </p:txBody>
      </p:sp>
    </p:spTree>
    <p:extLst>
      <p:ext uri="{BB962C8B-B14F-4D97-AF65-F5344CB8AC3E}">
        <p14:creationId xmlns:p14="http://schemas.microsoft.com/office/powerpoint/2010/main" val="1010419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8324AB91-2D33-CDCF-ADEE-A4EE075DB57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3011256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3021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6820399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0" name="Rectangle 19">
            <a:extLst>
              <a:ext uri="{FF2B5EF4-FFF2-40B4-BE49-F238E27FC236}">
                <a16:creationId xmlns:a16="http://schemas.microsoft.com/office/drawing/2014/main" id="{3FEA7481-30F1-CC4D-A84F-2128B87986F5}"/>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bjClassifierImageBottom">
            <a:extLst>
              <a:ext uri="{FF2B5EF4-FFF2-40B4-BE49-F238E27FC236}">
                <a16:creationId xmlns:a16="http://schemas.microsoft.com/office/drawing/2014/main" id="{1D8990EA-8C96-4A40-B1FD-742FC607ADC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133767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9" name="Group 8">
            <a:extLst>
              <a:ext uri="{FF2B5EF4-FFF2-40B4-BE49-F238E27FC236}">
                <a16:creationId xmlns:a16="http://schemas.microsoft.com/office/drawing/2014/main" id="{235E8CC7-D4EC-D441-8699-AB07804E984E}"/>
              </a:ext>
            </a:extLst>
          </p:cNvPr>
          <p:cNvGrpSpPr/>
          <p:nvPr userDrawn="1"/>
        </p:nvGrpSpPr>
        <p:grpSpPr>
          <a:xfrm>
            <a:off x="418835" y="6436346"/>
            <a:ext cx="1155965" cy="299525"/>
            <a:chOff x="326826" y="4827265"/>
            <a:chExt cx="866974" cy="224644"/>
          </a:xfrm>
        </p:grpSpPr>
        <p:grpSp>
          <p:nvGrpSpPr>
            <p:cNvPr id="10" name="Group 9">
              <a:extLst>
                <a:ext uri="{FF2B5EF4-FFF2-40B4-BE49-F238E27FC236}">
                  <a16:creationId xmlns:a16="http://schemas.microsoft.com/office/drawing/2014/main" id="{206DCB4D-AC9D-1A4B-A216-E63CF093D9C7}"/>
                </a:ext>
              </a:extLst>
            </p:cNvPr>
            <p:cNvGrpSpPr/>
            <p:nvPr userDrawn="1"/>
          </p:nvGrpSpPr>
          <p:grpSpPr>
            <a:xfrm>
              <a:off x="326826" y="4827265"/>
              <a:ext cx="241691" cy="224644"/>
              <a:chOff x="387151" y="4122415"/>
              <a:chExt cx="241691" cy="224644"/>
            </a:xfrm>
          </p:grpSpPr>
          <p:sp>
            <p:nvSpPr>
              <p:cNvPr id="12" name="Triangle 11">
                <a:extLst>
                  <a:ext uri="{FF2B5EF4-FFF2-40B4-BE49-F238E27FC236}">
                    <a16:creationId xmlns:a16="http://schemas.microsoft.com/office/drawing/2014/main" id="{753E3630-3FBE-6E4C-8743-7FC846DE057D}"/>
                  </a:ext>
                </a:extLst>
              </p:cNvPr>
              <p:cNvSpPr/>
              <p:nvPr userDrawn="1"/>
            </p:nvSpPr>
            <p:spPr>
              <a:xfrm>
                <a:off x="415727" y="4122415"/>
                <a:ext cx="203591" cy="215444"/>
              </a:xfrm>
              <a:prstGeom prs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3" name="TextBox 12">
                <a:extLst>
                  <a:ext uri="{FF2B5EF4-FFF2-40B4-BE49-F238E27FC236}">
                    <a16:creationId xmlns:a16="http://schemas.microsoft.com/office/drawing/2014/main" id="{1CEAEB9D-7ED7-2B40-9B9C-B5B10400E564}"/>
                  </a:ext>
                </a:extLst>
              </p:cNvPr>
              <p:cNvSpPr txBox="1"/>
              <p:nvPr userDrawn="1"/>
            </p:nvSpPr>
            <p:spPr>
              <a:xfrm>
                <a:off x="387151" y="4154650"/>
                <a:ext cx="241691" cy="192409"/>
              </a:xfrm>
              <a:prstGeom prst="rect">
                <a:avLst/>
              </a:prstGeom>
              <a:noFill/>
            </p:spPr>
            <p:txBody>
              <a:bodyPr wrap="square"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1067" b="1" i="0">
                    <a:latin typeface="Arial Black" panose="020B0604020202020204" pitchFamily="34" charset="0"/>
                    <a:cs typeface="Arial Black" panose="020B0604020202020204" pitchFamily="34" charset="0"/>
                  </a:rPr>
                  <a:t>C</a:t>
                </a:r>
                <a:endParaRPr lang="en-US" sz="2400"/>
              </a:p>
            </p:txBody>
          </p:sp>
        </p:grpSp>
        <p:sp>
          <p:nvSpPr>
            <p:cNvPr id="11" name="TextBox 10">
              <a:extLst>
                <a:ext uri="{FF2B5EF4-FFF2-40B4-BE49-F238E27FC236}">
                  <a16:creationId xmlns:a16="http://schemas.microsoft.com/office/drawing/2014/main" id="{C3B01DB8-B751-024D-89C1-60E454AEDC32}"/>
                </a:ext>
              </a:extLst>
            </p:cNvPr>
            <p:cNvSpPr txBox="1"/>
            <p:nvPr userDrawn="1"/>
          </p:nvSpPr>
          <p:spPr>
            <a:xfrm>
              <a:off x="558601" y="4929481"/>
              <a:ext cx="635199" cy="70741"/>
            </a:xfrm>
            <a:prstGeom prst="rect">
              <a:avLst/>
            </a:prstGeom>
            <a:noFill/>
          </p:spPr>
          <p:txBody>
            <a:bodyPr wrap="square" lIns="0" tIns="0" rIns="0" bIns="0"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613" b="1" i="0">
                  <a:solidFill>
                    <a:schemeClr val="tx2"/>
                  </a:solidFill>
                  <a:latin typeface="Arial" panose="020B0604020202020204" pitchFamily="34" charset="0"/>
                  <a:cs typeface="Arial" panose="020B0604020202020204" pitchFamily="34" charset="0"/>
                </a:rPr>
                <a:t>Confidential</a:t>
              </a:r>
            </a:p>
          </p:txBody>
        </p:sp>
      </p:gr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pic>
        <p:nvPicPr>
          <p:cNvPr id="37" name="bjClassifierImageBottom">
            <a:extLst>
              <a:ext uri="{FF2B5EF4-FFF2-40B4-BE49-F238E27FC236}">
                <a16:creationId xmlns:a16="http://schemas.microsoft.com/office/drawing/2014/main" id="{D687813F-9E5F-4ECA-87CC-814169C268E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14436444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5" name="Freeform 14">
            <a:extLst>
              <a:ext uri="{FF2B5EF4-FFF2-40B4-BE49-F238E27FC236}">
                <a16:creationId xmlns:a16="http://schemas.microsoft.com/office/drawing/2014/main" id="{A034FCA3-B9CF-4A46-902A-DE88D9E5DFD3}"/>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57B04881-B00D-4BBF-A6CB-22548AB0299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5226310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8" name="Graphic 7">
            <a:extLst>
              <a:ext uri="{FF2B5EF4-FFF2-40B4-BE49-F238E27FC236}">
                <a16:creationId xmlns:a16="http://schemas.microsoft.com/office/drawing/2014/main" id="{8DADC014-5FFE-4A38-82B3-BE10256E645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3623514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4140863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25356831-4BEB-44F2-9E65-83FD3050DF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53261091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D21BF3C7-DC6B-4A9C-9ED7-05041694A530}"/>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86605010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15" name="Rectangle 14">
            <a:extLst>
              <a:ext uri="{FF2B5EF4-FFF2-40B4-BE49-F238E27FC236}">
                <a16:creationId xmlns:a16="http://schemas.microsoft.com/office/drawing/2014/main" id="{7869CE8E-457C-2B44-A3C4-2AA4AC6914BD}"/>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61" name="bjClassifierImageBottom">
            <a:extLst>
              <a:ext uri="{FF2B5EF4-FFF2-40B4-BE49-F238E27FC236}">
                <a16:creationId xmlns:a16="http://schemas.microsoft.com/office/drawing/2014/main" id="{317AD571-EA60-4A5D-8750-0938782DCEF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3361727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36E84A54-8981-4009-9FA8-E3B728371F4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5171598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32077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3" name="Rectangle 12">
            <a:extLst>
              <a:ext uri="{FF2B5EF4-FFF2-40B4-BE49-F238E27FC236}">
                <a16:creationId xmlns:a16="http://schemas.microsoft.com/office/drawing/2014/main" id="{2AB84457-27C7-B64B-B70A-AFA54AC59C9A}"/>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4" name="Graphic 23">
            <a:extLst>
              <a:ext uri="{FF2B5EF4-FFF2-40B4-BE49-F238E27FC236}">
                <a16:creationId xmlns:a16="http://schemas.microsoft.com/office/drawing/2014/main" id="{14B9BF78-85C2-6B49-B262-FE4EC24456B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DengXian" panose="02010600030101010101" pitchFamily="2" charset="-122"/>
                <a:ea typeface="DengXian" panose="02010600030101010101" pitchFamily="2" charset="-122"/>
                <a:cs typeface="Arial" panose="020B0604020202020204" pitchFamily="34" charset="0"/>
              </a:rPr>
              <a:t>Thank you</a:t>
            </a:r>
            <a:endParaRPr lang="en-US" sz="2400">
              <a:latin typeface="DengXian" panose="02010600030101010101" pitchFamily="2" charset="-122"/>
              <a:ea typeface="DengXian" panose="02010600030101010101" pitchFamily="2" charset="-122"/>
            </a:endParaRPr>
          </a:p>
        </p:txBody>
      </p:sp>
    </p:spTree>
    <p:extLst>
      <p:ext uri="{BB962C8B-B14F-4D97-AF65-F5344CB8AC3E}">
        <p14:creationId xmlns:p14="http://schemas.microsoft.com/office/powerpoint/2010/main" val="220105898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type="obj" preserve="1">
  <p:cSld name="Text and Content - Whit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658435522"/>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4" imgW="352" imgH="355" progId="TCLayout.ActiveDocument.1">
                  <p:embed/>
                </p:oleObj>
              </mc:Choice>
              <mc:Fallback>
                <p:oleObj name="think-cell Slide" r:id="rId4" imgW="352" imgH="355" progId="TCLayout.ActiveDocument.1">
                  <p:embed/>
                  <p:pic>
                    <p:nvPicPr>
                      <p:cNvPr id="4" name="Object 3" hidden="1"/>
                      <p:cNvPicPr/>
                      <p:nvPr/>
                    </p:nvPicPr>
                    <p:blipFill>
                      <a:blip r:embed="rId5"/>
                      <a:stretch>
                        <a:fillRect/>
                      </a:stretch>
                    </p:blipFill>
                    <p:spPr>
                      <a:xfrm>
                        <a:off x="1589" y="1589"/>
                        <a:ext cx="1587" cy="1587"/>
                      </a:xfrm>
                      <a:prstGeom prst="rect">
                        <a:avLst/>
                      </a:prstGeom>
                    </p:spPr>
                  </p:pic>
                </p:oleObj>
              </mc:Fallback>
            </mc:AlternateContent>
          </a:graphicData>
        </a:graphic>
      </p:graphicFrame>
      <p:sp>
        <p:nvSpPr>
          <p:cNvPr id="6" name="Rectangle 5" hidden="1"/>
          <p:cNvSpPr/>
          <p:nvPr userDrawn="1">
            <p:custDataLst>
              <p:tags r:id="rId2"/>
            </p:custDataLst>
          </p:nvPr>
        </p:nvSpPr>
        <p:spPr>
          <a:xfrm>
            <a:off x="1" y="1"/>
            <a:ext cx="158751" cy="158751"/>
          </a:xfrm>
          <a:prstGeom prst="rect">
            <a:avLst/>
          </a:prstGeom>
          <a:solidFill>
            <a:schemeClr val="accent1"/>
          </a:solidFill>
          <a:ln w="6350" cap="flat" cmpd="sng" algn="ctr">
            <a:noFill/>
            <a:prstDash val="solid"/>
            <a:round/>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lvl="0" indent="0" algn="ctr" eaLnBrk="1">
              <a:lnSpc>
                <a:spcPct val="90000"/>
              </a:lnSpc>
              <a:spcBef>
                <a:spcPct val="0"/>
              </a:spcBef>
              <a:spcAft>
                <a:spcPct val="0"/>
              </a:spcAft>
            </a:pPr>
            <a:endParaRPr lang="en-US" sz="3200" b="0" i="0" kern="600" spc="31" baseline="0">
              <a:latin typeface="Arial Narrow" panose="020B0606020202030204" pitchFamily="34" charset="0"/>
              <a:ea typeface="+mj-ea"/>
              <a:cs typeface="+mj-cs"/>
              <a:sym typeface="Arial Narrow" panose="020B0606020202030204" pitchFamily="34" charset="0"/>
            </a:endParaRPr>
          </a:p>
        </p:txBody>
      </p:sp>
      <p:sp>
        <p:nvSpPr>
          <p:cNvPr id="2" name="Title 1"/>
          <p:cNvSpPr>
            <a:spLocks noGrp="1"/>
          </p:cNvSpPr>
          <p:nvPr>
            <p:ph type="title" hasCustomPrompt="1"/>
          </p:nvPr>
        </p:nvSpPr>
        <p:spPr>
          <a:xfrm>
            <a:off x="619547" y="446260"/>
            <a:ext cx="10962696" cy="1076155"/>
          </a:xfrm>
        </p:spPr>
        <p:txBody>
          <a:bodyPr/>
          <a:lstStyle>
            <a:lvl1pPr>
              <a:defRPr>
                <a:latin typeface="+mj-lt"/>
                <a:sym typeface="+mj-lt"/>
              </a:defRPr>
            </a:lvl1pPr>
          </a:lstStyle>
          <a:p>
            <a:r>
              <a:rPr lang="en-US"/>
              <a:t>&lt;Title &amp; content layout&gt;</a:t>
            </a:r>
          </a:p>
        </p:txBody>
      </p:sp>
      <p:sp>
        <p:nvSpPr>
          <p:cNvPr id="3" name="Content Placeholder 2"/>
          <p:cNvSpPr>
            <a:spLocks noGrp="1"/>
          </p:cNvSpPr>
          <p:nvPr>
            <p:ph idx="1"/>
          </p:nvPr>
        </p:nvSpPr>
        <p:spPr>
          <a:xfrm>
            <a:off x="619544" y="1853401"/>
            <a:ext cx="10963491" cy="4290227"/>
          </a:xfrm>
        </p:spPr>
        <p:txBody>
          <a:bodyPr/>
          <a:lstStyle>
            <a:lvl1pPr>
              <a:spcBef>
                <a:spcPts val="10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eacon_IFL_grey RGB 1.6.png"/>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9826834" y="6177223"/>
            <a:ext cx="1435981" cy="511435"/>
          </a:xfrm>
          <a:prstGeom prst="rect">
            <a:avLst/>
          </a:prstGeom>
        </p:spPr>
      </p:pic>
      <p:sp>
        <p:nvSpPr>
          <p:cNvPr id="11" name="TextBox 10"/>
          <p:cNvSpPr txBox="1"/>
          <p:nvPr userDrawn="1"/>
        </p:nvSpPr>
        <p:spPr>
          <a:xfrm>
            <a:off x="11262815" y="6433585"/>
            <a:ext cx="372540" cy="289247"/>
          </a:xfrm>
          <a:prstGeom prst="rect">
            <a:avLst/>
          </a:prstGeom>
        </p:spPr>
        <p:txBody>
          <a:bodyPr vert="horz" lIns="0" tIns="0" rIns="0" bIns="0" rtlCol="0" anchor="t" anchorCtr="0"/>
          <a:lstStyle>
            <a:defPPr>
              <a:defRPr lang="en-US"/>
            </a:defPPr>
            <a:lvl1pPr algn="r" defTabSz="457200">
              <a:defRPr sz="900" kern="600" spc="10">
                <a:solidFill>
                  <a:srgbClr val="37424A"/>
                </a:solidFill>
                <a:latin typeface="Arial Narrow"/>
              </a:defRPr>
            </a:lvl1pPr>
          </a:lstStyle>
          <a:p>
            <a:fld id="{DFCF27A5-1A5B-48D3-A060-2758FFBB1ADD}" type="slidenum">
              <a:rPr lang="en-US" sz="900" smtClean="0">
                <a:sym typeface="Trebuchet MS" panose="020B0603020202020204" pitchFamily="34" charset="0"/>
              </a:rPr>
              <a:pPr/>
              <a:t>‹#›</a:t>
            </a:fld>
            <a:endParaRPr lang="en-US" sz="900">
              <a:sym typeface="Trebuchet MS" panose="020B0603020202020204" pitchFamily="34" charset="0"/>
            </a:endParaRPr>
          </a:p>
        </p:txBody>
      </p:sp>
      <p:sp>
        <p:nvSpPr>
          <p:cNvPr id="5" name="Footer Placeholder 4"/>
          <p:cNvSpPr>
            <a:spLocks noGrp="1"/>
          </p:cNvSpPr>
          <p:nvPr>
            <p:ph type="ftr" sz="quarter" idx="11"/>
          </p:nvPr>
        </p:nvSpPr>
        <p:spPr>
          <a:xfrm>
            <a:off x="619547" y="6433582"/>
            <a:ext cx="3860800" cy="272020"/>
          </a:xfrm>
          <a:prstGeom prst="rect">
            <a:avLst/>
          </a:prstGeom>
        </p:spPr>
        <p:txBody>
          <a:bodyPr/>
          <a:lstStyle>
            <a:lvl1pPr>
              <a:defRPr>
                <a:solidFill>
                  <a:srgbClr val="000000"/>
                </a:solidFill>
              </a:defRPr>
            </a:lvl1pPr>
          </a:lstStyle>
          <a:p>
            <a:endParaRPr lang="en-US"/>
          </a:p>
        </p:txBody>
      </p:sp>
      <p:pic>
        <p:nvPicPr>
          <p:cNvPr id="268" name="bjClassifierImageBottom">
            <a:extLst>
              <a:ext uri="{FF2B5EF4-FFF2-40B4-BE49-F238E27FC236}">
                <a16:creationId xmlns:a16="http://schemas.microsoft.com/office/drawing/2014/main" id="{53B0D29D-E83E-424D-A1DC-1A737B801E2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3500" y="6468337"/>
            <a:ext cx="792549" cy="326164"/>
          </a:xfrm>
          <a:prstGeom prst="rect">
            <a:avLst/>
          </a:prstGeom>
        </p:spPr>
      </p:pic>
    </p:spTree>
    <p:extLst>
      <p:ext uri="{BB962C8B-B14F-4D97-AF65-F5344CB8AC3E}">
        <p14:creationId xmlns:p14="http://schemas.microsoft.com/office/powerpoint/2010/main" val="3908649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85783">
              <a:defRPr/>
            </a:pPr>
            <a:endParaRPr lang="en-IN">
              <a:solidFill>
                <a:prstClr val="black">
                  <a:tint val="75000"/>
                </a:prstClr>
              </a:solidFill>
            </a:endParaRPr>
          </a:p>
        </p:txBody>
      </p:sp>
      <p:sp>
        <p:nvSpPr>
          <p:cNvPr id="3" name="Footer Placeholder 2"/>
          <p:cNvSpPr>
            <a:spLocks noGrp="1"/>
          </p:cNvSpPr>
          <p:nvPr>
            <p:ph type="ftr" sz="quarter" idx="11"/>
          </p:nvPr>
        </p:nvSpPr>
        <p:spPr/>
        <p:txBody>
          <a:bodyPr/>
          <a:lstStyle/>
          <a:p>
            <a:pPr defTabSz="685783">
              <a:defRPr/>
            </a:pPr>
            <a:endParaRPr lang="en-IN">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85783">
              <a:defRPr/>
            </a:pPr>
            <a:fld id="{C57AA887-85A7-4CAD-8D10-B378C2E1B4A8}" type="slidenum">
              <a:rPr lang="en-IN" smtClean="0">
                <a:solidFill>
                  <a:prstClr val="black">
                    <a:tint val="75000"/>
                  </a:prstClr>
                </a:solidFill>
              </a:rPr>
              <a:pPr defTabSz="685783">
                <a:defRPr/>
              </a:pPr>
              <a:t>‹#›</a:t>
            </a:fld>
            <a:endParaRPr lang="en-IN">
              <a:solidFill>
                <a:prstClr val="black">
                  <a:tint val="75000"/>
                </a:prstClr>
              </a:solidFill>
            </a:endParaRPr>
          </a:p>
        </p:txBody>
      </p:sp>
    </p:spTree>
    <p:extLst>
      <p:ext uri="{BB962C8B-B14F-4D97-AF65-F5344CB8AC3E}">
        <p14:creationId xmlns:p14="http://schemas.microsoft.com/office/powerpoint/2010/main" val="529763101"/>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4" y="1359587"/>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4"/>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sp>
        <p:nvSpPr>
          <p:cNvPr id="10" name="Slide Number Placeholder 5">
            <a:extLst>
              <a:ext uri="{FF2B5EF4-FFF2-40B4-BE49-F238E27FC236}">
                <a16:creationId xmlns:a16="http://schemas.microsoft.com/office/drawing/2014/main" id="{9CAD874C-4135-2F4B-9AE3-45F976F86B77}"/>
              </a:ext>
            </a:extLst>
          </p:cNvPr>
          <p:cNvSpPr txBox="1">
            <a:spLocks/>
          </p:cNvSpPr>
          <p:nvPr userDrawn="1"/>
        </p:nvSpPr>
        <p:spPr>
          <a:xfrm>
            <a:off x="5888567" y="6454693"/>
            <a:ext cx="414867" cy="273304"/>
          </a:xfrm>
          <a:prstGeom prst="rect">
            <a:avLst/>
          </a:prstGeom>
        </p:spPr>
        <p:txBody>
          <a:bodyPr/>
          <a:lstStyle>
            <a:defPPr>
              <a:defRPr lang="en-US"/>
            </a:defPPr>
            <a:lvl1pPr marL="0" algn="ctr" defTabSz="457200" rtl="0" eaLnBrk="1" latinLnBrk="0" hangingPunct="1">
              <a:defRPr sz="600" kern="1200">
                <a:solidFill>
                  <a:schemeClr val="tx2">
                    <a:lumMod val="10000"/>
                    <a:lumOff val="90000"/>
                  </a:schemeClr>
                </a:solidFill>
                <a:latin typeface="Montserrat" pitchFamily="2" charset="77"/>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23728905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p:cSld name="1_Title and Content">
    <p:bg>
      <p:bgPr>
        <a:solidFill>
          <a:srgbClr val="FFFFFF"/>
        </a:solidFill>
        <a:effectLst/>
      </p:bgPr>
    </p:bg>
    <p:spTree>
      <p:nvGrpSpPr>
        <p:cNvPr id="1" name=""/>
        <p:cNvGrpSpPr/>
        <p:nvPr/>
      </p:nvGrpSpPr>
      <p:grpSpPr>
        <a:xfrm>
          <a:off x="0" y="0"/>
          <a:ext cx="0" cy="0"/>
          <a:chOff x="0" y="0"/>
          <a:chExt cx="0" cy="0"/>
        </a:xfrm>
      </p:grpSpPr>
      <p:sp>
        <p:nvSpPr>
          <p:cNvPr id="2" name="New shape"/>
          <p:cNvSpPr/>
          <p:nvPr/>
        </p:nvSpPr>
        <p:spPr>
          <a:xfrm>
            <a:off x="11032871" y="442849"/>
            <a:ext cx="486029" cy="486029"/>
          </a:xfrm>
          <a:prstGeom prst="ellipse">
            <a:avLst/>
          </a:prstGeom>
          <a:ln w="12700">
            <a:noFill/>
            <a:prstDash val="solid"/>
            <a:miter/>
          </a:ln>
        </p:spPr>
        <p:style>
          <a:lnRef idx="2">
            <a:schemeClr val="accent1">
              <a:shade val="50000"/>
            </a:schemeClr>
          </a:lnRef>
          <a:fillRef idx="1">
            <a:srgbClr val="54B948"/>
          </a:fillRef>
          <a:effectRef idx="0">
            <a:schemeClr val="accent1"/>
          </a:effectRef>
          <a:fontRef idx="minor">
            <a:schemeClr val="lt1"/>
          </a:fontRef>
        </p:style>
        <p:txBody>
          <a:bodyPr lIns="91440" tIns="53340" rIns="91440" bIns="91440" rtlCol="0" anchor="ctr"/>
          <a:lstStyle>
            <a:defPPr/>
          </a:lstStyle>
          <a:p>
            <a:endParaRPr/>
          </a:p>
        </p:txBody>
      </p:sp>
      <p:sp>
        <p:nvSpPr>
          <p:cNvPr id="3" name="New shape"/>
          <p:cNvSpPr/>
          <p:nvPr/>
        </p:nvSpPr>
        <p:spPr>
          <a:xfrm>
            <a:off x="0" y="442849"/>
            <a:ext cx="254254" cy="486029"/>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4" name="New picture"/>
          <p:cNvPicPr/>
          <p:nvPr/>
        </p:nvPicPr>
        <p:blipFill>
          <a:blip r:embed="rId2"/>
          <a:stretch>
            <a:fillRect/>
          </a:stretch>
        </p:blipFill>
        <p:spPr>
          <a:xfrm>
            <a:off x="0" y="442849"/>
            <a:ext cx="254254" cy="486029"/>
          </a:xfrm>
          <a:prstGeom prst="rect">
            <a:avLst/>
          </a:prstGeom>
        </p:spPr>
      </p:pic>
      <p:sp>
        <p:nvSpPr>
          <p:cNvPr id="5" name="New shape"/>
          <p:cNvSpPr/>
          <p:nvPr/>
        </p:nvSpPr>
        <p:spPr>
          <a:xfrm>
            <a:off x="11698224" y="446405"/>
            <a:ext cx="493649" cy="475361"/>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6" name="New picture"/>
          <p:cNvPicPr/>
          <p:nvPr/>
        </p:nvPicPr>
        <p:blipFill>
          <a:blip r:embed="rId3"/>
          <a:stretch>
            <a:fillRect/>
          </a:stretch>
        </p:blipFill>
        <p:spPr>
          <a:xfrm>
            <a:off x="11698224" y="446405"/>
            <a:ext cx="493649" cy="475361"/>
          </a:xfrm>
          <a:prstGeom prst="rect">
            <a:avLst/>
          </a:prstGeom>
        </p:spPr>
      </p:pic>
      <p:sp>
        <p:nvSpPr>
          <p:cNvPr id="7" name="New shape"/>
          <p:cNvSpPr/>
          <p:nvPr/>
        </p:nvSpPr>
        <p:spPr>
          <a:xfrm>
            <a:off x="9961499" y="6374892"/>
            <a:ext cx="2143125" cy="352425"/>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8" name="New picture"/>
          <p:cNvPicPr/>
          <p:nvPr/>
        </p:nvPicPr>
        <p:blipFill>
          <a:blip r:embed="rId4"/>
          <a:stretch>
            <a:fillRect/>
          </a:stretch>
        </p:blipFill>
        <p:spPr>
          <a:xfrm>
            <a:off x="9961499" y="6374892"/>
            <a:ext cx="2143125" cy="352425"/>
          </a:xfrm>
          <a:prstGeom prst="rect">
            <a:avLst/>
          </a:prstGeom>
        </p:spPr>
      </p:pic>
    </p:spTree>
    <p:extLst>
      <p:ext uri="{BB962C8B-B14F-4D97-AF65-F5344CB8AC3E}">
        <p14:creationId xmlns:p14="http://schemas.microsoft.com/office/powerpoint/2010/main" val="7192352"/>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p:nvSpPr>
        <p:spPr>
          <a:xfrm>
            <a:off x="4686532" y="2"/>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a:stretch>
              <a:fillRect l="-12786" r="-12936" b="-62774"/>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0" name="Graphic 9">
            <a:extLst>
              <a:ext uri="{FF2B5EF4-FFF2-40B4-BE49-F238E27FC236}">
                <a16:creationId xmlns:a16="http://schemas.microsoft.com/office/drawing/2014/main" id="{AA79048B-771A-954F-BBD9-F77599C8B3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5027457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6.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64196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78" indent="0">
              <a:buNone/>
              <a:defRPr sz="2000">
                <a:solidFill>
                  <a:schemeClr val="tx1">
                    <a:tint val="75000"/>
                  </a:schemeClr>
                </a:solidFill>
              </a:defRPr>
            </a:lvl2pPr>
            <a:lvl3pPr marL="914354" indent="0">
              <a:buNone/>
              <a:defRPr sz="1800">
                <a:solidFill>
                  <a:schemeClr val="tx1">
                    <a:tint val="75000"/>
                  </a:schemeClr>
                </a:solidFill>
              </a:defRPr>
            </a:lvl3pPr>
            <a:lvl4pPr marL="1371532" indent="0">
              <a:buNone/>
              <a:defRPr sz="1600">
                <a:solidFill>
                  <a:schemeClr val="tx1">
                    <a:tint val="75000"/>
                  </a:schemeClr>
                </a:solidFill>
              </a:defRPr>
            </a:lvl4pPr>
            <a:lvl5pPr marL="1828709" indent="0">
              <a:buNone/>
              <a:defRPr sz="1600">
                <a:solidFill>
                  <a:schemeClr val="tx1">
                    <a:tint val="75000"/>
                  </a:schemeClr>
                </a:solidFill>
              </a:defRPr>
            </a:lvl5pPr>
            <a:lvl6pPr marL="2285886" indent="0">
              <a:buNone/>
              <a:defRPr sz="1600">
                <a:solidFill>
                  <a:schemeClr val="tx1">
                    <a:tint val="75000"/>
                  </a:schemeClr>
                </a:solidFill>
              </a:defRPr>
            </a:lvl6pPr>
            <a:lvl7pPr marL="2743062" indent="0">
              <a:buNone/>
              <a:defRPr sz="1600">
                <a:solidFill>
                  <a:schemeClr val="tx1">
                    <a:tint val="75000"/>
                  </a:schemeClr>
                </a:solidFill>
              </a:defRPr>
            </a:lvl7pPr>
            <a:lvl8pPr marL="3200240" indent="0">
              <a:buNone/>
              <a:defRPr sz="1600">
                <a:solidFill>
                  <a:schemeClr val="tx1">
                    <a:tint val="75000"/>
                  </a:schemeClr>
                </a:solidFill>
              </a:defRPr>
            </a:lvl8pPr>
            <a:lvl9pPr marL="3657418"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D3FE0F32-6A39-2143-8C31-4818256ECA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0554749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CE7B9CF3-285F-B546-AEF3-9613CFF03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3870241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62A68AA7-1A5F-0D40-A050-282CD59E9A29}"/>
              </a:ext>
            </a:extLst>
          </p:cNvPr>
          <p:cNvPicPr>
            <a:picLocks noChangeAspect="1"/>
          </p:cNvPicPr>
          <p:nvPr/>
        </p:nvPicPr>
        <p:blipFill rotWithShape="1">
          <a:blip r:embed="rId2"/>
          <a:srcRect b="64683"/>
          <a:stretch/>
        </p:blipFill>
        <p:spPr>
          <a:xfrm>
            <a:off x="438397" y="6376974"/>
            <a:ext cx="875601" cy="481028"/>
          </a:xfrm>
          <a:prstGeom prst="rect">
            <a:avLst/>
          </a:prstGeom>
        </p:spPr>
      </p:pic>
      <p:sp>
        <p:nvSpPr>
          <p:cNvPr id="11" name="Freeform 10">
            <a:extLst>
              <a:ext uri="{FF2B5EF4-FFF2-40B4-BE49-F238E27FC236}">
                <a16:creationId xmlns:a16="http://schemas.microsoft.com/office/drawing/2014/main" id="{0AE3A654-AF8F-9C41-8CAA-D5D2E5FA68F3}"/>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3F7914E0-DD0A-7149-8457-7EA2B491BD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319650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3E19D71C-12D7-D147-BD9F-5E37DC4B3B7C}"/>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1" name="Freeform 10">
            <a:extLst>
              <a:ext uri="{FF2B5EF4-FFF2-40B4-BE49-F238E27FC236}">
                <a16:creationId xmlns:a16="http://schemas.microsoft.com/office/drawing/2014/main" id="{D1F5E3FD-9EE9-F543-BCED-F7397002C379}"/>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F8617F05-53D1-DA4B-84E3-704184D781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99707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Picture 13">
            <a:extLst>
              <a:ext uri="{FF2B5EF4-FFF2-40B4-BE49-F238E27FC236}">
                <a16:creationId xmlns:a16="http://schemas.microsoft.com/office/drawing/2014/main" id="{C1498909-D434-1E45-95DB-0D4FD9B2EB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1" name="Freeform 10">
            <a:extLst>
              <a:ext uri="{FF2B5EF4-FFF2-40B4-BE49-F238E27FC236}">
                <a16:creationId xmlns:a16="http://schemas.microsoft.com/office/drawing/2014/main" id="{1723D2C3-A3F8-5E47-8E0F-AFC4F9E60371}"/>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7F71FB1B-7C3B-3E41-BD7E-680F09B8F0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00173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34026742-9308-FF42-829B-88EE731350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787003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80CB42AE-896D-DF4F-B972-EA9A9B95E77C}"/>
              </a:ext>
            </a:extLst>
          </p:cNvPr>
          <p:cNvPicPr>
            <a:picLocks noChangeAspect="1"/>
          </p:cNvPicPr>
          <p:nvPr/>
        </p:nvPicPr>
        <p:blipFill rotWithShape="1">
          <a:blip r:embed="rId2"/>
          <a:srcRect b="64683"/>
          <a:stretch/>
        </p:blipFill>
        <p:spPr>
          <a:xfrm>
            <a:off x="457202" y="6376974"/>
            <a:ext cx="875601" cy="481028"/>
          </a:xfrm>
          <a:prstGeom prst="rect">
            <a:avLst/>
          </a:prstGeom>
        </p:spPr>
      </p:pic>
      <p:sp>
        <p:nvSpPr>
          <p:cNvPr id="10" name="Freeform 9">
            <a:extLst>
              <a:ext uri="{FF2B5EF4-FFF2-40B4-BE49-F238E27FC236}">
                <a16:creationId xmlns:a16="http://schemas.microsoft.com/office/drawing/2014/main" id="{E66CFD98-370D-C349-8E75-45FD459F0A2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F6E0B5D4-690A-7C48-8149-CD5B23AE69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602243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3BA5D44A-C379-AA40-8B2A-549744F2562B}"/>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0" name="Freeform 9">
            <a:extLst>
              <a:ext uri="{FF2B5EF4-FFF2-40B4-BE49-F238E27FC236}">
                <a16:creationId xmlns:a16="http://schemas.microsoft.com/office/drawing/2014/main" id="{DDF1B54D-E97A-CF47-BE3E-CD6D03235A0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73B6AD2-F980-7A45-B71E-6CFFA1D9B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770797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0F2D0EB9-631C-3041-A6F6-892C050569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0" name="Freeform 9">
            <a:extLst>
              <a:ext uri="{FF2B5EF4-FFF2-40B4-BE49-F238E27FC236}">
                <a16:creationId xmlns:a16="http://schemas.microsoft.com/office/drawing/2014/main" id="{C9B31F19-03A0-594D-B3E9-CD87376E36D4}"/>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00273CEF-BA73-6440-8762-0183D161BF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7780028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653E79F9-7B01-D041-ACD4-33CB057C9E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461645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95015CD8-BC94-7143-91D3-2AEA503EE1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0420072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22C35CE9-D192-D04E-B6EC-488A5CBC0B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10500550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CED9E700-D112-DA41-BB71-D718751A784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40491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userDrawn="1">
            <p:custDataLst>
              <p:tags r:id="rId1"/>
            </p:custDataLst>
            <p:extLst>
              <p:ext uri="{D42A27DB-BD31-4B8C-83A1-F6EECF244321}">
                <p14:modId xmlns:p14="http://schemas.microsoft.com/office/powerpoint/2010/main" val="3175752558"/>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8" name="Object 7" hidden="1"/>
                      <p:cNvPicPr/>
                      <p:nvPr/>
                    </p:nvPicPr>
                    <p:blipFill>
                      <a:blip r:embed="rId4"/>
                      <a:stretch>
                        <a:fillRect/>
                      </a:stretch>
                    </p:blipFill>
                    <p:spPr>
                      <a:xfrm>
                        <a:off x="1589" y="1589"/>
                        <a:ext cx="1587" cy="1587"/>
                      </a:xfrm>
                      <a:prstGeom prst="rect">
                        <a:avLst/>
                      </a:prstGeom>
                    </p:spPr>
                  </p:pic>
                </p:oleObj>
              </mc:Fallback>
            </mc:AlternateContent>
          </a:graphicData>
        </a:graphic>
      </p:graphicFrame>
      <p:sp>
        <p:nvSpPr>
          <p:cNvPr id="13" name="Rectangle 12"/>
          <p:cNvSpPr/>
          <p:nvPr userDrawn="1"/>
        </p:nvSpPr>
        <p:spPr>
          <a:xfrm>
            <a:off x="11465057" y="6385301"/>
            <a:ext cx="391937" cy="4726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335008" y="510387"/>
            <a:ext cx="11521987" cy="498483"/>
          </a:xfrm>
        </p:spPr>
        <p:txBody>
          <a:bodyPr lIns="0" tIns="0" rIns="0" bIns="0" anchor="t" anchorCtr="0">
            <a:spAutoFit/>
          </a:bodyPr>
          <a:lstStyle>
            <a:lvl1pPr>
              <a:defRPr sz="3599" b="0">
                <a:solidFill>
                  <a:schemeClr val="accent4"/>
                </a:solidFill>
                <a:latin typeface="+mn-lt"/>
              </a:defRPr>
            </a:lvl1pPr>
          </a:lstStyle>
          <a:p>
            <a:r>
              <a:rPr lang="en-US"/>
              <a:t>Click to edit Master title style</a:t>
            </a:r>
          </a:p>
        </p:txBody>
      </p:sp>
      <p:sp>
        <p:nvSpPr>
          <p:cNvPr id="3" name="Content Placeholder 2"/>
          <p:cNvSpPr>
            <a:spLocks noGrp="1"/>
          </p:cNvSpPr>
          <p:nvPr>
            <p:ph idx="1"/>
          </p:nvPr>
        </p:nvSpPr>
        <p:spPr>
          <a:xfrm>
            <a:off x="335008" y="1616113"/>
            <a:ext cx="11521987" cy="4560851"/>
          </a:xfrm>
        </p:spPr>
        <p:txBody>
          <a:bodyPr>
            <a:norm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35007" y="6452190"/>
            <a:ext cx="2743200" cy="365125"/>
          </a:xfrm>
        </p:spPr>
        <p:txBody>
          <a:bodyPr/>
          <a:lstStyle>
            <a:lvl1pPr>
              <a:defRPr sz="1000"/>
            </a:lvl1pPr>
          </a:lstStyle>
          <a:p>
            <a:fld id="{C8EAA725-CC0B-4A16-AE77-83A5B67A2992}" type="datetime1">
              <a:rPr lang="en-US" smtClean="0"/>
              <a:t>9/17/2025</a:t>
            </a:fld>
            <a:endParaRPr lang="en-US"/>
          </a:p>
        </p:txBody>
      </p:sp>
      <p:sp>
        <p:nvSpPr>
          <p:cNvPr id="5" name="Footer Placeholder 4"/>
          <p:cNvSpPr>
            <a:spLocks noGrp="1"/>
          </p:cNvSpPr>
          <p:nvPr>
            <p:ph type="ftr" sz="quarter" idx="11"/>
          </p:nvPr>
        </p:nvSpPr>
        <p:spPr>
          <a:xfrm>
            <a:off x="4038601" y="6452190"/>
            <a:ext cx="4114800" cy="365125"/>
          </a:xfrm>
        </p:spPr>
        <p:txBody>
          <a:bodyPr/>
          <a:lstStyle>
            <a:lvl1pPr>
              <a:defRPr sz="1000"/>
            </a:lvl1pPr>
          </a:lstStyle>
          <a:p>
            <a:endParaRPr lang="en-US"/>
          </a:p>
        </p:txBody>
      </p:sp>
      <p:sp>
        <p:nvSpPr>
          <p:cNvPr id="6" name="Slide Number Placeholder 5"/>
          <p:cNvSpPr>
            <a:spLocks noGrp="1"/>
          </p:cNvSpPr>
          <p:nvPr>
            <p:ph type="sldNum" sz="quarter" idx="12"/>
          </p:nvPr>
        </p:nvSpPr>
        <p:spPr>
          <a:xfrm>
            <a:off x="11465057" y="6452190"/>
            <a:ext cx="391937" cy="365125"/>
          </a:xfrm>
        </p:spPr>
        <p:txBody>
          <a:bodyPr/>
          <a:lstStyle>
            <a:lvl1pPr algn="ctr">
              <a:defRPr sz="1000">
                <a:solidFill>
                  <a:schemeClr val="accent4"/>
                </a:solidFill>
              </a:defRPr>
            </a:lvl1pPr>
          </a:lstStyle>
          <a:p>
            <a:fld id="{B1EEA229-0096-49BD-81C1-58B039421B74}" type="slidenum">
              <a:rPr lang="en-US" smtClean="0"/>
              <a:pPr/>
              <a:t>‹#›</a:t>
            </a:fld>
            <a:endParaRPr lang="en-US"/>
          </a:p>
        </p:txBody>
      </p:sp>
      <p:sp>
        <p:nvSpPr>
          <p:cNvPr id="9" name="Text Placeholder 8"/>
          <p:cNvSpPr>
            <a:spLocks noGrp="1"/>
          </p:cNvSpPr>
          <p:nvPr userDrawn="1">
            <p:ph type="body" sz="quarter" idx="13"/>
          </p:nvPr>
        </p:nvSpPr>
        <p:spPr>
          <a:xfrm>
            <a:off x="335008" y="1001704"/>
            <a:ext cx="11521987" cy="317427"/>
          </a:xfrm>
        </p:spPr>
        <p:txBody>
          <a:bodyPr lIns="0" tIns="0" rIns="0" bIns="0">
            <a:noAutofit/>
          </a:bodyPr>
          <a:lstStyle>
            <a:lvl1pPr marL="0" indent="0" algn="l" defTabSz="914104" rtl="0" eaLnBrk="1" latinLnBrk="0" hangingPunct="1">
              <a:lnSpc>
                <a:spcPct val="90000"/>
              </a:lnSpc>
              <a:spcBef>
                <a:spcPct val="0"/>
              </a:spcBef>
              <a:buNone/>
              <a:defRPr lang="en-US" sz="2000" b="0" kern="1200" dirty="0" smtClean="0">
                <a:solidFill>
                  <a:schemeClr val="accent5"/>
                </a:solidFill>
                <a:latin typeface="+mn-lt"/>
                <a:ea typeface="+mj-ea"/>
                <a:cs typeface="+mj-cs"/>
              </a:defRPr>
            </a:lvl1pPr>
            <a:lvl2pPr marL="457051"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2pPr>
            <a:lvl3pPr marL="914104"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3pPr>
            <a:lvl4pPr marL="1371155"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4pPr>
            <a:lvl5pPr marL="1828205" indent="0" algn="l" defTabSz="914104" rtl="0" eaLnBrk="1" latinLnBrk="0" hangingPunct="1">
              <a:lnSpc>
                <a:spcPct val="90000"/>
              </a:lnSpc>
              <a:spcBef>
                <a:spcPct val="0"/>
              </a:spcBef>
              <a:buNone/>
              <a:defRPr lang="en-US" sz="2799" b="0" kern="1200" dirty="0">
                <a:solidFill>
                  <a:schemeClr val="accent4"/>
                </a:solidFill>
                <a:latin typeface="+mn-lt"/>
                <a:ea typeface="+mj-ea"/>
                <a:cs typeface="+mj-cs"/>
              </a:defRPr>
            </a:lvl5pPr>
          </a:lstStyle>
          <a:p>
            <a:pPr lvl="0"/>
            <a:r>
              <a:rPr lang="en-US"/>
              <a:t>Click to edit Master text styles</a:t>
            </a:r>
          </a:p>
        </p:txBody>
      </p:sp>
    </p:spTree>
    <p:extLst>
      <p:ext uri="{BB962C8B-B14F-4D97-AF65-F5344CB8AC3E}">
        <p14:creationId xmlns:p14="http://schemas.microsoft.com/office/powerpoint/2010/main" val="494564047"/>
      </p:ext>
    </p:extLst>
  </p:cSld>
  <p:clrMapOvr>
    <a:masterClrMapping/>
  </p:clrMapOvr>
  <p:extLst>
    <p:ext uri="{DCECCB84-F9BA-43D5-87BE-67443E8EF086}">
      <p15:sldGuideLst xmlns:p15="http://schemas.microsoft.com/office/powerpoint/2012/main">
        <p15:guide id="1" orient="horz" pos="686">
          <p15:clr>
            <a:srgbClr val="FBAE40"/>
          </p15:clr>
        </p15:guide>
        <p15:guide id="2" pos="211">
          <p15:clr>
            <a:srgbClr val="FBAE40"/>
          </p15:clr>
        </p15:guide>
        <p15:guide id="3" pos="7468">
          <p15:clr>
            <a:srgbClr val="FBAE40"/>
          </p15:clr>
        </p15:guide>
        <p15:guide id="4" orient="horz" pos="913">
          <p15:clr>
            <a:srgbClr val="FBAE40"/>
          </p15:clr>
        </p15:guide>
      </p15:sldGuideLst>
    </p:ext>
  </p:extLst>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userDrawn="1">
  <p:cSld name="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de-DE"/>
              <a:t>Bild durch Klicken auf Symbol hinzufügen</a:t>
            </a:r>
            <a:endParaRPr lang="en-US"/>
          </a:p>
        </p:txBody>
      </p:sp>
      <p:pic>
        <p:nvPicPr>
          <p:cNvPr id="6" name="Graphic 12">
            <a:extLst>
              <a:ext uri="{FF2B5EF4-FFF2-40B4-BE49-F238E27FC236}">
                <a16:creationId xmlns:a16="http://schemas.microsoft.com/office/drawing/2014/main" id="{C29D1352-8422-4F4E-A99D-FAB5A11FC5B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10237942" y="6393756"/>
            <a:ext cx="1451813" cy="362953"/>
          </a:xfrm>
          <a:prstGeom prst="rect">
            <a:avLst/>
          </a:prstGeom>
        </p:spPr>
      </p:pic>
    </p:spTree>
    <p:extLst>
      <p:ext uri="{BB962C8B-B14F-4D97-AF65-F5344CB8AC3E}">
        <p14:creationId xmlns:p14="http://schemas.microsoft.com/office/powerpoint/2010/main" val="41557507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125276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635021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8" name="Graphic 12">
            <a:extLst>
              <a:ext uri="{FF2B5EF4-FFF2-40B4-BE49-F238E27FC236}">
                <a16:creationId xmlns:a16="http://schemas.microsoft.com/office/drawing/2014/main" id="{948D3E60-DAA4-1D4C-BB9D-5B629BEA747F}"/>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01618097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BC3BA54-B2B6-4576-A4DD-A3A892F3D27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0" name="Graphic 12">
            <a:extLst>
              <a:ext uri="{FF2B5EF4-FFF2-40B4-BE49-F238E27FC236}">
                <a16:creationId xmlns:a16="http://schemas.microsoft.com/office/drawing/2014/main" id="{8E0C513D-380B-4D32-B4A1-6DB4FD0F6D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947783511"/>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0342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62959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AADC39F7-C004-42C8-8747-8DBBB40A4094}"/>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C0F5C8E5-F253-40D4-9060-CFA80746CAE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729714111"/>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205B56B-8584-4D06-89CD-E6F57E5C9028}"/>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9CF1D0CB-25DE-4DB1-946B-E3FD4F8898C6}"/>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771181422"/>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5AE62E4-8A72-4A2A-988A-0520905FA72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1B225DFB-BE69-4F3F-B201-3BA5DD121C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895050006"/>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14FEE92A-34E2-45DA-9629-6CBFE66DDA0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5" name="Graphic 12">
            <a:extLst>
              <a:ext uri="{FF2B5EF4-FFF2-40B4-BE49-F238E27FC236}">
                <a16:creationId xmlns:a16="http://schemas.microsoft.com/office/drawing/2014/main" id="{CCA2786B-901C-4285-95EC-35CBC584433A}"/>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054838905"/>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C03DB85C-E318-4432-80E3-72F32C67905D}"/>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2" name="Graphic 12">
            <a:extLst>
              <a:ext uri="{FF2B5EF4-FFF2-40B4-BE49-F238E27FC236}">
                <a16:creationId xmlns:a16="http://schemas.microsoft.com/office/drawing/2014/main" id="{19809693-F2E3-42A1-87E3-A2739FFDAD82}"/>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3476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FAF5E5E-6EA4-4A43-983D-0C48CA9B0753}"/>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4" name="Graphic 12">
            <a:extLst>
              <a:ext uri="{FF2B5EF4-FFF2-40B4-BE49-F238E27FC236}">
                <a16:creationId xmlns:a16="http://schemas.microsoft.com/office/drawing/2014/main" id="{B0DFB78E-CD69-4F4C-AE45-6F40FCF86C6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6427758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292464"/>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0" name="Rectangle 9">
            <a:extLst>
              <a:ext uri="{FF2B5EF4-FFF2-40B4-BE49-F238E27FC236}">
                <a16:creationId xmlns:a16="http://schemas.microsoft.com/office/drawing/2014/main" id="{74B4345B-A524-488C-A063-AB52E74E7720}"/>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3" name="Graphic 12">
            <a:extLst>
              <a:ext uri="{FF2B5EF4-FFF2-40B4-BE49-F238E27FC236}">
                <a16:creationId xmlns:a16="http://schemas.microsoft.com/office/drawing/2014/main" id="{00BDBE5C-FAEC-4355-B53C-CB04DD0C3F3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775833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724347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051046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48512227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1102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13943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4063010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90704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883868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24348685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0755471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2EA73D7A-E2A4-4A3A-85B0-9E9498CAF8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455265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18386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3AFC19FE-03FC-4EBC-AEA3-3ABC9FD67FB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71904899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328294B2-3E88-4EB3-A138-8B2BD56994A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45459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13731855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7099568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92614319"/>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22179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258258"/>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766415"/>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1" name="Graphic 12">
            <a:extLst>
              <a:ext uri="{FF2B5EF4-FFF2-40B4-BE49-F238E27FC236}">
                <a16:creationId xmlns:a16="http://schemas.microsoft.com/office/drawing/2014/main" id="{DE6E563A-CD64-4F32-BC6F-E4EE5F4B4BC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8118683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C29B246F-FB99-4E73-BF9B-CF89C2662FA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74522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6" name="Graphic 12">
            <a:extLst>
              <a:ext uri="{FF2B5EF4-FFF2-40B4-BE49-F238E27FC236}">
                <a16:creationId xmlns:a16="http://schemas.microsoft.com/office/drawing/2014/main" id="{5025E076-DB38-406C-8F41-715C87947E2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spTree>
    <p:extLst>
      <p:ext uri="{BB962C8B-B14F-4D97-AF65-F5344CB8AC3E}">
        <p14:creationId xmlns:p14="http://schemas.microsoft.com/office/powerpoint/2010/main" val="3528657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203690476"/>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06638650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69658421"/>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3910317637"/>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EA608C-0F52-497E-89CE-68D7FC37C49A}"/>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90728015-8B8E-47CC-84B3-FE9883D0F51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2506094994"/>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BA434-4DC6-9643-BB32-06C61234CFD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5DAB46-F1DD-8C44-BD6C-FBE4C1AE1C0C}"/>
              </a:ext>
            </a:extLst>
          </p:cNvPr>
          <p:cNvSpPr>
            <a:spLocks noGrp="1"/>
          </p:cNvSpPr>
          <p:nvPr>
            <p:ph type="subTitle" idx="1"/>
          </p:nvPr>
        </p:nvSpPr>
        <p:spPr>
          <a:xfrm>
            <a:off x="1524000" y="3602037"/>
            <a:ext cx="9144000" cy="1655763"/>
          </a:xfrm>
          <a:prstGeom prst="rect">
            <a:avLst/>
          </a:prstGeo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1833327C-86EE-6447-9AD9-AAB246A4780A}"/>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431636775"/>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9C009-3FB8-4F4E-A482-AC79C73D06F8}"/>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1473403-38DE-7245-BBCC-89FA254EDD39}"/>
              </a:ext>
            </a:extLst>
          </p:cNvPr>
          <p:cNvSpPr>
            <a:spLocks noGrp="1"/>
          </p:cNvSpPr>
          <p:nvPr>
            <p:ph idx="1"/>
          </p:nvPr>
        </p:nvSpPr>
        <p:spPr>
          <a:xfrm>
            <a:off x="838200" y="1825625"/>
            <a:ext cx="10515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7142787"/>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708C3-C626-654D-A0FA-DB923469749D}"/>
              </a:ext>
            </a:extLst>
          </p:cNvPr>
          <p:cNvSpPr>
            <a:spLocks noGrp="1"/>
          </p:cNvSpPr>
          <p:nvPr>
            <p:ph type="title"/>
          </p:nvPr>
        </p:nvSpPr>
        <p:spPr>
          <a:xfrm>
            <a:off x="831851" y="1709740"/>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F1E135-EB15-424A-B1F7-4FC562736B87}"/>
              </a:ext>
            </a:extLst>
          </p:cNvPr>
          <p:cNvSpPr>
            <a:spLocks noGrp="1"/>
          </p:cNvSpPr>
          <p:nvPr>
            <p:ph type="body" idx="1"/>
          </p:nvPr>
        </p:nvSpPr>
        <p:spPr>
          <a:xfrm>
            <a:off x="831851" y="4589464"/>
            <a:ext cx="10515600" cy="1500187"/>
          </a:xfrm>
          <a:prstGeom prst="rect">
            <a:avLst/>
          </a:prstGeo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1922331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02804831"/>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FCC3A-C895-414A-BDE1-5B80F1E60FA9}"/>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DA8186EE-C912-8D42-A89B-45D1C1D740AC}"/>
              </a:ext>
            </a:extLst>
          </p:cNvPr>
          <p:cNvSpPr>
            <a:spLocks noGrp="1"/>
          </p:cNvSpPr>
          <p:nvPr>
            <p:ph type="body" idx="1"/>
          </p:nvPr>
        </p:nvSpPr>
        <p:spPr>
          <a:xfrm>
            <a:off x="839789" y="1681163"/>
            <a:ext cx="5157787"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B74E58-BCB0-F244-B381-A4906AA48744}"/>
              </a:ext>
            </a:extLst>
          </p:cNvPr>
          <p:cNvSpPr>
            <a:spLocks noGrp="1"/>
          </p:cNvSpPr>
          <p:nvPr>
            <p:ph sz="half" idx="2"/>
          </p:nvPr>
        </p:nvSpPr>
        <p:spPr>
          <a:xfrm>
            <a:off x="839789"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3217A4E-A330-0546-87B2-BCCA9F06DA74}"/>
              </a:ext>
            </a:extLst>
          </p:cNvPr>
          <p:cNvSpPr>
            <a:spLocks noGrp="1"/>
          </p:cNvSpPr>
          <p:nvPr>
            <p:ph type="body" sz="quarter" idx="3"/>
          </p:nvPr>
        </p:nvSpPr>
        <p:spPr>
          <a:xfrm>
            <a:off x="6172201" y="1681163"/>
            <a:ext cx="5183188"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4BD0C7-D4E8-DB4E-9756-6310EEDB9EEF}"/>
              </a:ext>
            </a:extLst>
          </p:cNvPr>
          <p:cNvSpPr>
            <a:spLocks noGrp="1"/>
          </p:cNvSpPr>
          <p:nvPr>
            <p:ph sz="quarter" idx="4"/>
          </p:nvPr>
        </p:nvSpPr>
        <p:spPr>
          <a:xfrm>
            <a:off x="6172201"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6970020"/>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3B4C5-B772-164F-AB4C-23052772E0D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3558569353"/>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5241040"/>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D9266-609B-8645-BE71-EF0B0D038572}"/>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EB0FA9-02F6-8643-8756-9DACD877BA79}"/>
              </a:ext>
            </a:extLst>
          </p:cNvPr>
          <p:cNvSpPr>
            <a:spLocks noGrp="1"/>
          </p:cNvSpPr>
          <p:nvPr>
            <p:ph idx="1"/>
          </p:nvPr>
        </p:nvSpPr>
        <p:spPr>
          <a:xfrm>
            <a:off x="5183188" y="987426"/>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1D38FE-0AE4-CA48-93BA-08D33D8CEF1A}"/>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2133932197"/>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A00A-9CC3-5E4D-9918-EC4E1E2E953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A38C11-C39C-D34A-9359-AD4F0D59F7FA}"/>
              </a:ext>
            </a:extLst>
          </p:cNvPr>
          <p:cNvSpPr>
            <a:spLocks noGrp="1"/>
          </p:cNvSpPr>
          <p:nvPr>
            <p:ph type="pic" idx="1"/>
          </p:nvPr>
        </p:nvSpPr>
        <p:spPr>
          <a:xfrm>
            <a:off x="5183188" y="987426"/>
            <a:ext cx="6172200" cy="4873625"/>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0543B0BE-CA42-7D42-BED3-179B34A03F36}"/>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702408607"/>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560-8B5E-0940-A5EF-BFE6D7DD1F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B23376-6A63-1D4B-97A8-8DEDE9BD73E0}"/>
              </a:ext>
            </a:extLst>
          </p:cNvPr>
          <p:cNvSpPr>
            <a:spLocks noGrp="1"/>
          </p:cNvSpPr>
          <p:nvPr>
            <p:ph type="body" orient="vert" idx="1"/>
          </p:nvPr>
        </p:nvSpPr>
        <p:spPr>
          <a:xfrm>
            <a:off x="838200" y="1825625"/>
            <a:ext cx="10515600" cy="43513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077326"/>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2D6992-FBD3-134B-851F-43544AEA3722}"/>
              </a:ext>
            </a:extLst>
          </p:cNvPr>
          <p:cNvSpPr>
            <a:spLocks noGrp="1"/>
          </p:cNvSpPr>
          <p:nvPr>
            <p:ph type="title" orient="vert"/>
          </p:nvPr>
        </p:nvSpPr>
        <p:spPr>
          <a:xfrm>
            <a:off x="8724901" y="365126"/>
            <a:ext cx="2628900" cy="5811839"/>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D0467C-4C39-A543-AAF4-A55F046D5C26}"/>
              </a:ext>
            </a:extLst>
          </p:cNvPr>
          <p:cNvSpPr>
            <a:spLocks noGrp="1"/>
          </p:cNvSpPr>
          <p:nvPr>
            <p:ph type="body" orient="vert" idx="1"/>
          </p:nvPr>
        </p:nvSpPr>
        <p:spPr>
          <a:xfrm>
            <a:off x="838201" y="365126"/>
            <a:ext cx="7734300" cy="58118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17602096"/>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31E720-419D-A44C-8A39-3510D95330DB}"/>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Tree>
    <p:extLst>
      <p:ext uri="{BB962C8B-B14F-4D97-AF65-F5344CB8AC3E}">
        <p14:creationId xmlns:p14="http://schemas.microsoft.com/office/powerpoint/2010/main" val="34773464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theme" Target="../theme/theme1.xml"/><Relationship Id="rId7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4.xml"/><Relationship Id="rId2" Type="http://schemas.openxmlformats.org/officeDocument/2006/relationships/slideLayout" Target="../slideLayouts/slideLayout75.xml"/><Relationship Id="rId3" Type="http://schemas.openxmlformats.org/officeDocument/2006/relationships/slideLayout" Target="../slideLayouts/slideLayout76.xml"/><Relationship Id="rId4" Type="http://schemas.openxmlformats.org/officeDocument/2006/relationships/slideLayout" Target="../slideLayouts/slideLayout77.xml"/><Relationship Id="rId5" Type="http://schemas.openxmlformats.org/officeDocument/2006/relationships/slideLayout" Target="../slideLayouts/slideLayout78.xml"/><Relationship Id="rId6" Type="http://schemas.openxmlformats.org/officeDocument/2006/relationships/slideLayout" Target="../slideLayouts/slideLayout79.xml"/><Relationship Id="rId7" Type="http://schemas.openxmlformats.org/officeDocument/2006/relationships/slideLayout" Target="../slideLayouts/slideLayout80.xml"/><Relationship Id="rId8" Type="http://schemas.openxmlformats.org/officeDocument/2006/relationships/slideLayout" Target="../slideLayouts/slideLayout81.xml"/><Relationship Id="rId9" Type="http://schemas.openxmlformats.org/officeDocument/2006/relationships/slideLayout" Target="../slideLayouts/slideLayout82.xml"/><Relationship Id="rId10" Type="http://schemas.openxmlformats.org/officeDocument/2006/relationships/slideLayout" Target="../slideLayouts/slideLayout83.xml"/><Relationship Id="rId11" Type="http://schemas.openxmlformats.org/officeDocument/2006/relationships/slideLayout" Target="../slideLayouts/slideLayout84.xml"/><Relationship Id="rId12" Type="http://schemas.openxmlformats.org/officeDocument/2006/relationships/slideLayout" Target="../slideLayouts/slideLayout85.xml"/><Relationship Id="rId13" Type="http://schemas.openxmlformats.org/officeDocument/2006/relationships/slideLayout" Target="../slideLayouts/slideLayout86.xml"/><Relationship Id="rId14" Type="http://schemas.openxmlformats.org/officeDocument/2006/relationships/slideLayout" Target="../slideLayouts/slideLayout87.xml"/><Relationship Id="rId15" Type="http://schemas.openxmlformats.org/officeDocument/2006/relationships/slideLayout" Target="../slideLayouts/slideLayout88.xml"/><Relationship Id="rId1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slideLayout" Target="../slideLayouts/slideLayout90.xml"/><Relationship Id="rId3" Type="http://schemas.openxmlformats.org/officeDocument/2006/relationships/slideLayout" Target="../slideLayouts/slideLayout91.xml"/><Relationship Id="rId4" Type="http://schemas.openxmlformats.org/officeDocument/2006/relationships/slideLayout" Target="../slideLayouts/slideLayout92.xml"/><Relationship Id="rId5" Type="http://schemas.openxmlformats.org/officeDocument/2006/relationships/slideLayout" Target="../slideLayouts/slideLayout93.xml"/><Relationship Id="rId6" Type="http://schemas.openxmlformats.org/officeDocument/2006/relationships/slideLayout" Target="../slideLayouts/slideLayout94.xml"/><Relationship Id="rId7" Type="http://schemas.openxmlformats.org/officeDocument/2006/relationships/slideLayout" Target="../slideLayouts/slideLayout95.xml"/><Relationship Id="rId8" Type="http://schemas.openxmlformats.org/officeDocument/2006/relationships/slideLayout" Target="../slideLayouts/slideLayout96.xml"/><Relationship Id="rId9" Type="http://schemas.openxmlformats.org/officeDocument/2006/relationships/slideLayout" Target="../slideLayouts/slideLayout97.xml"/><Relationship Id="rId10" Type="http://schemas.openxmlformats.org/officeDocument/2006/relationships/slideLayout" Target="../slideLayouts/slideLayout98.xml"/><Relationship Id="rId11" Type="http://schemas.openxmlformats.org/officeDocument/2006/relationships/slideLayout" Target="../slideLayouts/slideLayout99.xml"/><Relationship Id="rId12" Type="http://schemas.openxmlformats.org/officeDocument/2006/relationships/slideLayout" Target="../slideLayouts/slideLayout100.xml"/><Relationship Id="rId13" Type="http://schemas.openxmlformats.org/officeDocument/2006/relationships/slideLayout" Target="../slideLayouts/slideLayout101.xml"/><Relationship Id="rId14" Type="http://schemas.openxmlformats.org/officeDocument/2006/relationships/slideLayout" Target="../slideLayouts/slideLayout102.xml"/><Relationship Id="rId15" Type="http://schemas.openxmlformats.org/officeDocument/2006/relationships/slideLayout" Target="../slideLayouts/slideLayout103.xml"/><Relationship Id="rId16" Type="http://schemas.openxmlformats.org/officeDocument/2006/relationships/slideLayout" Target="../slideLayouts/slideLayout104.xml"/><Relationship Id="rId17" Type="http://schemas.openxmlformats.org/officeDocument/2006/relationships/slideLayout" Target="../slideLayouts/slideLayout105.xml"/><Relationship Id="rId18" Type="http://schemas.openxmlformats.org/officeDocument/2006/relationships/slideLayout" Target="../slideLayouts/slideLayout106.xml"/><Relationship Id="rId19" Type="http://schemas.openxmlformats.org/officeDocument/2006/relationships/slideLayout" Target="../slideLayouts/slideLayout107.xml"/><Relationship Id="rId20" Type="http://schemas.openxmlformats.org/officeDocument/2006/relationships/slideLayout" Target="../slideLayouts/slideLayout108.xml"/><Relationship Id="rId21" Type="http://schemas.openxmlformats.org/officeDocument/2006/relationships/slideLayout" Target="../slideLayouts/slideLayout109.xml"/><Relationship Id="rId22" Type="http://schemas.openxmlformats.org/officeDocument/2006/relationships/slideLayout" Target="../slideLayouts/slideLayout110.xml"/><Relationship Id="rId23" Type="http://schemas.openxmlformats.org/officeDocument/2006/relationships/slideLayout" Target="../slideLayouts/slideLayout111.xml"/><Relationship Id="rId24" Type="http://schemas.openxmlformats.org/officeDocument/2006/relationships/slideLayout" Target="../slideLayouts/slideLayout112.xml"/><Relationship Id="rId25" Type="http://schemas.openxmlformats.org/officeDocument/2006/relationships/slideLayout" Target="../slideLayouts/slideLayout113.xml"/><Relationship Id="rId26" Type="http://schemas.openxmlformats.org/officeDocument/2006/relationships/slideLayout" Target="../slideLayouts/slideLayout114.xml"/><Relationship Id="rId27" Type="http://schemas.openxmlformats.org/officeDocument/2006/relationships/slideLayout" Target="../slideLayouts/slideLayout115.xml"/><Relationship Id="rId28" Type="http://schemas.openxmlformats.org/officeDocument/2006/relationships/slideLayout" Target="../slideLayouts/slideLayout116.xml"/><Relationship Id="rId29" Type="http://schemas.openxmlformats.org/officeDocument/2006/relationships/slideLayout" Target="../slideLayouts/slideLayout117.xml"/><Relationship Id="rId30" Type="http://schemas.openxmlformats.org/officeDocument/2006/relationships/slideLayout" Target="../slideLayouts/slideLayout118.xml"/><Relationship Id="rId31" Type="http://schemas.openxmlformats.org/officeDocument/2006/relationships/slideLayout" Target="../slideLayouts/slideLayout119.xml"/><Relationship Id="rId32" Type="http://schemas.openxmlformats.org/officeDocument/2006/relationships/slideLayout" Target="../slideLayouts/slideLayout120.xml"/><Relationship Id="rId33" Type="http://schemas.openxmlformats.org/officeDocument/2006/relationships/slideLayout" Target="../slideLayouts/slideLayout121.xml"/><Relationship Id="rId34" Type="http://schemas.openxmlformats.org/officeDocument/2006/relationships/slideLayout" Target="../slideLayouts/slideLayout122.xml"/><Relationship Id="rId35" Type="http://schemas.openxmlformats.org/officeDocument/2006/relationships/slideLayout" Target="../slideLayouts/slideLayout123.xml"/><Relationship Id="rId36" Type="http://schemas.openxmlformats.org/officeDocument/2006/relationships/slideLayout" Target="../slideLayouts/slideLayout124.xml"/><Relationship Id="rId37" Type="http://schemas.openxmlformats.org/officeDocument/2006/relationships/slideLayout" Target="../slideLayouts/slideLayout125.xml"/><Relationship Id="rId38" Type="http://schemas.openxmlformats.org/officeDocument/2006/relationships/slideLayout" Target="../slideLayouts/slideLayout126.xml"/><Relationship Id="rId39" Type="http://schemas.openxmlformats.org/officeDocument/2006/relationships/slideLayout" Target="../slideLayouts/slideLayout127.xml"/><Relationship Id="rId40" Type="http://schemas.openxmlformats.org/officeDocument/2006/relationships/slideLayout" Target="../slideLayouts/slideLayout128.xml"/><Relationship Id="rId41" Type="http://schemas.openxmlformats.org/officeDocument/2006/relationships/slideLayout" Target="../slideLayouts/slideLayout129.xml"/><Relationship Id="rId42" Type="http://schemas.openxmlformats.org/officeDocument/2006/relationships/slideLayout" Target="../slideLayouts/slideLayout130.xml"/><Relationship Id="rId43" Type="http://schemas.openxmlformats.org/officeDocument/2006/relationships/slideLayout" Target="../slideLayouts/slideLayout131.xml"/><Relationship Id="rId44" Type="http://schemas.openxmlformats.org/officeDocument/2006/relationships/slideLayout" Target="../slideLayouts/slideLayout132.xml"/><Relationship Id="rId45" Type="http://schemas.openxmlformats.org/officeDocument/2006/relationships/slideLayout" Target="../slideLayouts/slideLayout133.xml"/><Relationship Id="rId46" Type="http://schemas.openxmlformats.org/officeDocument/2006/relationships/slideLayout" Target="../slideLayouts/slideLayout134.xml"/><Relationship Id="rId47" Type="http://schemas.openxmlformats.org/officeDocument/2006/relationships/slideLayout" Target="../slideLayouts/slideLayout135.xml"/><Relationship Id="rId48" Type="http://schemas.openxmlformats.org/officeDocument/2006/relationships/slideLayout" Target="../slideLayouts/slideLayout136.xml"/><Relationship Id="rId49" Type="http://schemas.openxmlformats.org/officeDocument/2006/relationships/slideLayout" Target="../slideLayouts/slideLayout137.xml"/><Relationship Id="rId50" Type="http://schemas.openxmlformats.org/officeDocument/2006/relationships/slideLayout" Target="../slideLayouts/slideLayout138.xml"/><Relationship Id="rId51" Type="http://schemas.openxmlformats.org/officeDocument/2006/relationships/slideLayout" Target="../slideLayouts/slideLayout139.xml"/><Relationship Id="rId52" Type="http://schemas.openxmlformats.org/officeDocument/2006/relationships/slideLayout" Target="../slideLayouts/slideLayout140.xml"/><Relationship Id="rId53" Type="http://schemas.openxmlformats.org/officeDocument/2006/relationships/slideLayout" Target="../slideLayouts/slideLayout141.xml"/><Relationship Id="rId54" Type="http://schemas.openxmlformats.org/officeDocument/2006/relationships/slideLayout" Target="../slideLayouts/slideLayout142.xml"/><Relationship Id="rId55" Type="http://schemas.openxmlformats.org/officeDocument/2006/relationships/slideLayout" Target="../slideLayouts/slideLayout143.xml"/><Relationship Id="rId56" Type="http://schemas.openxmlformats.org/officeDocument/2006/relationships/slideLayout" Target="../slideLayouts/slideLayout144.xml"/><Relationship Id="rId57" Type="http://schemas.openxmlformats.org/officeDocument/2006/relationships/slideLayout" Target="../slideLayouts/slideLayout145.xml"/><Relationship Id="rId58" Type="http://schemas.openxmlformats.org/officeDocument/2006/relationships/slideLayout" Target="../slideLayouts/slideLayout146.xml"/><Relationship Id="rId59" Type="http://schemas.openxmlformats.org/officeDocument/2006/relationships/slideLayout" Target="../slideLayouts/slideLayout147.xml"/><Relationship Id="rId60" Type="http://schemas.openxmlformats.org/officeDocument/2006/relationships/slideLayout" Target="../slideLayouts/slideLayout148.xml"/><Relationship Id="rId61" Type="http://schemas.openxmlformats.org/officeDocument/2006/relationships/slideLayout" Target="../slideLayouts/slideLayout149.xml"/><Relationship Id="rId62" Type="http://schemas.openxmlformats.org/officeDocument/2006/relationships/slideLayout" Target="../slideLayouts/slideLayout150.xml"/><Relationship Id="rId63" Type="http://schemas.openxmlformats.org/officeDocument/2006/relationships/slideLayout" Target="../slideLayouts/slideLayout151.xml"/><Relationship Id="rId64" Type="http://schemas.openxmlformats.org/officeDocument/2006/relationships/slideLayout" Target="../slideLayouts/slideLayout152.xml"/><Relationship Id="rId65" Type="http://schemas.openxmlformats.org/officeDocument/2006/relationships/slideLayout" Target="../slideLayouts/slideLayout153.xml"/><Relationship Id="rId66" Type="http://schemas.openxmlformats.org/officeDocument/2006/relationships/slideLayout" Target="../slideLayouts/slideLayout154.xml"/><Relationship Id="rId67" Type="http://schemas.openxmlformats.org/officeDocument/2006/relationships/slideLayout" Target="../slideLayouts/slideLayout155.xml"/><Relationship Id="rId68" Type="http://schemas.openxmlformats.org/officeDocument/2006/relationships/slideLayout" Target="../slideLayouts/slideLayout156.xml"/><Relationship Id="rId69" Type="http://schemas.openxmlformats.org/officeDocument/2006/relationships/slideLayout" Target="../slideLayouts/slideLayout157.xml"/><Relationship Id="rId70" Type="http://schemas.openxmlformats.org/officeDocument/2006/relationships/slideLayout" Target="../slideLayouts/slideLayout158.xml"/><Relationship Id="rId71" Type="http://schemas.openxmlformats.org/officeDocument/2006/relationships/slideLayout" Target="../slideLayouts/slideLayout159.xml"/><Relationship Id="rId72" Type="http://schemas.openxmlformats.org/officeDocument/2006/relationships/slideLayout" Target="../slideLayouts/slideLayout160.xml"/><Relationship Id="rId73" Type="http://schemas.openxmlformats.org/officeDocument/2006/relationships/slideLayout" Target="../slideLayouts/slideLayout161.xml"/><Relationship Id="rId74" Type="http://schemas.openxmlformats.org/officeDocument/2006/relationships/slideLayout" Target="../slideLayouts/slideLayout162.xml"/><Relationship Id="rId75" Type="http://schemas.openxmlformats.org/officeDocument/2006/relationships/slideLayout" Target="../slideLayouts/slideLayout163.xml"/><Relationship Id="rId76" Type="http://schemas.openxmlformats.org/officeDocument/2006/relationships/slideLayout" Target="../slideLayouts/slideLayout164.xml"/><Relationship Id="rId77" Type="http://schemas.openxmlformats.org/officeDocument/2006/relationships/slideLayout" Target="../slideLayouts/slideLayout165.xml"/><Relationship Id="rId78" Type="http://schemas.openxmlformats.org/officeDocument/2006/relationships/slideLayout" Target="../slideLayouts/slideLayout166.xml"/><Relationship Id="rId79" Type="http://schemas.openxmlformats.org/officeDocument/2006/relationships/slideLayout" Target="../slideLayouts/slideLayout167.xml"/><Relationship Id="rId80" Type="http://schemas.openxmlformats.org/officeDocument/2006/relationships/slideLayout" Target="../slideLayouts/slideLayout168.xml"/><Relationship Id="rId81" Type="http://schemas.openxmlformats.org/officeDocument/2006/relationships/slideLayout" Target="../slideLayouts/slideLayout169.xml"/><Relationship Id="rId82" Type="http://schemas.openxmlformats.org/officeDocument/2006/relationships/slideLayout" Target="../slideLayouts/slideLayout170.xml"/><Relationship Id="rId83" Type="http://schemas.openxmlformats.org/officeDocument/2006/relationships/slideLayout" Target="../slideLayouts/slideLayout171.xml"/><Relationship Id="rId84" Type="http://schemas.openxmlformats.org/officeDocument/2006/relationships/slideLayout" Target="../slideLayouts/slideLayout172.xml"/><Relationship Id="rId85" Type="http://schemas.openxmlformats.org/officeDocument/2006/relationships/theme" Target="../theme/theme3.xml"/><Relationship Id="rId86" Type="http://schemas.openxmlformats.org/officeDocument/2006/relationships/tags" Target="../tags/tag3.xml"/><Relationship Id="rId87" Type="http://schemas.openxmlformats.org/officeDocument/2006/relationships/oleObject" Target="../embeddings/oleObject2.bin"/><Relationship Id="rId88" Type="http://schemas.openxmlformats.org/officeDocument/2006/relationships/image" Target="../media/image12.emf"/><Relationship Id="rId89" Type="http://schemas.openxmlformats.org/officeDocument/2006/relationships/image" Target="../media/image1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73.xml"/><Relationship Id="rId2" Type="http://schemas.openxmlformats.org/officeDocument/2006/relationships/slideLayout" Target="../slideLayouts/slideLayout174.xml"/><Relationship Id="rId3" Type="http://schemas.openxmlformats.org/officeDocument/2006/relationships/slideLayout" Target="../slideLayouts/slideLayout175.xml"/><Relationship Id="rId4" Type="http://schemas.openxmlformats.org/officeDocument/2006/relationships/slideLayout" Target="../slideLayouts/slideLayout176.xml"/><Relationship Id="rId5" Type="http://schemas.openxmlformats.org/officeDocument/2006/relationships/slideLayout" Target="../slideLayouts/slideLayout177.xml"/><Relationship Id="rId6" Type="http://schemas.openxmlformats.org/officeDocument/2006/relationships/slideLayout" Target="../slideLayouts/slideLayout178.xml"/><Relationship Id="rId7" Type="http://schemas.openxmlformats.org/officeDocument/2006/relationships/slideLayout" Target="../slideLayouts/slideLayout179.xml"/><Relationship Id="rId8" Type="http://schemas.openxmlformats.org/officeDocument/2006/relationships/slideLayout" Target="../slideLayouts/slideLayout180.xml"/><Relationship Id="rId9" Type="http://schemas.openxmlformats.org/officeDocument/2006/relationships/slideLayout" Target="../slideLayouts/slideLayout181.xml"/><Relationship Id="rId10" Type="http://schemas.openxmlformats.org/officeDocument/2006/relationships/slideLayout" Target="../slideLayouts/slideLayout182.xml"/><Relationship Id="rId11" Type="http://schemas.openxmlformats.org/officeDocument/2006/relationships/slideLayout" Target="../slideLayouts/slideLayout183.xml"/><Relationship Id="rId12" Type="http://schemas.openxmlformats.org/officeDocument/2006/relationships/slideLayout" Target="../slideLayouts/slideLayout184.xml"/><Relationship Id="rId13" Type="http://schemas.openxmlformats.org/officeDocument/2006/relationships/slideLayout" Target="../slideLayouts/slideLayout185.xml"/><Relationship Id="rId14" Type="http://schemas.openxmlformats.org/officeDocument/2006/relationships/slideLayout" Target="../slideLayouts/slideLayout186.xml"/><Relationship Id="rId15" Type="http://schemas.openxmlformats.org/officeDocument/2006/relationships/slideLayout" Target="../slideLayouts/slideLayout187.xml"/><Relationship Id="rId16" Type="http://schemas.openxmlformats.org/officeDocument/2006/relationships/slideLayout" Target="../slideLayouts/slideLayout188.xml"/><Relationship Id="rId17" Type="http://schemas.openxmlformats.org/officeDocument/2006/relationships/slideLayout" Target="../slideLayouts/slideLayout189.xml"/><Relationship Id="rId18" Type="http://schemas.openxmlformats.org/officeDocument/2006/relationships/slideLayout" Target="../slideLayouts/slideLayout190.xml"/><Relationship Id="rId19" Type="http://schemas.openxmlformats.org/officeDocument/2006/relationships/slideLayout" Target="../slideLayouts/slideLayout191.xml"/><Relationship Id="rId20" Type="http://schemas.openxmlformats.org/officeDocument/2006/relationships/slideLayout" Target="../slideLayouts/slideLayout192.xml"/><Relationship Id="rId21" Type="http://schemas.openxmlformats.org/officeDocument/2006/relationships/slideLayout" Target="../slideLayouts/slideLayout193.xml"/><Relationship Id="rId22" Type="http://schemas.openxmlformats.org/officeDocument/2006/relationships/slideLayout" Target="../slideLayouts/slideLayout194.xml"/><Relationship Id="rId23" Type="http://schemas.openxmlformats.org/officeDocument/2006/relationships/slideLayout" Target="../slideLayouts/slideLayout195.xml"/><Relationship Id="rId24" Type="http://schemas.openxmlformats.org/officeDocument/2006/relationships/slideLayout" Target="../slideLayouts/slideLayout196.xml"/><Relationship Id="rId25" Type="http://schemas.openxmlformats.org/officeDocument/2006/relationships/slideLayout" Target="../slideLayouts/slideLayout197.xml"/><Relationship Id="rId26" Type="http://schemas.openxmlformats.org/officeDocument/2006/relationships/slideLayout" Target="../slideLayouts/slideLayout198.xml"/><Relationship Id="rId27" Type="http://schemas.openxmlformats.org/officeDocument/2006/relationships/slideLayout" Target="../slideLayouts/slideLayout199.xml"/><Relationship Id="rId28" Type="http://schemas.openxmlformats.org/officeDocument/2006/relationships/slideLayout" Target="../slideLayouts/slideLayout200.xml"/><Relationship Id="rId29" Type="http://schemas.openxmlformats.org/officeDocument/2006/relationships/slideLayout" Target="../slideLayouts/slideLayout201.xml"/><Relationship Id="rId30" Type="http://schemas.openxmlformats.org/officeDocument/2006/relationships/slideLayout" Target="../slideLayouts/slideLayout202.xml"/><Relationship Id="rId31" Type="http://schemas.openxmlformats.org/officeDocument/2006/relationships/slideLayout" Target="../slideLayouts/slideLayout203.xml"/><Relationship Id="rId32" Type="http://schemas.openxmlformats.org/officeDocument/2006/relationships/slideLayout" Target="../slideLayouts/slideLayout204.xml"/><Relationship Id="rId33" Type="http://schemas.openxmlformats.org/officeDocument/2006/relationships/slideLayout" Target="../slideLayouts/slideLayout205.xml"/><Relationship Id="rId34" Type="http://schemas.openxmlformats.org/officeDocument/2006/relationships/slideLayout" Target="../slideLayouts/slideLayout206.xml"/><Relationship Id="rId35" Type="http://schemas.openxmlformats.org/officeDocument/2006/relationships/slideLayout" Target="../slideLayouts/slideLayout207.xml"/><Relationship Id="rId36" Type="http://schemas.openxmlformats.org/officeDocument/2006/relationships/slideLayout" Target="../slideLayouts/slideLayout208.xml"/><Relationship Id="rId37" Type="http://schemas.openxmlformats.org/officeDocument/2006/relationships/slideLayout" Target="../slideLayouts/slideLayout209.xml"/><Relationship Id="rId38" Type="http://schemas.openxmlformats.org/officeDocument/2006/relationships/slideLayout" Target="../slideLayouts/slideLayout210.xml"/><Relationship Id="rId39" Type="http://schemas.openxmlformats.org/officeDocument/2006/relationships/slideLayout" Target="../slideLayouts/slideLayout211.xml"/><Relationship Id="rId40" Type="http://schemas.openxmlformats.org/officeDocument/2006/relationships/slideLayout" Target="../slideLayouts/slideLayout212.xml"/><Relationship Id="rId41" Type="http://schemas.openxmlformats.org/officeDocument/2006/relationships/slideLayout" Target="../slideLayouts/slideLayout213.xml"/><Relationship Id="rId42" Type="http://schemas.openxmlformats.org/officeDocument/2006/relationships/slideLayout" Target="../slideLayouts/slideLayout214.xml"/><Relationship Id="rId43" Type="http://schemas.openxmlformats.org/officeDocument/2006/relationships/slideLayout" Target="../slideLayouts/slideLayout215.xml"/><Relationship Id="rId44" Type="http://schemas.openxmlformats.org/officeDocument/2006/relationships/slideLayout" Target="../slideLayouts/slideLayout216.xml"/><Relationship Id="rId45" Type="http://schemas.openxmlformats.org/officeDocument/2006/relationships/theme" Target="../theme/theme4.xml"/><Relationship Id="rId46" Type="http://schemas.openxmlformats.org/officeDocument/2006/relationships/tags" Target="../tags/tag12.xml"/><Relationship Id="rId47" Type="http://schemas.openxmlformats.org/officeDocument/2006/relationships/oleObject" Target="../embeddings/oleObject5.bin"/><Relationship Id="rId48"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theme" Target="../theme/theme5.xml"/><Relationship Id="rId20" Type="http://schemas.openxmlformats.org/officeDocument/2006/relationships/tags" Target="../tags/tag13.xml"/><Relationship Id="rId21" Type="http://schemas.openxmlformats.org/officeDocument/2006/relationships/oleObject" Target="../embeddings/oleObject6.bin"/><Relationship Id="rId22" Type="http://schemas.openxmlformats.org/officeDocument/2006/relationships/image" Target="../media/image18.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35.xml"/><Relationship Id="rId2" Type="http://schemas.openxmlformats.org/officeDocument/2006/relationships/slideLayout" Target="../slideLayouts/slideLayout236.xml"/><Relationship Id="rId3" Type="http://schemas.openxmlformats.org/officeDocument/2006/relationships/slideLayout" Target="../slideLayouts/slideLayout237.xml"/><Relationship Id="rId4" Type="http://schemas.openxmlformats.org/officeDocument/2006/relationships/slideLayout" Target="../slideLayouts/slideLayout238.xml"/><Relationship Id="rId5" Type="http://schemas.openxmlformats.org/officeDocument/2006/relationships/slideLayout" Target="../slideLayouts/slideLayout239.xml"/><Relationship Id="rId6" Type="http://schemas.openxmlformats.org/officeDocument/2006/relationships/slideLayout" Target="../slideLayouts/slideLayout240.xml"/><Relationship Id="rId7" Type="http://schemas.openxmlformats.org/officeDocument/2006/relationships/slideLayout" Target="../slideLayouts/slideLayout241.xml"/><Relationship Id="rId8" Type="http://schemas.openxmlformats.org/officeDocument/2006/relationships/slideLayout" Target="../slideLayouts/slideLayout242.xml"/><Relationship Id="rId9" Type="http://schemas.openxmlformats.org/officeDocument/2006/relationships/slideLayout" Target="../slideLayouts/slideLayout243.xml"/><Relationship Id="rId10" Type="http://schemas.openxmlformats.org/officeDocument/2006/relationships/slideLayout" Target="../slideLayouts/slideLayout244.xml"/><Relationship Id="rId11" Type="http://schemas.openxmlformats.org/officeDocument/2006/relationships/slideLayout" Target="../slideLayouts/slideLayout245.xml"/><Relationship Id="rId12" Type="http://schemas.openxmlformats.org/officeDocument/2006/relationships/slideLayout" Target="../slideLayouts/slideLayout246.xml"/><Relationship Id="rId13" Type="http://schemas.openxmlformats.org/officeDocument/2006/relationships/slideLayout" Target="../slideLayouts/slideLayout247.xml"/><Relationship Id="rId14" Type="http://schemas.openxmlformats.org/officeDocument/2006/relationships/slideLayout" Target="../slideLayouts/slideLayout248.xml"/><Relationship Id="rId15" Type="http://schemas.openxmlformats.org/officeDocument/2006/relationships/slideLayout" Target="../slideLayouts/slideLayout249.xml"/><Relationship Id="rId16" Type="http://schemas.openxmlformats.org/officeDocument/2006/relationships/slideLayout" Target="../slideLayouts/slideLayout250.xml"/><Relationship Id="rId17" Type="http://schemas.openxmlformats.org/officeDocument/2006/relationships/theme" Target="../theme/theme6.xml"/><Relationship Id="rId18" Type="http://schemas.openxmlformats.org/officeDocument/2006/relationships/tags" Target="../tags/tag16.xml"/><Relationship Id="rId19" Type="http://schemas.openxmlformats.org/officeDocument/2006/relationships/oleObject" Target="../embeddings/oleObject8.bin"/><Relationship Id="rId20" Type="http://schemas.openxmlformats.org/officeDocument/2006/relationships/image" Target="../media/image26.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51.xml"/><Relationship Id="rId2" Type="http://schemas.openxmlformats.org/officeDocument/2006/relationships/slideLayout" Target="../slideLayouts/slideLayout252.xml"/><Relationship Id="rId3" Type="http://schemas.openxmlformats.org/officeDocument/2006/relationships/slideLayout" Target="../slideLayouts/slideLayout253.xml"/><Relationship Id="rId4" Type="http://schemas.openxmlformats.org/officeDocument/2006/relationships/slideLayout" Target="../slideLayouts/slideLayout254.xml"/><Relationship Id="rId5" Type="http://schemas.openxmlformats.org/officeDocument/2006/relationships/slideLayout" Target="../slideLayouts/slideLayout255.xml"/><Relationship Id="rId6" Type="http://schemas.openxmlformats.org/officeDocument/2006/relationships/slideLayout" Target="../slideLayouts/slideLayout256.xml"/><Relationship Id="rId7" Type="http://schemas.openxmlformats.org/officeDocument/2006/relationships/slideLayout" Target="../slideLayouts/slideLayout257.xml"/><Relationship Id="rId8" Type="http://schemas.openxmlformats.org/officeDocument/2006/relationships/slideLayout" Target="../slideLayouts/slideLayout258.xml"/><Relationship Id="rId9" Type="http://schemas.openxmlformats.org/officeDocument/2006/relationships/slideLayout" Target="../slideLayouts/slideLayout259.xml"/><Relationship Id="rId10" Type="http://schemas.openxmlformats.org/officeDocument/2006/relationships/slideLayout" Target="../slideLayouts/slideLayout260.xml"/><Relationship Id="rId11" Type="http://schemas.openxmlformats.org/officeDocument/2006/relationships/slideLayout" Target="../slideLayouts/slideLayout261.xml"/><Relationship Id="rId12" Type="http://schemas.openxmlformats.org/officeDocument/2006/relationships/slideLayout" Target="../slideLayouts/slideLayout262.xml"/><Relationship Id="rId13" Type="http://schemas.openxmlformats.org/officeDocument/2006/relationships/slideLayout" Target="../slideLayouts/slideLayout263.xml"/><Relationship Id="rId14" Type="http://schemas.openxmlformats.org/officeDocument/2006/relationships/slideLayout" Target="../slideLayouts/slideLayout264.xml"/><Relationship Id="rId15" Type="http://schemas.openxmlformats.org/officeDocument/2006/relationships/slideLayout" Target="../slideLayouts/slideLayout265.xml"/><Relationship Id="rId16" Type="http://schemas.openxmlformats.org/officeDocument/2006/relationships/slideLayout" Target="../slideLayouts/slideLayout266.xml"/><Relationship Id="rId17" Type="http://schemas.openxmlformats.org/officeDocument/2006/relationships/slideLayout" Target="../slideLayouts/slideLayout267.xml"/><Relationship Id="rId18" Type="http://schemas.openxmlformats.org/officeDocument/2006/relationships/slideLayout" Target="../slideLayouts/slideLayout268.xml"/><Relationship Id="rId19" Type="http://schemas.openxmlformats.org/officeDocument/2006/relationships/slideLayout" Target="../slideLayouts/slideLayout269.xml"/><Relationship Id="rId20" Type="http://schemas.openxmlformats.org/officeDocument/2006/relationships/slideLayout" Target="../slideLayouts/slideLayout270.xml"/><Relationship Id="rId21" Type="http://schemas.openxmlformats.org/officeDocument/2006/relationships/slideLayout" Target="../slideLayouts/slideLayout271.xml"/><Relationship Id="rId22" Type="http://schemas.openxmlformats.org/officeDocument/2006/relationships/slideLayout" Target="../slideLayouts/slideLayout272.xml"/><Relationship Id="rId23" Type="http://schemas.openxmlformats.org/officeDocument/2006/relationships/slideLayout" Target="../slideLayouts/slideLayout273.xml"/><Relationship Id="rId24" Type="http://schemas.openxmlformats.org/officeDocument/2006/relationships/slideLayout" Target="../slideLayouts/slideLayout274.xml"/><Relationship Id="rId25" Type="http://schemas.openxmlformats.org/officeDocument/2006/relationships/slideLayout" Target="../slideLayouts/slideLayout275.xml"/><Relationship Id="rId26" Type="http://schemas.openxmlformats.org/officeDocument/2006/relationships/slideLayout" Target="../slideLayouts/slideLayout276.xml"/><Relationship Id="rId27" Type="http://schemas.openxmlformats.org/officeDocument/2006/relationships/slideLayout" Target="../slideLayouts/slideLayout277.xml"/><Relationship Id="rId28" Type="http://schemas.openxmlformats.org/officeDocument/2006/relationships/slideLayout" Target="../slideLayouts/slideLayout278.xml"/><Relationship Id="rId29" Type="http://schemas.openxmlformats.org/officeDocument/2006/relationships/slideLayout" Target="../slideLayouts/slideLayout279.xml"/><Relationship Id="rId30" Type="http://schemas.openxmlformats.org/officeDocument/2006/relationships/slideLayout" Target="../slideLayouts/slideLayout280.xml"/><Relationship Id="rId31" Type="http://schemas.openxmlformats.org/officeDocument/2006/relationships/slideLayout" Target="../slideLayouts/slideLayout281.xml"/><Relationship Id="rId32" Type="http://schemas.openxmlformats.org/officeDocument/2006/relationships/slideLayout" Target="../slideLayouts/slideLayout282.xml"/><Relationship Id="rId33" Type="http://schemas.openxmlformats.org/officeDocument/2006/relationships/slideLayout" Target="../slideLayouts/slideLayout283.xml"/><Relationship Id="rId34" Type="http://schemas.openxmlformats.org/officeDocument/2006/relationships/slideLayout" Target="../slideLayouts/slideLayout284.xml"/><Relationship Id="rId35" Type="http://schemas.openxmlformats.org/officeDocument/2006/relationships/slideLayout" Target="../slideLayouts/slideLayout285.xml"/><Relationship Id="rId36" Type="http://schemas.openxmlformats.org/officeDocument/2006/relationships/slideLayout" Target="../slideLayouts/slideLayout286.xml"/><Relationship Id="rId37" Type="http://schemas.openxmlformats.org/officeDocument/2006/relationships/slideLayout" Target="../slideLayouts/slideLayout287.xml"/><Relationship Id="rId38" Type="http://schemas.openxmlformats.org/officeDocument/2006/relationships/slideLayout" Target="../slideLayouts/slideLayout288.xml"/><Relationship Id="rId39" Type="http://schemas.openxmlformats.org/officeDocument/2006/relationships/slideLayout" Target="../slideLayouts/slideLayout289.xml"/><Relationship Id="rId40" Type="http://schemas.openxmlformats.org/officeDocument/2006/relationships/slideLayout" Target="../slideLayouts/slideLayout290.xml"/><Relationship Id="rId41" Type="http://schemas.openxmlformats.org/officeDocument/2006/relationships/slideLayout" Target="../slideLayouts/slideLayout291.xml"/><Relationship Id="rId42" Type="http://schemas.openxmlformats.org/officeDocument/2006/relationships/slideLayout" Target="../slideLayouts/slideLayout292.xml"/><Relationship Id="rId43" Type="http://schemas.openxmlformats.org/officeDocument/2006/relationships/slideLayout" Target="../slideLayouts/slideLayout293.xml"/><Relationship Id="rId44" Type="http://schemas.openxmlformats.org/officeDocument/2006/relationships/slideLayout" Target="../slideLayouts/slideLayout294.xml"/><Relationship Id="rId45" Type="http://schemas.openxmlformats.org/officeDocument/2006/relationships/slideLayout" Target="../slideLayouts/slideLayout295.xml"/><Relationship Id="rId46" Type="http://schemas.openxmlformats.org/officeDocument/2006/relationships/slideLayout" Target="../slideLayouts/slideLayout296.xml"/><Relationship Id="rId47" Type="http://schemas.openxmlformats.org/officeDocument/2006/relationships/slideLayout" Target="../slideLayouts/slideLayout297.xml"/><Relationship Id="rId48" Type="http://schemas.openxmlformats.org/officeDocument/2006/relationships/slideLayout" Target="../slideLayouts/slideLayout298.xml"/><Relationship Id="rId49" Type="http://schemas.openxmlformats.org/officeDocument/2006/relationships/slideLayout" Target="../slideLayouts/slideLayout299.xml"/><Relationship Id="rId50" Type="http://schemas.openxmlformats.org/officeDocument/2006/relationships/slideLayout" Target="../slideLayouts/slideLayout300.xml"/><Relationship Id="rId51" Type="http://schemas.openxmlformats.org/officeDocument/2006/relationships/slideLayout" Target="../slideLayouts/slideLayout301.xml"/><Relationship Id="rId52" Type="http://schemas.openxmlformats.org/officeDocument/2006/relationships/slideLayout" Target="../slideLayouts/slideLayout302.xml"/><Relationship Id="rId53" Type="http://schemas.openxmlformats.org/officeDocument/2006/relationships/slideLayout" Target="../slideLayouts/slideLayout303.xml"/><Relationship Id="rId54" Type="http://schemas.openxmlformats.org/officeDocument/2006/relationships/theme" Target="../theme/theme7.xml"/><Relationship Id="rId55" Type="http://schemas.openxmlformats.org/officeDocument/2006/relationships/image" Target="../media/image10.png"/><Relationship Id="rId56"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75"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7E38C402-0E2C-B297-29CD-2C929636C9C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751961532"/>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 id="2147484009" r:id="rId15"/>
    <p:sldLayoutId id="2147484010" r:id="rId16"/>
    <p:sldLayoutId id="2147484011" r:id="rId17"/>
    <p:sldLayoutId id="2147484012" r:id="rId18"/>
    <p:sldLayoutId id="2147484013" r:id="rId19"/>
    <p:sldLayoutId id="2147484014" r:id="rId20"/>
    <p:sldLayoutId id="2147484015" r:id="rId21"/>
    <p:sldLayoutId id="2147484016" r:id="rId22"/>
    <p:sldLayoutId id="2147484017" r:id="rId23"/>
    <p:sldLayoutId id="2147484018" r:id="rId24"/>
    <p:sldLayoutId id="2147484019" r:id="rId25"/>
    <p:sldLayoutId id="2147484020" r:id="rId26"/>
    <p:sldLayoutId id="2147484021" r:id="rId27"/>
    <p:sldLayoutId id="2147484022" r:id="rId28"/>
    <p:sldLayoutId id="2147484023" r:id="rId29"/>
    <p:sldLayoutId id="2147484024" r:id="rId30"/>
    <p:sldLayoutId id="2147484025" r:id="rId31"/>
    <p:sldLayoutId id="2147484026" r:id="rId32"/>
    <p:sldLayoutId id="2147484027" r:id="rId33"/>
    <p:sldLayoutId id="2147484028" r:id="rId34"/>
    <p:sldLayoutId id="2147484029" r:id="rId35"/>
    <p:sldLayoutId id="2147484030" r:id="rId36"/>
    <p:sldLayoutId id="2147484031" r:id="rId37"/>
    <p:sldLayoutId id="2147484032" r:id="rId38"/>
    <p:sldLayoutId id="2147484033" r:id="rId39"/>
    <p:sldLayoutId id="2147484034" r:id="rId40"/>
    <p:sldLayoutId id="2147484035" r:id="rId41"/>
    <p:sldLayoutId id="2147484036" r:id="rId42"/>
    <p:sldLayoutId id="2147484037" r:id="rId43"/>
    <p:sldLayoutId id="2147484038" r:id="rId44"/>
    <p:sldLayoutId id="2147484039" r:id="rId45"/>
    <p:sldLayoutId id="2147483837" r:id="rId46"/>
    <p:sldLayoutId id="2147483838" r:id="rId47"/>
    <p:sldLayoutId id="2147483858" r:id="rId48"/>
    <p:sldLayoutId id="2147483860" r:id="rId49"/>
    <p:sldLayoutId id="2147483802" r:id="rId50"/>
    <p:sldLayoutId id="2147483803" r:id="rId51"/>
    <p:sldLayoutId id="2147483804" r:id="rId52"/>
    <p:sldLayoutId id="2147483807" r:id="rId53"/>
    <p:sldLayoutId id="2147483828" r:id="rId54"/>
    <p:sldLayoutId id="2147483725" r:id="rId55"/>
    <p:sldLayoutId id="2147483726" r:id="rId56"/>
    <p:sldLayoutId id="2147483734" r:id="rId57"/>
    <p:sldLayoutId id="2147483735" r:id="rId58"/>
    <p:sldLayoutId id="2147483736" r:id="rId59"/>
    <p:sldLayoutId id="2147483737" r:id="rId60"/>
    <p:sldLayoutId id="2147483738" r:id="rId61"/>
    <p:sldLayoutId id="2147483739" r:id="rId62"/>
    <p:sldLayoutId id="2147483740" r:id="rId63"/>
    <p:sldLayoutId id="2147483741" r:id="rId64"/>
    <p:sldLayoutId id="2147483742" r:id="rId65"/>
    <p:sldLayoutId id="2147483743" r:id="rId66"/>
    <p:sldLayoutId id="2147483744" r:id="rId67"/>
    <p:sldLayoutId id="2147483745" r:id="rId68"/>
    <p:sldLayoutId id="2147483746" r:id="rId69"/>
    <p:sldLayoutId id="2147483747" r:id="rId70"/>
    <p:sldLayoutId id="2147483754" r:id="rId71"/>
    <p:sldLayoutId id="2147483755" r:id="rId72"/>
    <p:sldLayoutId id="2147483756" r:id="rId7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9" name="TextBox 8">
            <a:extLst>
              <a:ext uri="{FF2B5EF4-FFF2-40B4-BE49-F238E27FC236}">
                <a16:creationId xmlns:a16="http://schemas.microsoft.com/office/drawing/2014/main" id="{57B9AC3F-FE8D-59C2-8CB1-CAA3EED831E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45451976"/>
      </p:ext>
    </p:extLst>
  </p:cSld>
  <p:clrMap bg1="lt1" tx1="dk1" bg2="lt2" tx2="dk2" accent1="accent1" accent2="accent2" accent3="accent3" accent4="accent4" accent5="accent5" accent6="accent6" hlink="hlink" folHlink="folHlink"/>
  <p:sldLayoutIdLst>
    <p:sldLayoutId id="2147484120" r:id="rId1"/>
    <p:sldLayoutId id="2147484121" r:id="rId2"/>
    <p:sldLayoutId id="2147484122" r:id="rId3"/>
    <p:sldLayoutId id="2147484123" r:id="rId4"/>
    <p:sldLayoutId id="2147484124" r:id="rId5"/>
    <p:sldLayoutId id="2147484125" r:id="rId6"/>
    <p:sldLayoutId id="2147484126" r:id="rId7"/>
    <p:sldLayoutId id="2147484127" r:id="rId8"/>
    <p:sldLayoutId id="2147484128" r:id="rId9"/>
    <p:sldLayoutId id="2147484129" r:id="rId10"/>
    <p:sldLayoutId id="2147484130" r:id="rId11"/>
    <p:sldLayoutId id="2147484131" r:id="rId12"/>
    <p:sldLayoutId id="2147484132" r:id="rId13"/>
    <p:sldLayoutId id="2147484133" r:id="rId14"/>
    <p:sldLayoutId id="2147484134" r:id="rId15"/>
  </p:sldLayoutIdLst>
  <p:hf hdr="0" ftr="0" dt="0"/>
  <p:txStyles>
    <p:titleStyle>
      <a:lvl1pPr algn="l" defTabSz="914332"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4" indent="-228584" algn="l" defTabSz="914332"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61" indent="-224350" algn="l" defTabSz="914332"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8994" indent="-234933" algn="l" defTabSz="914332"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382" indent="-253982" algn="l" defTabSz="914332"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30" indent="-224350" algn="l" defTabSz="914332"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0BF4795-A953-60A9-3498-599F9EF3BE0E}"/>
              </a:ext>
            </a:extLst>
          </p:cNvPr>
          <p:cNvGraphicFramePr>
            <a:graphicFrameLocks noChangeAspect="1"/>
          </p:cNvGraphicFramePr>
          <p:nvPr userDrawn="1">
            <p:custDataLst>
              <p:tags r:id="rId86"/>
            </p:custDataLst>
            <p:extLst>
              <p:ext uri="{D42A27DB-BD31-4B8C-83A1-F6EECF244321}">
                <p14:modId xmlns:p14="http://schemas.microsoft.com/office/powerpoint/2010/main" val="4219877220"/>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7" imgW="395" imgH="396" progId="TCLayout.ActiveDocument.1">
                  <p:embed/>
                </p:oleObj>
              </mc:Choice>
              <mc:Fallback>
                <p:oleObj name="think-cell Slide" r:id="rId87" imgW="395" imgH="396" progId="TCLayout.ActiveDocument.1">
                  <p:embed/>
                  <p:pic>
                    <p:nvPicPr>
                      <p:cNvPr id="5" name="Object 4" hidden="1">
                        <a:extLst>
                          <a:ext uri="{FF2B5EF4-FFF2-40B4-BE49-F238E27FC236}">
                            <a16:creationId xmlns:a16="http://schemas.microsoft.com/office/drawing/2014/main" id="{70BF4795-A953-60A9-3498-599F9EF3BE0E}"/>
                          </a:ext>
                        </a:extLst>
                      </p:cNvPr>
                      <p:cNvPicPr/>
                      <p:nvPr/>
                    </p:nvPicPr>
                    <p:blipFill>
                      <a:blip r:embed="rId88"/>
                      <a:stretch>
                        <a:fillRect/>
                      </a:stretch>
                    </p:blipFill>
                    <p:spPr>
                      <a:xfrm>
                        <a:off x="1590" y="1590"/>
                        <a:ext cx="1588" cy="1588"/>
                      </a:xfrm>
                      <a:prstGeom prst="rect">
                        <a:avLst/>
                      </a:prstGeom>
                    </p:spPr>
                  </p:pic>
                </p:oleObj>
              </mc:Fallback>
            </mc:AlternateContent>
          </a:graphicData>
        </a:graphic>
      </p:graphicFrame>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89"/>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1" y="192971"/>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1" y="1576553"/>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C992DDE8-1968-5339-2D79-486784B51AC6}"/>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443887171"/>
      </p:ext>
    </p:extLst>
  </p:cSld>
  <p:clrMap bg1="lt1" tx1="dk1" bg2="lt2" tx2="dk2" accent1="accent1" accent2="accent2" accent3="accent3" accent4="accent4" accent5="accent5" accent6="accent6" hlink="hlink" folHlink="folHlink"/>
  <p:sldLayoutIdLst>
    <p:sldLayoutId id="2147484137" r:id="rId1"/>
    <p:sldLayoutId id="2147484138" r:id="rId2"/>
    <p:sldLayoutId id="2147484139" r:id="rId3"/>
    <p:sldLayoutId id="2147484140" r:id="rId4"/>
    <p:sldLayoutId id="2147484141" r:id="rId5"/>
    <p:sldLayoutId id="2147484142" r:id="rId6"/>
    <p:sldLayoutId id="2147484143" r:id="rId7"/>
    <p:sldLayoutId id="2147484144" r:id="rId8"/>
    <p:sldLayoutId id="2147484145" r:id="rId9"/>
    <p:sldLayoutId id="2147484146" r:id="rId10"/>
    <p:sldLayoutId id="2147484147" r:id="rId11"/>
    <p:sldLayoutId id="2147484148" r:id="rId12"/>
    <p:sldLayoutId id="2147484149" r:id="rId13"/>
    <p:sldLayoutId id="2147484150" r:id="rId14"/>
    <p:sldLayoutId id="2147484151" r:id="rId15"/>
    <p:sldLayoutId id="2147484152" r:id="rId16"/>
    <p:sldLayoutId id="2147484153" r:id="rId17"/>
    <p:sldLayoutId id="2147484154" r:id="rId18"/>
    <p:sldLayoutId id="2147484155" r:id="rId19"/>
    <p:sldLayoutId id="2147484156" r:id="rId20"/>
    <p:sldLayoutId id="2147484157" r:id="rId21"/>
    <p:sldLayoutId id="2147484158" r:id="rId22"/>
    <p:sldLayoutId id="2147484159" r:id="rId23"/>
    <p:sldLayoutId id="2147484160" r:id="rId24"/>
    <p:sldLayoutId id="2147484161" r:id="rId25"/>
    <p:sldLayoutId id="2147484162" r:id="rId26"/>
    <p:sldLayoutId id="2147484163" r:id="rId27"/>
    <p:sldLayoutId id="2147484164" r:id="rId28"/>
    <p:sldLayoutId id="2147484165" r:id="rId29"/>
    <p:sldLayoutId id="2147484166" r:id="rId30"/>
    <p:sldLayoutId id="2147484167" r:id="rId31"/>
    <p:sldLayoutId id="2147484168" r:id="rId32"/>
    <p:sldLayoutId id="2147484169" r:id="rId33"/>
    <p:sldLayoutId id="2147484170" r:id="rId34"/>
    <p:sldLayoutId id="2147484171" r:id="rId35"/>
    <p:sldLayoutId id="2147484172" r:id="rId36"/>
    <p:sldLayoutId id="2147484173" r:id="rId37"/>
    <p:sldLayoutId id="2147484174" r:id="rId38"/>
    <p:sldLayoutId id="2147484175" r:id="rId39"/>
    <p:sldLayoutId id="2147484176" r:id="rId40"/>
    <p:sldLayoutId id="2147484177" r:id="rId41"/>
    <p:sldLayoutId id="2147484178" r:id="rId42"/>
    <p:sldLayoutId id="2147484179" r:id="rId43"/>
    <p:sldLayoutId id="2147484180" r:id="rId44"/>
    <p:sldLayoutId id="2147484181" r:id="rId45"/>
    <p:sldLayoutId id="2147484182" r:id="rId46"/>
    <p:sldLayoutId id="2147484183" r:id="rId47"/>
    <p:sldLayoutId id="2147484184" r:id="rId48"/>
    <p:sldLayoutId id="2147484185" r:id="rId49"/>
    <p:sldLayoutId id="2147484186" r:id="rId50"/>
    <p:sldLayoutId id="2147484187" r:id="rId51"/>
    <p:sldLayoutId id="2147484188" r:id="rId52"/>
    <p:sldLayoutId id="2147484189" r:id="rId53"/>
    <p:sldLayoutId id="2147484190" r:id="rId54"/>
    <p:sldLayoutId id="2147484191" r:id="rId55"/>
    <p:sldLayoutId id="2147484192" r:id="rId56"/>
    <p:sldLayoutId id="2147484193" r:id="rId57"/>
    <p:sldLayoutId id="2147484194" r:id="rId58"/>
    <p:sldLayoutId id="2147484195" r:id="rId59"/>
    <p:sldLayoutId id="2147484196" r:id="rId60"/>
    <p:sldLayoutId id="2147484197" r:id="rId61"/>
    <p:sldLayoutId id="2147484198" r:id="rId62"/>
    <p:sldLayoutId id="2147484199" r:id="rId63"/>
    <p:sldLayoutId id="2147484200" r:id="rId64"/>
    <p:sldLayoutId id="2147484201" r:id="rId65"/>
    <p:sldLayoutId id="2147484202" r:id="rId66"/>
    <p:sldLayoutId id="2147484203" r:id="rId67"/>
    <p:sldLayoutId id="2147484204" r:id="rId68"/>
    <p:sldLayoutId id="2147484205" r:id="rId69"/>
    <p:sldLayoutId id="2147484206" r:id="rId70"/>
    <p:sldLayoutId id="2147484207" r:id="rId71"/>
    <p:sldLayoutId id="2147484208" r:id="rId72"/>
    <p:sldLayoutId id="2147484209" r:id="rId73"/>
    <p:sldLayoutId id="2147484210" r:id="rId74"/>
    <p:sldLayoutId id="2147484211" r:id="rId75"/>
    <p:sldLayoutId id="2147484212" r:id="rId76"/>
    <p:sldLayoutId id="2147484213" r:id="rId77"/>
    <p:sldLayoutId id="2147484214" r:id="rId78"/>
    <p:sldLayoutId id="2147484215" r:id="rId79"/>
    <p:sldLayoutId id="2147484216" r:id="rId80"/>
    <p:sldLayoutId id="2147484217" r:id="rId81"/>
    <p:sldLayoutId id="2147484218" r:id="rId82"/>
    <p:sldLayoutId id="2147484219" r:id="rId83"/>
    <p:sldLayoutId id="2147484220" r:id="rId84"/>
  </p:sldLayoutIdLst>
  <p:hf hdr="0" ftr="0" dt="0"/>
  <p:txStyles>
    <p:titleStyle>
      <a:lvl1pPr algn="l" defTabSz="914332"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32"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55" indent="-243823" algn="l" defTabSz="914332"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376" indent="-243823" algn="l" defTabSz="914332"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10" indent="-243823" algn="l" defTabSz="914332"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32"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7ECB8AFA-45A1-4F8E-99F7-63D8EA4D4868}"/>
              </a:ext>
            </a:extLst>
          </p:cNvPr>
          <p:cNvGraphicFramePr>
            <a:graphicFrameLocks noChangeAspect="1"/>
          </p:cNvGraphicFramePr>
          <p:nvPr userDrawn="1">
            <p:custDataLst>
              <p:tags r:id="rId46"/>
            </p:custDataLst>
            <p:extLst>
              <p:ext uri="{D42A27DB-BD31-4B8C-83A1-F6EECF244321}">
                <p14:modId xmlns:p14="http://schemas.microsoft.com/office/powerpoint/2010/main" val="368455454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7" imgW="395" imgH="396" progId="TCLayout.ActiveDocument.1">
                  <p:embed/>
                </p:oleObj>
              </mc:Choice>
              <mc:Fallback>
                <p:oleObj name="think-cell Slide" r:id="rId47" imgW="395" imgH="396" progId="TCLayout.ActiveDocument.1">
                  <p:embed/>
                  <p:pic>
                    <p:nvPicPr>
                      <p:cNvPr id="8" name="Object 7" hidden="1">
                        <a:extLst>
                          <a:ext uri="{FF2B5EF4-FFF2-40B4-BE49-F238E27FC236}">
                            <a16:creationId xmlns:a16="http://schemas.microsoft.com/office/drawing/2014/main" id="{7ECB8AFA-45A1-4F8E-99F7-63D8EA4D4868}"/>
                          </a:ext>
                        </a:extLst>
                      </p:cNvPr>
                      <p:cNvPicPr/>
                      <p:nvPr/>
                    </p:nvPicPr>
                    <p:blipFill>
                      <a:blip r:embed="rId48"/>
                      <a:stretch>
                        <a:fillRect/>
                      </a:stretch>
                    </p:blipFill>
                    <p:spPr>
                      <a:xfrm>
                        <a:off x="2119" y="2119"/>
                        <a:ext cx="2117"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0" name="TextBox 9">
            <a:extLst>
              <a:ext uri="{FF2B5EF4-FFF2-40B4-BE49-F238E27FC236}">
                <a16:creationId xmlns:a16="http://schemas.microsoft.com/office/drawing/2014/main" id="{F52836D8-AEC6-CA45-4060-AF2604770E49}"/>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33118750"/>
      </p:ext>
    </p:extLst>
  </p:cSld>
  <p:clrMap bg1="lt1" tx1="dk1" bg2="lt2" tx2="dk2" accent1="accent1" accent2="accent2" accent3="accent3" accent4="accent4" accent5="accent5" accent6="accent6" hlink="hlink" folHlink="folHlink"/>
  <p:sldLayoutIdLst>
    <p:sldLayoutId id="2147484222" r:id="rId1"/>
    <p:sldLayoutId id="2147484223" r:id="rId2"/>
    <p:sldLayoutId id="2147484224" r:id="rId3"/>
    <p:sldLayoutId id="2147484225" r:id="rId4"/>
    <p:sldLayoutId id="2147484226" r:id="rId5"/>
    <p:sldLayoutId id="2147484227" r:id="rId6"/>
    <p:sldLayoutId id="2147484228" r:id="rId7"/>
    <p:sldLayoutId id="2147484229" r:id="rId8"/>
    <p:sldLayoutId id="2147484230" r:id="rId9"/>
    <p:sldLayoutId id="2147484231" r:id="rId10"/>
    <p:sldLayoutId id="2147484232" r:id="rId11"/>
    <p:sldLayoutId id="2147484233" r:id="rId12"/>
    <p:sldLayoutId id="2147484234" r:id="rId13"/>
    <p:sldLayoutId id="2147484235" r:id="rId14"/>
    <p:sldLayoutId id="2147484236" r:id="rId15"/>
    <p:sldLayoutId id="2147484237" r:id="rId16"/>
    <p:sldLayoutId id="2147484238" r:id="rId17"/>
    <p:sldLayoutId id="2147484239" r:id="rId18"/>
    <p:sldLayoutId id="2147484240" r:id="rId19"/>
    <p:sldLayoutId id="2147484241" r:id="rId20"/>
    <p:sldLayoutId id="2147484242" r:id="rId21"/>
    <p:sldLayoutId id="2147484243" r:id="rId22"/>
    <p:sldLayoutId id="2147484244" r:id="rId23"/>
    <p:sldLayoutId id="2147484245" r:id="rId24"/>
    <p:sldLayoutId id="2147484246" r:id="rId25"/>
    <p:sldLayoutId id="2147484247" r:id="rId26"/>
    <p:sldLayoutId id="2147484248" r:id="rId27"/>
    <p:sldLayoutId id="2147484249" r:id="rId28"/>
    <p:sldLayoutId id="2147484250" r:id="rId29"/>
    <p:sldLayoutId id="2147484251" r:id="rId30"/>
    <p:sldLayoutId id="2147484252" r:id="rId31"/>
    <p:sldLayoutId id="2147484253" r:id="rId32"/>
    <p:sldLayoutId id="2147484254" r:id="rId33"/>
    <p:sldLayoutId id="2147484255" r:id="rId34"/>
    <p:sldLayoutId id="2147484256" r:id="rId35"/>
    <p:sldLayoutId id="2147484257" r:id="rId36"/>
    <p:sldLayoutId id="2147484258" r:id="rId37"/>
    <p:sldLayoutId id="2147484259" r:id="rId38"/>
    <p:sldLayoutId id="2147484260" r:id="rId39"/>
    <p:sldLayoutId id="2147484261" r:id="rId40"/>
    <p:sldLayoutId id="2147484262" r:id="rId41"/>
    <p:sldLayoutId id="2147484263" r:id="rId42"/>
    <p:sldLayoutId id="2147484264" r:id="rId43"/>
    <p:sldLayoutId id="2147484265" r:id="rId44"/>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F950B339-5CC0-40B5-8836-660AF82E984D}"/>
              </a:ext>
            </a:extLst>
          </p:cNvPr>
          <p:cNvGraphicFramePr>
            <a:graphicFrameLocks noChangeAspect="1"/>
          </p:cNvGraphicFramePr>
          <p:nvPr userDrawn="1">
            <p:custDataLst>
              <p:tags r:id="rId20"/>
            </p:custDataLst>
            <p:extLst>
              <p:ext uri="{D42A27DB-BD31-4B8C-83A1-F6EECF244321}">
                <p14:modId xmlns:p14="http://schemas.microsoft.com/office/powerpoint/2010/main" val="22810742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306" imgH="306" progId="TCLayout.ActiveDocument.1">
                  <p:embed/>
                </p:oleObj>
              </mc:Choice>
              <mc:Fallback>
                <p:oleObj name="think-cell Slide" r:id="rId21" imgW="306" imgH="306" progId="TCLayout.ActiveDocument.1">
                  <p:embed/>
                  <p:pic>
                    <p:nvPicPr>
                      <p:cNvPr id="9" name="Object 8" hidden="1">
                        <a:extLst>
                          <a:ext uri="{FF2B5EF4-FFF2-40B4-BE49-F238E27FC236}">
                            <a16:creationId xmlns:a16="http://schemas.microsoft.com/office/drawing/2014/main" id="{F950B339-5CC0-40B5-8836-660AF82E984D}"/>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AD0E1EFB-12D9-8987-277D-004C2B16E69C}"/>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574980470"/>
      </p:ext>
    </p:extLst>
  </p:cSld>
  <p:clrMap bg1="lt1" tx1="dk1" bg2="lt2" tx2="dk2" accent1="accent1" accent2="accent2" accent3="accent3" accent4="accent4" accent5="accent5" accent6="accent6" hlink="hlink" folHlink="folHlink"/>
  <p:sldLayoutIdLst>
    <p:sldLayoutId id="2147484450" r:id="rId1"/>
    <p:sldLayoutId id="2147484451" r:id="rId2"/>
    <p:sldLayoutId id="2147484452" r:id="rId3"/>
    <p:sldLayoutId id="2147484453" r:id="rId4"/>
    <p:sldLayoutId id="2147484454" r:id="rId5"/>
    <p:sldLayoutId id="2147484455" r:id="rId6"/>
    <p:sldLayoutId id="2147484456" r:id="rId7"/>
    <p:sldLayoutId id="2147484457" r:id="rId8"/>
    <p:sldLayoutId id="2147484458" r:id="rId9"/>
    <p:sldLayoutId id="2147484459" r:id="rId10"/>
    <p:sldLayoutId id="2147484460" r:id="rId11"/>
    <p:sldLayoutId id="2147484461" r:id="rId12"/>
    <p:sldLayoutId id="2147484462" r:id="rId13"/>
    <p:sldLayoutId id="2147484463" r:id="rId14"/>
    <p:sldLayoutId id="2147484464" r:id="rId15"/>
    <p:sldLayoutId id="2147484465" r:id="rId16"/>
    <p:sldLayoutId id="2147484466" r:id="rId17"/>
    <p:sldLayoutId id="2147484467" r:id="rId18"/>
  </p:sldLayoutIdLst>
  <p:hf hdr="0" ftr="0" dt="0"/>
  <p:txStyles>
    <p:titleStyle>
      <a:lvl1pPr algn="l" defTabSz="914377"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94" indent="-228594" algn="l" defTabSz="914377"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98" indent="-224361" algn="l" defTabSz="914377"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42" indent="-234945" algn="l" defTabSz="914377"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38" indent="-253994" algn="l" defTabSz="914377"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99" indent="-224361" algn="l" defTabSz="914377"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82E2BF7C-9174-DE83-24EA-FCA77DE33CCA}"/>
              </a:ext>
            </a:extLst>
          </p:cNvPr>
          <p:cNvGraphicFramePr>
            <a:graphicFrameLocks noChangeAspect="1"/>
          </p:cNvGraphicFramePr>
          <p:nvPr userDrawn="1">
            <p:custDataLst>
              <p:tags r:id="rId18"/>
            </p:custDataLst>
            <p:extLst>
              <p:ext uri="{D42A27DB-BD31-4B8C-83A1-F6EECF244321}">
                <p14:modId xmlns:p14="http://schemas.microsoft.com/office/powerpoint/2010/main" val="1526455365"/>
              </p:ext>
            </p:extLst>
          </p:nvPr>
        </p:nvGraphicFramePr>
        <p:xfrm>
          <a:off x="2118" y="2118"/>
          <a:ext cx="1636" cy="2117"/>
        </p:xfrm>
        <a:graphic>
          <a:graphicData uri="http://schemas.openxmlformats.org/presentationml/2006/ole">
            <mc:AlternateContent xmlns:mc="http://schemas.openxmlformats.org/markup-compatibility/2006">
              <mc:Choice xmlns:v="urn:schemas-microsoft-com:vml" Requires="v">
                <p:oleObj name="think-cell Slide" r:id="rId19" imgW="7772400" imgH="10058400" progId="TCLayout.ActiveDocument.1">
                  <p:embed/>
                </p:oleObj>
              </mc:Choice>
              <mc:Fallback>
                <p:oleObj name="think-cell Slide" r:id="rId19" imgW="7772400" imgH="10058400" progId="TCLayout.ActiveDocument.1">
                  <p:embed/>
                  <p:pic>
                    <p:nvPicPr>
                      <p:cNvPr id="9" name="think-cell data - do not delete" hidden="1">
                        <a:extLst>
                          <a:ext uri="{FF2B5EF4-FFF2-40B4-BE49-F238E27FC236}">
                            <a16:creationId xmlns:a16="http://schemas.microsoft.com/office/drawing/2014/main" id="{82E2BF7C-9174-DE83-24EA-FCA77DE33CCA}"/>
                          </a:ext>
                        </a:extLst>
                      </p:cNvPr>
                      <p:cNvPicPr/>
                      <p:nvPr/>
                    </p:nvPicPr>
                    <p:blipFill>
                      <a:blip r:embed="rId20"/>
                      <a:stretch>
                        <a:fillRect/>
                      </a:stretch>
                    </p:blipFill>
                    <p:spPr>
                      <a:xfrm>
                        <a:off x="2118" y="2118"/>
                        <a:ext cx="1636"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E30B032F-0740-678D-B1A3-6AD1735A52FA}"/>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189807336"/>
      </p:ext>
    </p:extLst>
  </p:cSld>
  <p:clrMap bg1="lt1" tx1="dk1" bg2="lt2" tx2="dk2" accent1="accent1" accent2="accent2" accent3="accent3" accent4="accent4" accent5="accent5" accent6="accent6" hlink="hlink" folHlink="folHlink"/>
  <p:sldLayoutIdLst>
    <p:sldLayoutId id="2147484501" r:id="rId1"/>
    <p:sldLayoutId id="2147484502" r:id="rId2"/>
    <p:sldLayoutId id="2147484503" r:id="rId3"/>
    <p:sldLayoutId id="2147484504" r:id="rId4"/>
    <p:sldLayoutId id="2147484505" r:id="rId5"/>
    <p:sldLayoutId id="2147484506" r:id="rId6"/>
    <p:sldLayoutId id="2147484507" r:id="rId7"/>
    <p:sldLayoutId id="2147484508" r:id="rId8"/>
    <p:sldLayoutId id="2147484509" r:id="rId9"/>
    <p:sldLayoutId id="2147484510" r:id="rId10"/>
    <p:sldLayoutId id="2147484511" r:id="rId11"/>
    <p:sldLayoutId id="2147484512" r:id="rId12"/>
    <p:sldLayoutId id="2147484513" r:id="rId13"/>
    <p:sldLayoutId id="2147484514" r:id="rId14"/>
    <p:sldLayoutId id="2147484515" r:id="rId15"/>
    <p:sldLayoutId id="2147484516" r:id="rId16"/>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F00690A2-18E7-4995-D97A-69C81CB916C7}"/>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pic>
        <p:nvPicPr>
          <p:cNvPr id="2" name="Graphic 1">
            <a:extLst>
              <a:ext uri="{FF2B5EF4-FFF2-40B4-BE49-F238E27FC236}">
                <a16:creationId xmlns:a16="http://schemas.microsoft.com/office/drawing/2014/main" id="{2C1CB57B-7019-0C40-EBA8-97CDCF1184B7}"/>
              </a:ext>
            </a:extLst>
          </p:cNvPr>
          <p:cNvPicPr>
            <a:picLocks noChangeAspect="1"/>
          </p:cNvPicPr>
          <p:nvPr userDrawn="1"/>
        </p:nvPicPr>
        <p:blipFill>
          <a:blip r:embed="rId55" cstate="screen">
            <a:extLst>
              <a:ext uri="{28A0092B-C50C-407E-A947-70E740481C1C}">
                <a14:useLocalDpi xmlns:a14="http://schemas.microsoft.com/office/drawing/2010/main"/>
              </a:ext>
              <a:ext uri="{96DAC541-7B7A-43D3-8B79-37D633B846F1}">
                <asvg:svgBlip xmlns:asvg="http://schemas.microsoft.com/office/drawing/2016/SVG/main" r:embed="rId56"/>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06079918"/>
      </p:ext>
    </p:extLst>
  </p:cSld>
  <p:clrMap bg1="lt1" tx1="dk1" bg2="lt2" tx2="dk2" accent1="accent1" accent2="accent2" accent3="accent3" accent4="accent4" accent5="accent5" accent6="accent6" hlink="hlink" folHlink="folHlink"/>
  <p:sldLayoutIdLst>
    <p:sldLayoutId id="2147484519" r:id="rId1"/>
    <p:sldLayoutId id="2147484520" r:id="rId2"/>
    <p:sldLayoutId id="2147484521" r:id="rId3"/>
    <p:sldLayoutId id="2147484522" r:id="rId4"/>
    <p:sldLayoutId id="2147484523" r:id="rId5"/>
    <p:sldLayoutId id="2147484524" r:id="rId6"/>
    <p:sldLayoutId id="2147484525" r:id="rId7"/>
    <p:sldLayoutId id="2147484526" r:id="rId8"/>
    <p:sldLayoutId id="2147484527" r:id="rId9"/>
    <p:sldLayoutId id="2147484528" r:id="rId10"/>
    <p:sldLayoutId id="2147484529" r:id="rId11"/>
    <p:sldLayoutId id="2147484530" r:id="rId12"/>
    <p:sldLayoutId id="2147484531" r:id="rId13"/>
    <p:sldLayoutId id="2147484532" r:id="rId14"/>
    <p:sldLayoutId id="2147484533" r:id="rId15"/>
    <p:sldLayoutId id="2147484534" r:id="rId16"/>
    <p:sldLayoutId id="2147484535" r:id="rId17"/>
    <p:sldLayoutId id="2147484536" r:id="rId18"/>
    <p:sldLayoutId id="2147484537" r:id="rId19"/>
    <p:sldLayoutId id="2147484538" r:id="rId20"/>
    <p:sldLayoutId id="2147484539" r:id="rId21"/>
    <p:sldLayoutId id="2147484540" r:id="rId22"/>
    <p:sldLayoutId id="2147484541" r:id="rId23"/>
    <p:sldLayoutId id="2147484542" r:id="rId24"/>
    <p:sldLayoutId id="2147484543" r:id="rId25"/>
    <p:sldLayoutId id="2147484544" r:id="rId26"/>
    <p:sldLayoutId id="2147484545" r:id="rId27"/>
    <p:sldLayoutId id="2147484546" r:id="rId28"/>
    <p:sldLayoutId id="2147484547" r:id="rId29"/>
    <p:sldLayoutId id="2147484548" r:id="rId30"/>
    <p:sldLayoutId id="2147484549" r:id="rId31"/>
    <p:sldLayoutId id="2147484550" r:id="rId32"/>
    <p:sldLayoutId id="2147484551" r:id="rId33"/>
    <p:sldLayoutId id="2147484552" r:id="rId34"/>
    <p:sldLayoutId id="2147484553" r:id="rId35"/>
    <p:sldLayoutId id="2147484554" r:id="rId36"/>
    <p:sldLayoutId id="2147484555" r:id="rId37"/>
    <p:sldLayoutId id="2147484556" r:id="rId38"/>
    <p:sldLayoutId id="2147484557" r:id="rId39"/>
    <p:sldLayoutId id="2147484558" r:id="rId40"/>
    <p:sldLayoutId id="2147484559" r:id="rId41"/>
    <p:sldLayoutId id="2147484560" r:id="rId42"/>
    <p:sldLayoutId id="2147484561" r:id="rId43"/>
    <p:sldLayoutId id="2147484562" r:id="rId44"/>
    <p:sldLayoutId id="2147484563" r:id="rId45"/>
    <p:sldLayoutId id="2147484564" r:id="rId46"/>
    <p:sldLayoutId id="2147484565" r:id="rId47"/>
    <p:sldLayoutId id="2147484566" r:id="rId48"/>
    <p:sldLayoutId id="2147484567" r:id="rId49"/>
    <p:sldLayoutId id="2147484568" r:id="rId50"/>
    <p:sldLayoutId id="2147484569" r:id="rId51"/>
    <p:sldLayoutId id="2147484570" r:id="rId52"/>
    <p:sldLayoutId id="2147484571" r:id="rId5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rPr sz="1400">
                <a:solidFill>
                  <a:srgbClr val="595C62"/>
                </a:solidFill>
                <a:latin typeface="Montserrat"/>
              </a:rPr>
              <a:t>Treatment patterns in prescribed analgesics</a:t>
            </a:r>
          </a:p>
          <a:p>
            <a:r>
              <a:rPr sz="1400">
                <a:solidFill>
                  <a:srgbClr val="595C62"/>
                </a:solidFill>
                <a:latin typeface="Montserrat"/>
              </a:rPr>
              <a:t>Study 25P01  ·  THIN Germany  ·  August 2026</a:t>
            </a:r>
          </a:p>
        </p:txBody>
      </p:sp>
      <p:sp>
        <p:nvSpPr>
          <p:cNvPr id="3" name="Title 2"/>
          <p:cNvSpPr>
            <a:spLocks noGrp="1"/>
          </p:cNvSpPr>
          <p:nvPr>
            <p:ph type="ctrTitle"/>
          </p:nvPr>
        </p:nvSpPr>
        <p:spPr/>
        <p:txBody>
          <a:bodyPr/>
          <a:lstStyle/>
          <a:p>
            <a:r>
              <a:rPr sz="3400">
                <a:latin typeface="Montserrat"/>
              </a:rPr>
              <a:t>Headache &amp; Migraine in Germany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we set out to answer</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Once someone is diagnosed with a headache disorder, what pain medication do they actually receive?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a:t>
            </a:r>
          </a:p>
        </p:txBody>
      </p:sp>
      <p:sp>
        <p:nvSpPr>
          <p:cNvPr id="5" name="TextBox 4"/>
          <p:cNvSpPr txBox="1"/>
          <p:nvPr/>
        </p:nvSpPr>
        <p:spPr>
          <a:xfrm>
            <a:off x="502920" y="13258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How much?</a:t>
            </a:r>
          </a:p>
        </p:txBody>
      </p:sp>
      <p:sp>
        <p:nvSpPr>
          <p:cNvPr id="7" name="TextBox 6"/>
          <p:cNvSpPr txBox="1"/>
          <p:nvPr/>
        </p:nvSpPr>
        <p:spPr>
          <a:xfrm>
            <a:off x="731520" y="15819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Volume of painkiller prescriptions per patient, compared with a matched person without headache.</a:t>
            </a:r>
          </a:p>
        </p:txBody>
      </p:sp>
      <p:sp>
        <p:nvSpPr>
          <p:cNvPr id="8" name="TextBox 7"/>
          <p:cNvSpPr txBox="1"/>
          <p:nvPr/>
        </p:nvSpPr>
        <p:spPr>
          <a:xfrm>
            <a:off x="502920" y="19842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19842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What kind?</a:t>
            </a:r>
          </a:p>
        </p:txBody>
      </p:sp>
      <p:sp>
        <p:nvSpPr>
          <p:cNvPr id="10" name="TextBox 9"/>
          <p:cNvSpPr txBox="1"/>
          <p:nvPr/>
        </p:nvSpPr>
        <p:spPr>
          <a:xfrm>
            <a:off x="731520" y="22402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Which of the three painkiller families they receive, and how much is migraine-specific.</a:t>
            </a:r>
          </a:p>
        </p:txBody>
      </p:sp>
      <p:sp>
        <p:nvSpPr>
          <p:cNvPr id="11" name="TextBox 10"/>
          <p:cNvSpPr txBox="1"/>
          <p:nvPr/>
        </p:nvSpPr>
        <p:spPr>
          <a:xfrm>
            <a:off x="502920" y="26426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6426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For how long?</a:t>
            </a:r>
          </a:p>
        </p:txBody>
      </p:sp>
      <p:sp>
        <p:nvSpPr>
          <p:cNvPr id="13" name="TextBox 12"/>
          <p:cNvSpPr txBox="1"/>
          <p:nvPr/>
        </p:nvSpPr>
        <p:spPr>
          <a:xfrm>
            <a:off x="731520" y="28986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Whether treatment is sustained, whether patients switch drugs, and whether they keep collecting them.</a:t>
            </a:r>
          </a:p>
        </p:txBody>
      </p:sp>
      <p:sp>
        <p:nvSpPr>
          <p:cNvPr id="14" name="TextBox 13"/>
          <p:cNvSpPr txBox="1"/>
          <p:nvPr/>
        </p:nvSpPr>
        <p:spPr>
          <a:xfrm>
            <a:off x="502920" y="3429000"/>
            <a:ext cx="54864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Who is in the study</a:t>
            </a:r>
          </a:p>
        </p:txBody>
      </p:sp>
      <p:sp>
        <p:nvSpPr>
          <p:cNvPr id="15" name="TextBox 14"/>
          <p:cNvSpPr txBox="1"/>
          <p:nvPr/>
        </p:nvSpPr>
        <p:spPr>
          <a:xfrm>
            <a:off x="502920" y="3794760"/>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10,466,929</a:t>
            </a:r>
          </a:p>
        </p:txBody>
      </p:sp>
      <p:sp>
        <p:nvSpPr>
          <p:cNvPr id="16" name="TextBox 15"/>
          <p:cNvSpPr txBox="1"/>
          <p:nvPr/>
        </p:nvSpPr>
        <p:spPr>
          <a:xfrm>
            <a:off x="2240280" y="3813048"/>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patients observable in THIN Germany from Jan 2021</a:t>
            </a:r>
          </a:p>
        </p:txBody>
      </p:sp>
      <p:sp>
        <p:nvSpPr>
          <p:cNvPr id="17" name="TextBox 16"/>
          <p:cNvSpPr txBox="1"/>
          <p:nvPr/>
        </p:nvSpPr>
        <p:spPr>
          <a:xfrm>
            <a:off x="502920" y="4178808"/>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359,425</a:t>
            </a:r>
          </a:p>
        </p:txBody>
      </p:sp>
      <p:sp>
        <p:nvSpPr>
          <p:cNvPr id="18" name="TextBox 17"/>
          <p:cNvSpPr txBox="1"/>
          <p:nvPr/>
        </p:nvSpPr>
        <p:spPr>
          <a:xfrm>
            <a:off x="2240280" y="4197096"/>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 confirmed headache disorder diagnosis</a:t>
            </a:r>
          </a:p>
        </p:txBody>
      </p:sp>
      <p:sp>
        <p:nvSpPr>
          <p:cNvPr id="19" name="TextBox 18"/>
          <p:cNvSpPr txBox="1"/>
          <p:nvPr/>
        </p:nvSpPr>
        <p:spPr>
          <a:xfrm>
            <a:off x="502920" y="4562856"/>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273,957</a:t>
            </a:r>
          </a:p>
        </p:txBody>
      </p:sp>
      <p:sp>
        <p:nvSpPr>
          <p:cNvPr id="20" name="TextBox 19"/>
          <p:cNvSpPr txBox="1"/>
          <p:nvPr/>
        </p:nvSpPr>
        <p:spPr>
          <a:xfrm>
            <a:off x="2240280" y="4581144"/>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at least 1 year of follow-up after diagnosis</a:t>
            </a:r>
          </a:p>
        </p:txBody>
      </p:sp>
      <p:sp>
        <p:nvSpPr>
          <p:cNvPr id="21" name="TextBox 20"/>
          <p:cNvSpPr txBox="1"/>
          <p:nvPr/>
        </p:nvSpPr>
        <p:spPr>
          <a:xfrm>
            <a:off x="502920" y="4946904"/>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242,486</a:t>
            </a:r>
          </a:p>
        </p:txBody>
      </p:sp>
      <p:sp>
        <p:nvSpPr>
          <p:cNvPr id="22" name="TextBox 21"/>
          <p:cNvSpPr txBox="1"/>
          <p:nvPr/>
        </p:nvSpPr>
        <p:spPr>
          <a:xfrm>
            <a:off x="2240280" y="4965192"/>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matched 1:1 to a person with no headache history</a:t>
            </a:r>
          </a:p>
        </p:txBody>
      </p:sp>
      <p:sp>
        <p:nvSpPr>
          <p:cNvPr id="23" name="TextBox 22"/>
          <p:cNvSpPr txBox="1"/>
          <p:nvPr/>
        </p:nvSpPr>
        <p:spPr>
          <a:xfrm>
            <a:off x="502920" y="553212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on year of birth (within 2 years), sex and practice site, so the two groups are comparable and each pair is followed over the same window of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these results: the N02 painkiller family</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Everything here concerns ATC group N02, prescribed painkillers. It splits into three types.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2</a:t>
            </a:r>
          </a:p>
        </p:txBody>
      </p:sp>
      <p:sp>
        <p:nvSpPr>
          <p:cNvPr id="5" name="TextBox 4"/>
          <p:cNvSpPr txBox="1"/>
          <p:nvPr/>
        </p:nvSpPr>
        <p:spPr>
          <a:xfrm>
            <a:off x="502920" y="1371600"/>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N02A  Opioids</a:t>
            </a:r>
          </a:p>
        </p:txBody>
      </p:sp>
      <p:sp>
        <p:nvSpPr>
          <p:cNvPr id="6" name="TextBox 5"/>
          <p:cNvSpPr txBox="1"/>
          <p:nvPr/>
        </p:nvSpPr>
        <p:spPr>
          <a:xfrm>
            <a:off x="3931920" y="1371600"/>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Strong pain relief: tramadol, tilidine, oxycodone, fentanyl. Not a headache treatment; their presence signals escalation or other pain.</a:t>
            </a:r>
          </a:p>
        </p:txBody>
      </p:sp>
      <p:sp>
        <p:nvSpPr>
          <p:cNvPr id="7" name="Rectangle 6"/>
          <p:cNvSpPr/>
          <p:nvPr/>
        </p:nvSpPr>
        <p:spPr>
          <a:xfrm>
            <a:off x="502920" y="1938528"/>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231136"/>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N02B  Everyday analgesics</a:t>
            </a:r>
          </a:p>
        </p:txBody>
      </p:sp>
      <p:sp>
        <p:nvSpPr>
          <p:cNvPr id="9" name="TextBox 8"/>
          <p:cNvSpPr txBox="1"/>
          <p:nvPr/>
        </p:nvSpPr>
        <p:spPr>
          <a:xfrm>
            <a:off x="3931920" y="2231136"/>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Metamizole, paracetamol, aspirin, plus gabapentin and pregabalin for nerve pain. General-purpose, not migraine-specific.</a:t>
            </a:r>
          </a:p>
        </p:txBody>
      </p:sp>
      <p:sp>
        <p:nvSpPr>
          <p:cNvPr id="10" name="Rectangle 9"/>
          <p:cNvSpPr/>
          <p:nvPr/>
        </p:nvSpPr>
        <p:spPr>
          <a:xfrm>
            <a:off x="502920" y="2798064"/>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90672"/>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N02C  Migraine-specific</a:t>
            </a:r>
          </a:p>
        </p:txBody>
      </p:sp>
      <p:sp>
        <p:nvSpPr>
          <p:cNvPr id="12" name="TextBox 11"/>
          <p:cNvSpPr txBox="1"/>
          <p:nvPr/>
        </p:nvSpPr>
        <p:spPr>
          <a:xfrm>
            <a:off x="3931920" y="3090672"/>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Triptans (sumatriptan, rizatriptan) and the newer CGRP antibodies. Prescribed for migraine and essentially nothing else.</a:t>
            </a:r>
          </a:p>
        </p:txBody>
      </p:sp>
      <p:sp>
        <p:nvSpPr>
          <p:cNvPr id="13" name="Rectangle 12"/>
          <p:cNvSpPr/>
          <p:nvPr/>
        </p:nvSpPr>
        <p:spPr>
          <a:xfrm>
            <a:off x="502920" y="36576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77639"/>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N02C is the only family that tells us a doctor is treating migraine as migraine. N02A and N02B tell us pain is being managed. They do not tell us it is being managed as a headache disorder.</a:t>
            </a:r>
          </a:p>
        </p:txBody>
      </p:sp>
      <p:sp>
        <p:nvSpPr>
          <p:cNvPr id="15" name="TextBox 14"/>
          <p:cNvSpPr txBox="1"/>
          <p:nvPr/>
        </p:nvSpPr>
        <p:spPr>
          <a:xfrm>
            <a:off x="502920" y="489204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Note on what is counted: a “prescription line” is one drug on one prescription. Percentages are either that arm's share of its own prescription lines, or a share of patients. Each is labelled.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Headache patients receive far more pain medication</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Counted over each patient's own follow-up time. Both groups have 242,486 patients.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3</a:t>
            </a:r>
          </a:p>
        </p:txBody>
      </p:sp>
      <p:sp>
        <p:nvSpPr>
          <p:cNvPr id="5" name="TextBox 4"/>
          <p:cNvSpPr txBox="1"/>
          <p:nvPr/>
        </p:nvSpPr>
        <p:spPr>
          <a:xfrm>
            <a:off x="5029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50.9%</a:t>
            </a:r>
          </a:p>
        </p:txBody>
      </p:sp>
      <p:sp>
        <p:nvSpPr>
          <p:cNvPr id="6" name="TextBox 5"/>
          <p:cNvSpPr txBox="1"/>
          <p:nvPr/>
        </p:nvSpPr>
        <p:spPr>
          <a:xfrm>
            <a:off x="5029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of headache patients are treated</a:t>
            </a:r>
          </a:p>
        </p:txBody>
      </p:sp>
      <p:sp>
        <p:nvSpPr>
          <p:cNvPr id="7" name="TextBox 6"/>
          <p:cNvSpPr txBox="1"/>
          <p:nvPr/>
        </p:nvSpPr>
        <p:spPr>
          <a:xfrm>
            <a:off x="5029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123,330 patients, against 44,471 controls (18.3%). Nearly three times the treated population.</a:t>
            </a:r>
          </a:p>
        </p:txBody>
      </p:sp>
      <p:sp>
        <p:nvSpPr>
          <p:cNvPr id="8" name="TextBox 7"/>
          <p:cNvSpPr txBox="1"/>
          <p:nvPr/>
        </p:nvSpPr>
        <p:spPr>
          <a:xfrm>
            <a:off x="41605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6.9</a:t>
            </a:r>
          </a:p>
        </p:txBody>
      </p:sp>
      <p:sp>
        <p:nvSpPr>
          <p:cNvPr id="9" name="TextBox 8"/>
          <p:cNvSpPr txBox="1"/>
          <p:nvPr/>
        </p:nvSpPr>
        <p:spPr>
          <a:xfrm>
            <a:off x="41605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each, on average</a:t>
            </a:r>
          </a:p>
        </p:txBody>
      </p:sp>
      <p:sp>
        <p:nvSpPr>
          <p:cNvPr id="10" name="TextBox 9"/>
          <p:cNvSpPr txBox="1"/>
          <p:nvPr/>
        </p:nvSpPr>
        <p:spPr>
          <a:xfrm>
            <a:off x="41605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Controls: 4.78. The typical patient gets 3, against 2 for controls. The average is pulled up by a heavy-use minority.</a:t>
            </a:r>
          </a:p>
        </p:txBody>
      </p:sp>
      <p:sp>
        <p:nvSpPr>
          <p:cNvPr id="11" name="TextBox 10"/>
          <p:cNvSpPr txBox="1"/>
          <p:nvPr/>
        </p:nvSpPr>
        <p:spPr>
          <a:xfrm>
            <a:off x="78181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1B4198"/>
                </a:solidFill>
                <a:latin typeface="Montserrat"/>
              </a:rPr>
              <a:t>1.96%</a:t>
            </a:r>
          </a:p>
        </p:txBody>
      </p:sp>
      <p:sp>
        <p:nvSpPr>
          <p:cNvPr id="12" name="TextBox 11"/>
          <p:cNvSpPr txBox="1"/>
          <p:nvPr/>
        </p:nvSpPr>
        <p:spPr>
          <a:xfrm>
            <a:off x="78181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show possible medication overuse</a:t>
            </a:r>
          </a:p>
        </p:txBody>
      </p:sp>
      <p:sp>
        <p:nvSpPr>
          <p:cNvPr id="13" name="TextBox 12"/>
          <p:cNvSpPr txBox="1"/>
          <p:nvPr/>
        </p:nvSpPr>
        <p:spPr>
          <a:xfrm>
            <a:off x="78181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4,748 patients at 10 or more painkiller prescriptions a year, against 1,251 controls (0.52%).</a:t>
            </a:r>
          </a:p>
        </p:txBody>
      </p:sp>
      <p:sp>
        <p:nvSpPr>
          <p:cNvPr id="14" name="Rectangle 13"/>
          <p:cNvSpPr/>
          <p:nvPr/>
        </p:nvSpPr>
        <p:spPr>
          <a:xfrm>
            <a:off x="502920" y="32004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They are also treated sooner, and treated more intensively</a:t>
            </a:r>
          </a:p>
        </p:txBody>
      </p:sp>
      <p:sp>
        <p:nvSpPr>
          <p:cNvPr id="16" name="TextBox 15"/>
          <p:cNvSpPr txBox="1"/>
          <p:nvPr/>
        </p:nvSpPr>
        <p:spPr>
          <a:xfrm>
            <a:off x="502920" y="376732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Half of headache patients get their first painkiller within 235 days of diagnosis, against 427 days for controls. They receive 2.28 prescriptions a year against 1.60. Across the study the two groups generated 850,431 and 212,615 prescriptions respectively, a fourfold difference over equal time.</a:t>
            </a:r>
          </a:p>
        </p:txBody>
      </p:sp>
      <p:sp>
        <p:nvSpPr>
          <p:cNvPr id="17" name="TextBox 16"/>
          <p:cNvSpPr txBox="1"/>
          <p:nvPr/>
        </p:nvSpPr>
        <p:spPr>
          <a:xfrm>
            <a:off x="502920" y="489204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The burden is concentrated. Most patients receive a modest number of prescriptions and a minority receive very many, up to 394 in one case. That tail is where medication-overuse risk sits.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they receive: nearly a third is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each group's own N02 prescription lines, by painkiller family.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4</a:t>
            </a:r>
          </a:p>
        </p:txBody>
      </p:sp>
      <p:sp>
        <p:nvSpPr>
          <p:cNvPr id="5" name="Rectangle 4"/>
          <p:cNvSpPr/>
          <p:nvPr/>
        </p:nvSpPr>
        <p:spPr>
          <a:xfrm>
            <a:off x="502920" y="137160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7160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N02C  Migraine-specific</a:t>
            </a:r>
          </a:p>
        </p:txBody>
      </p:sp>
      <p:sp>
        <p:nvSpPr>
          <p:cNvPr id="10" name="Rectangle 9"/>
          <p:cNvSpPr/>
          <p:nvPr/>
        </p:nvSpPr>
        <p:spPr>
          <a:xfrm>
            <a:off x="2606039" y="1737360"/>
            <a:ext cx="343781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585"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31.9%</a:t>
            </a:r>
          </a:p>
        </p:txBody>
      </p:sp>
      <p:sp>
        <p:nvSpPr>
          <p:cNvPr id="12" name="Rectangle 11"/>
          <p:cNvSpPr/>
          <p:nvPr/>
        </p:nvSpPr>
        <p:spPr>
          <a:xfrm>
            <a:off x="2606039" y="2039112"/>
            <a:ext cx="431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58875" y="2066543"/>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0.4%</a:t>
            </a:r>
          </a:p>
        </p:txBody>
      </p:sp>
      <p:sp>
        <p:nvSpPr>
          <p:cNvPr id="14" name="TextBox 13"/>
          <p:cNvSpPr txBox="1"/>
          <p:nvPr/>
        </p:nvSpPr>
        <p:spPr>
          <a:xfrm>
            <a:off x="502920" y="2514600"/>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N02B  Everyday analgesics</a:t>
            </a:r>
          </a:p>
        </p:txBody>
      </p:sp>
      <p:sp>
        <p:nvSpPr>
          <p:cNvPr id="15" name="Rectangle 14"/>
          <p:cNvSpPr/>
          <p:nvPr/>
        </p:nvSpPr>
        <p:spPr>
          <a:xfrm>
            <a:off x="2606039" y="2587752"/>
            <a:ext cx="5065122"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80890" y="261518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47.0%</a:t>
            </a:r>
          </a:p>
        </p:txBody>
      </p:sp>
      <p:sp>
        <p:nvSpPr>
          <p:cNvPr id="17" name="Rectangle 16"/>
          <p:cNvSpPr/>
          <p:nvPr/>
        </p:nvSpPr>
        <p:spPr>
          <a:xfrm>
            <a:off x="2606039" y="2889504"/>
            <a:ext cx="724204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57815" y="291693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67.2%</a:t>
            </a:r>
          </a:p>
        </p:txBody>
      </p:sp>
      <p:sp>
        <p:nvSpPr>
          <p:cNvPr id="19" name="TextBox 18"/>
          <p:cNvSpPr txBox="1"/>
          <p:nvPr/>
        </p:nvSpPr>
        <p:spPr>
          <a:xfrm>
            <a:off x="502920" y="336499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N02A  Opioids</a:t>
            </a:r>
          </a:p>
        </p:txBody>
      </p:sp>
      <p:sp>
        <p:nvSpPr>
          <p:cNvPr id="20" name="Rectangle 19"/>
          <p:cNvSpPr/>
          <p:nvPr/>
        </p:nvSpPr>
        <p:spPr>
          <a:xfrm>
            <a:off x="2606039" y="3438144"/>
            <a:ext cx="226313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8907" y="346557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21.0%</a:t>
            </a:r>
          </a:p>
        </p:txBody>
      </p:sp>
      <p:sp>
        <p:nvSpPr>
          <p:cNvPr id="22" name="Rectangle 21"/>
          <p:cNvSpPr/>
          <p:nvPr/>
        </p:nvSpPr>
        <p:spPr>
          <a:xfrm>
            <a:off x="2606039" y="3739896"/>
            <a:ext cx="3491701"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07469" y="376732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32.4%</a:t>
            </a:r>
          </a:p>
        </p:txBody>
      </p:sp>
      <p:sp>
        <p:nvSpPr>
          <p:cNvPr id="24" name="TextBox 23"/>
          <p:cNvSpPr txBox="1"/>
          <p:nvPr/>
        </p:nvSpPr>
        <p:spPr>
          <a:xfrm>
            <a:off x="502920" y="41148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31.9% vs 0.4%: the cohort behaves as it should</a:t>
            </a:r>
          </a:p>
        </p:txBody>
      </p:sp>
      <p:sp>
        <p:nvSpPr>
          <p:cNvPr id="25" name="TextBox 24"/>
          <p:cNvSpPr txBox="1"/>
          <p:nvPr/>
        </p:nvSpPr>
        <p:spPr>
          <a:xfrm>
            <a:off x="502920" y="4443984"/>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Migraine-specific drugs are almost entirely absent from the control group, and 23.2% of headache patients start treatment on one. That is a strong validity check: the matching worked, and the cohort is genuinely being treated for headache.</a:t>
            </a:r>
          </a:p>
        </p:txBody>
      </p:sp>
      <p:sp>
        <p:nvSpPr>
          <p:cNvPr id="26" name="TextBox 25"/>
          <p:cNvSpPr txBox="1"/>
          <p:nvPr/>
        </p:nvSpPr>
        <p:spPr>
          <a:xfrm>
            <a:off x="502920" y="5303520"/>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Read shares with care. Headache patients receive about four times more prescriptions overall, so a smaller share can still mean more medication. Controls' 32.4% opioid share is 68,911 lines. The patients' smaller 21.0% share is 178,881.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Inside the migraine-specific prescriptions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Headache patients only. 271,496 N02C prescription lines.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5</a:t>
            </a:r>
          </a:p>
        </p:txBody>
      </p:sp>
      <p:sp>
        <p:nvSpPr>
          <p:cNvPr id="5" name="TextBox 4"/>
          <p:cNvSpPr txBox="1"/>
          <p:nvPr/>
        </p:nvSpPr>
        <p:spPr>
          <a:xfrm>
            <a:off x="502920" y="1344168"/>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Triptans</a:t>
            </a:r>
          </a:p>
        </p:txBody>
      </p:sp>
      <p:sp>
        <p:nvSpPr>
          <p:cNvPr id="6" name="Rectangle 5"/>
          <p:cNvSpPr/>
          <p:nvPr/>
        </p:nvSpPr>
        <p:spPr>
          <a:xfrm>
            <a:off x="2606039" y="1417320"/>
            <a:ext cx="7202791"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8559" y="1444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248,247</a:t>
            </a:r>
          </a:p>
        </p:txBody>
      </p:sp>
      <p:sp>
        <p:nvSpPr>
          <p:cNvPr id="8" name="TextBox 7"/>
          <p:cNvSpPr txBox="1"/>
          <p:nvPr/>
        </p:nvSpPr>
        <p:spPr>
          <a:xfrm>
            <a:off x="502920" y="2020824"/>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CGRP antibodies &amp; gepants</a:t>
            </a:r>
          </a:p>
        </p:txBody>
      </p:sp>
      <p:sp>
        <p:nvSpPr>
          <p:cNvPr id="9" name="Rectangle 8"/>
          <p:cNvSpPr/>
          <p:nvPr/>
        </p:nvSpPr>
        <p:spPr>
          <a:xfrm>
            <a:off x="2606039" y="2093976"/>
            <a:ext cx="653873"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9641" y="21214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22,536</a:t>
            </a:r>
          </a:p>
        </p:txBody>
      </p:sp>
      <p:sp>
        <p:nvSpPr>
          <p:cNvPr id="11" name="TextBox 10"/>
          <p:cNvSpPr txBox="1"/>
          <p:nvPr/>
        </p:nvSpPr>
        <p:spPr>
          <a:xfrm>
            <a:off x="502920" y="2697480"/>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Older / other treatments</a:t>
            </a:r>
          </a:p>
        </p:txBody>
      </p:sp>
      <p:sp>
        <p:nvSpPr>
          <p:cNvPr id="12" name="Rectangle 11"/>
          <p:cNvSpPr/>
          <p:nvPr/>
        </p:nvSpPr>
        <p:spPr>
          <a:xfrm>
            <a:off x="2606039" y="2770632"/>
            <a:ext cx="20658"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6426" y="279806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712</a:t>
            </a:r>
          </a:p>
        </p:txBody>
      </p:sp>
      <p:sp>
        <p:nvSpPr>
          <p:cNvPr id="14" name="TextBox 13"/>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91% of migraine-specific prescribing is still triptans</a:t>
            </a:r>
          </a:p>
        </p:txBody>
      </p:sp>
      <p:sp>
        <p:nvSpPr>
          <p:cNvPr id="15" name="TextBox 14"/>
          <p:cNvSpPr txBox="1"/>
          <p:nvPr/>
        </p:nvSpPr>
        <p:spPr>
          <a:xfrm>
            <a:off x="502920" y="3767328"/>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Sumatriptan alone accounts for 130,067 lines, more than all newer agents combined, and it is the second most common drug patients start on. Rizatriptan (55,782) and zolmitriptan (36,592) follow.</a:t>
            </a:r>
          </a:p>
        </p:txBody>
      </p:sp>
      <p:sp>
        <p:nvSpPr>
          <p:cNvPr id="16" name="TextBox 15"/>
          <p:cNvSpPr txBox="1"/>
          <p:nvPr/>
        </p:nvSpPr>
        <p:spPr>
          <a:xfrm>
            <a:off x="502920" y="4572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newer agents are present but small</a:t>
            </a:r>
          </a:p>
        </p:txBody>
      </p:sp>
      <p:sp>
        <p:nvSpPr>
          <p:cNvPr id="17" name="TextBox 16"/>
          <p:cNvSpPr txBox="1"/>
          <p:nvPr/>
        </p:nvSpPr>
        <p:spPr>
          <a:xfrm>
            <a:off x="502920" y="491032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Erenumab 14,846 lines, fremanezumab 5,258, galcanezumab 1,848, eptinezumab 289. Gepants have barely started: atogepant 285, rimegepant 10. A large, well-defined population is being treated with an older drug class, and the newer agents are nowhere near saturation.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Most pain prescribing is still not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Absolute prescription lines over follow-up. Both groups on the same scale.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6</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Metamizole</a:t>
            </a:r>
          </a:p>
        </p:txBody>
      </p:sp>
      <p:sp>
        <p:nvSpPr>
          <p:cNvPr id="10" name="Rectangle 9"/>
          <p:cNvSpPr/>
          <p:nvPr/>
        </p:nvSpPr>
        <p:spPr>
          <a:xfrm>
            <a:off x="2606039" y="1700784"/>
            <a:ext cx="7065088"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0856"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309,059</a:t>
            </a:r>
          </a:p>
        </p:txBody>
      </p:sp>
      <p:sp>
        <p:nvSpPr>
          <p:cNvPr id="12" name="Rectangle 11"/>
          <p:cNvSpPr/>
          <p:nvPr/>
        </p:nvSpPr>
        <p:spPr>
          <a:xfrm>
            <a:off x="2606039" y="2002536"/>
            <a:ext cx="23930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8775" y="2029967"/>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104,681</a:t>
            </a:r>
          </a:p>
        </p:txBody>
      </p:sp>
      <p:sp>
        <p:nvSpPr>
          <p:cNvPr id="14" name="TextBox 13"/>
          <p:cNvSpPr txBox="1"/>
          <p:nvPr/>
        </p:nvSpPr>
        <p:spPr>
          <a:xfrm>
            <a:off x="502920" y="2478024"/>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(N02A)</a:t>
            </a:r>
          </a:p>
        </p:txBody>
      </p:sp>
      <p:sp>
        <p:nvSpPr>
          <p:cNvPr id="15" name="Rectangle 14"/>
          <p:cNvSpPr/>
          <p:nvPr/>
        </p:nvSpPr>
        <p:spPr>
          <a:xfrm>
            <a:off x="2606039" y="2551176"/>
            <a:ext cx="408921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4987" y="25786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178,881</a:t>
            </a:r>
          </a:p>
        </p:txBody>
      </p:sp>
      <p:sp>
        <p:nvSpPr>
          <p:cNvPr id="17" name="Rectangle 16"/>
          <p:cNvSpPr/>
          <p:nvPr/>
        </p:nvSpPr>
        <p:spPr>
          <a:xfrm>
            <a:off x="2606039" y="2852928"/>
            <a:ext cx="1575305"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1073" y="288036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68,911</a:t>
            </a:r>
          </a:p>
        </p:txBody>
      </p:sp>
      <p:sp>
        <p:nvSpPr>
          <p:cNvPr id="19" name="TextBox 18"/>
          <p:cNvSpPr txBox="1"/>
          <p:nvPr/>
        </p:nvSpPr>
        <p:spPr>
          <a:xfrm>
            <a:off x="502920" y="3328416"/>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Gabapentin &amp; pregabalin</a:t>
            </a:r>
          </a:p>
        </p:txBody>
      </p:sp>
      <p:sp>
        <p:nvSpPr>
          <p:cNvPr id="20" name="Rectangle 19"/>
          <p:cNvSpPr/>
          <p:nvPr/>
        </p:nvSpPr>
        <p:spPr>
          <a:xfrm>
            <a:off x="2606039" y="3401568"/>
            <a:ext cx="1499638"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5406" y="342900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65,601</a:t>
            </a:r>
          </a:p>
        </p:txBody>
      </p:sp>
      <p:sp>
        <p:nvSpPr>
          <p:cNvPr id="22" name="Rectangle 21"/>
          <p:cNvSpPr/>
          <p:nvPr/>
        </p:nvSpPr>
        <p:spPr>
          <a:xfrm>
            <a:off x="2606039" y="3703320"/>
            <a:ext cx="687674"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03442" y="3730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30,082</a:t>
            </a:r>
          </a:p>
        </p:txBody>
      </p:sp>
      <p:sp>
        <p:nvSpPr>
          <p:cNvPr id="24" name="TextBox 23"/>
          <p:cNvSpPr txBox="1"/>
          <p:nvPr/>
        </p:nvSpPr>
        <p:spPr>
          <a:xfrm>
            <a:off x="502920" y="40690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Metamizole is the single most prescribed drug in both groups</a:t>
            </a:r>
          </a:p>
        </p:txBody>
      </p:sp>
      <p:sp>
        <p:nvSpPr>
          <p:cNvPr id="25" name="TextBox 24"/>
          <p:cNvSpPr txBox="1"/>
          <p:nvPr/>
        </p:nvSpPr>
        <p:spPr>
          <a:xfrm>
            <a:off x="502920" y="440740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It accounts for 36% of headache patients' prescription lines, and it is what half of them start treatment on. Metamizole is a general-purpose German analgesic, not a migraine treatment. Opioids appear at 178,881 lines and gabapentinoids at 65,601. Neither is indicated for migraine.</a:t>
            </a:r>
          </a:p>
        </p:txBody>
      </p:sp>
      <p:sp>
        <p:nvSpPr>
          <p:cNvPr id="26" name="TextBox 25"/>
          <p:cNvSpPr txBox="1"/>
          <p:nvPr/>
        </p:nvSpPr>
        <p:spPr>
          <a:xfrm>
            <a:off x="502920" y="5394960"/>
            <a:ext cx="10607040" cy="45720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Six in ten headache patients start on an everyday analgesic. Fewer than a quarter start on a migraine-specific drug.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Nearly a third of patients move between drug families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treated patients following each route. 123,330 headache patients, 44,471 controls.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7</a:t>
            </a:r>
          </a:p>
        </p:txBody>
      </p:sp>
      <p:sp>
        <p:nvSpPr>
          <p:cNvPr id="5" name="Rectangle 4"/>
          <p:cNvSpPr/>
          <p:nvPr/>
        </p:nvSpPr>
        <p:spPr>
          <a:xfrm>
            <a:off x="502920" y="132588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8016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2588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8016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591056"/>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Everyday analgesics only</a:t>
            </a:r>
          </a:p>
        </p:txBody>
      </p:sp>
      <p:sp>
        <p:nvSpPr>
          <p:cNvPr id="10" name="Rectangle 9"/>
          <p:cNvSpPr/>
          <p:nvPr/>
        </p:nvSpPr>
        <p:spPr>
          <a:xfrm>
            <a:off x="2606039" y="1664208"/>
            <a:ext cx="5092064"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07832" y="1691640"/>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45.9%</a:t>
            </a:r>
          </a:p>
        </p:txBody>
      </p:sp>
      <p:sp>
        <p:nvSpPr>
          <p:cNvPr id="12" name="Rectangle 11"/>
          <p:cNvSpPr/>
          <p:nvPr/>
        </p:nvSpPr>
        <p:spPr>
          <a:xfrm>
            <a:off x="2606039" y="1901952"/>
            <a:ext cx="7111140"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6908" y="1929384"/>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64.1%</a:t>
            </a:r>
          </a:p>
        </p:txBody>
      </p:sp>
      <p:sp>
        <p:nvSpPr>
          <p:cNvPr id="14" name="TextBox 13"/>
          <p:cNvSpPr txBox="1"/>
          <p:nvPr/>
        </p:nvSpPr>
        <p:spPr>
          <a:xfrm>
            <a:off x="502920" y="2212848"/>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Migraine-specific only</a:t>
            </a:r>
          </a:p>
        </p:txBody>
      </p:sp>
      <p:sp>
        <p:nvSpPr>
          <p:cNvPr id="15" name="Rectangle 14"/>
          <p:cNvSpPr/>
          <p:nvPr/>
        </p:nvSpPr>
        <p:spPr>
          <a:xfrm>
            <a:off x="2606039" y="2286000"/>
            <a:ext cx="1797199"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2967" y="2313432"/>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16.2%</a:t>
            </a:r>
          </a:p>
        </p:txBody>
      </p:sp>
      <p:sp>
        <p:nvSpPr>
          <p:cNvPr id="17" name="Rectangle 16"/>
          <p:cNvSpPr/>
          <p:nvPr/>
        </p:nvSpPr>
        <p:spPr>
          <a:xfrm>
            <a:off x="2606039" y="2523744"/>
            <a:ext cx="44375"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60143" y="2551175"/>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0.4%</a:t>
            </a:r>
          </a:p>
        </p:txBody>
      </p:sp>
      <p:sp>
        <p:nvSpPr>
          <p:cNvPr id="19" name="TextBox 18"/>
          <p:cNvSpPr txBox="1"/>
          <p:nvPr/>
        </p:nvSpPr>
        <p:spPr>
          <a:xfrm>
            <a:off x="502920" y="2834639"/>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Everyday, then opioids</a:t>
            </a:r>
          </a:p>
        </p:txBody>
      </p:sp>
      <p:sp>
        <p:nvSpPr>
          <p:cNvPr id="20" name="Rectangle 19"/>
          <p:cNvSpPr/>
          <p:nvPr/>
        </p:nvSpPr>
        <p:spPr>
          <a:xfrm>
            <a:off x="2606039" y="2907791"/>
            <a:ext cx="965162"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80930" y="2935223"/>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8.7%</a:t>
            </a:r>
          </a:p>
        </p:txBody>
      </p:sp>
      <p:sp>
        <p:nvSpPr>
          <p:cNvPr id="22" name="Rectangle 21"/>
          <p:cNvSpPr/>
          <p:nvPr/>
        </p:nvSpPr>
        <p:spPr>
          <a:xfrm>
            <a:off x="2606039" y="3145535"/>
            <a:ext cx="1020631"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6399" y="3172967"/>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9.2%</a:t>
            </a:r>
          </a:p>
        </p:txBody>
      </p:sp>
      <p:sp>
        <p:nvSpPr>
          <p:cNvPr id="24" name="TextBox 23"/>
          <p:cNvSpPr txBox="1"/>
          <p:nvPr/>
        </p:nvSpPr>
        <p:spPr>
          <a:xfrm>
            <a:off x="502920" y="3456431"/>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only</a:t>
            </a:r>
          </a:p>
        </p:txBody>
      </p:sp>
      <p:sp>
        <p:nvSpPr>
          <p:cNvPr id="25" name="Rectangle 24"/>
          <p:cNvSpPr/>
          <p:nvPr/>
        </p:nvSpPr>
        <p:spPr>
          <a:xfrm>
            <a:off x="2606039" y="3529583"/>
            <a:ext cx="931881"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47649" y="3557015"/>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8.4%</a:t>
            </a:r>
          </a:p>
        </p:txBody>
      </p:sp>
      <p:sp>
        <p:nvSpPr>
          <p:cNvPr id="27" name="Rectangle 26"/>
          <p:cNvSpPr/>
          <p:nvPr/>
        </p:nvSpPr>
        <p:spPr>
          <a:xfrm>
            <a:off x="2606039" y="3767327"/>
            <a:ext cx="1797199"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12967" y="3794759"/>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16.2%</a:t>
            </a:r>
          </a:p>
        </p:txBody>
      </p:sp>
      <p:sp>
        <p:nvSpPr>
          <p:cNvPr id="29" name="TextBox 28"/>
          <p:cNvSpPr txBox="1"/>
          <p:nvPr/>
        </p:nvSpPr>
        <p:spPr>
          <a:xfrm>
            <a:off x="502920" y="4078223"/>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then everyday</a:t>
            </a:r>
          </a:p>
        </p:txBody>
      </p:sp>
      <p:sp>
        <p:nvSpPr>
          <p:cNvPr id="30" name="Rectangle 29"/>
          <p:cNvSpPr/>
          <p:nvPr/>
        </p:nvSpPr>
        <p:spPr>
          <a:xfrm>
            <a:off x="2606039" y="4151375"/>
            <a:ext cx="765473"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1241" y="4178807"/>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6.9%</a:t>
            </a:r>
          </a:p>
        </p:txBody>
      </p:sp>
      <p:sp>
        <p:nvSpPr>
          <p:cNvPr id="32" name="Rectangle 31"/>
          <p:cNvSpPr/>
          <p:nvPr/>
        </p:nvSpPr>
        <p:spPr>
          <a:xfrm>
            <a:off x="2606039" y="4389119"/>
            <a:ext cx="1076100"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91868" y="4416551"/>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9.7%</a:t>
            </a:r>
          </a:p>
        </p:txBody>
      </p:sp>
      <p:sp>
        <p:nvSpPr>
          <p:cNvPr id="34" name="TextBox 33"/>
          <p:cNvSpPr txBox="1"/>
          <p:nvPr/>
        </p:nvSpPr>
        <p:spPr>
          <a:xfrm>
            <a:off x="502920" y="47548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29.4% used more than one family, against 19.3% of controls</a:t>
            </a:r>
          </a:p>
        </p:txBody>
      </p:sp>
      <p:sp>
        <p:nvSpPr>
          <p:cNvPr id="35" name="TextBox 34"/>
          <p:cNvSpPr txBox="1"/>
          <p:nvPr/>
        </p:nvSpPr>
        <p:spPr>
          <a:xfrm>
            <a:off x="502920" y="5093208"/>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3.3% of headache patients cycled through all three families, against 0.08% of controls. Among those on a migraine-specific drug, 46.0% were also receiving an everyday analgesic or an opioid, so combination use is close to half.</a:t>
            </a:r>
          </a:p>
        </p:txBody>
      </p:sp>
      <p:sp>
        <p:nvSpPr>
          <p:cNvPr id="36" name="TextBox 35"/>
          <p:cNvSpPr txBox="1"/>
          <p:nvPr/>
        </p:nvSpPr>
        <p:spPr>
          <a:xfrm>
            <a:off x="502920" y="5897880"/>
            <a:ext cx="10607040" cy="2743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This counts whether a patient used more than one family, not whether one replaced another.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A third of treated patients work through four or more drugs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 line of therapy ends when the patient changes drug or stops for longer than a month.</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8</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1 line</a:t>
            </a:r>
          </a:p>
        </p:txBody>
      </p:sp>
      <p:sp>
        <p:nvSpPr>
          <p:cNvPr id="10" name="Rectangle 9"/>
          <p:cNvSpPr/>
          <p:nvPr/>
        </p:nvSpPr>
        <p:spPr>
          <a:xfrm>
            <a:off x="2606039" y="1700784"/>
            <a:ext cx="4450842"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66609"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35.4%</a:t>
            </a:r>
          </a:p>
        </p:txBody>
      </p:sp>
      <p:sp>
        <p:nvSpPr>
          <p:cNvPr id="12" name="Rectangle 11"/>
          <p:cNvSpPr/>
          <p:nvPr/>
        </p:nvSpPr>
        <p:spPr>
          <a:xfrm>
            <a:off x="2606039" y="1956816"/>
            <a:ext cx="7003161"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18928" y="19842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55.7%</a:t>
            </a:r>
          </a:p>
        </p:txBody>
      </p:sp>
      <p:sp>
        <p:nvSpPr>
          <p:cNvPr id="14" name="TextBox 13"/>
          <p:cNvSpPr txBox="1"/>
          <p:nvPr/>
        </p:nvSpPr>
        <p:spPr>
          <a:xfrm>
            <a:off x="502920" y="2340864"/>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2 lines</a:t>
            </a:r>
          </a:p>
        </p:txBody>
      </p:sp>
      <p:sp>
        <p:nvSpPr>
          <p:cNvPr id="15" name="Rectangle 14"/>
          <p:cNvSpPr/>
          <p:nvPr/>
        </p:nvSpPr>
        <p:spPr>
          <a:xfrm>
            <a:off x="2606039" y="2414016"/>
            <a:ext cx="2338578"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4345" y="24414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18.6%</a:t>
            </a:r>
          </a:p>
        </p:txBody>
      </p:sp>
      <p:sp>
        <p:nvSpPr>
          <p:cNvPr id="17" name="Rectangle 16"/>
          <p:cNvSpPr/>
          <p:nvPr/>
        </p:nvSpPr>
        <p:spPr>
          <a:xfrm>
            <a:off x="2606039" y="2670048"/>
            <a:ext cx="2300859"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16626" y="26974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18.3%</a:t>
            </a:r>
          </a:p>
        </p:txBody>
      </p:sp>
      <p:sp>
        <p:nvSpPr>
          <p:cNvPr id="19" name="TextBox 18"/>
          <p:cNvSpPr txBox="1"/>
          <p:nvPr/>
        </p:nvSpPr>
        <p:spPr>
          <a:xfrm>
            <a:off x="502920" y="3054096"/>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3 lines</a:t>
            </a:r>
          </a:p>
        </p:txBody>
      </p:sp>
      <p:sp>
        <p:nvSpPr>
          <p:cNvPr id="20" name="Rectangle 19"/>
          <p:cNvSpPr/>
          <p:nvPr/>
        </p:nvSpPr>
        <p:spPr>
          <a:xfrm>
            <a:off x="2606039" y="3127248"/>
            <a:ext cx="1395603"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1370" y="31546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11.1%</a:t>
            </a:r>
          </a:p>
        </p:txBody>
      </p:sp>
      <p:sp>
        <p:nvSpPr>
          <p:cNvPr id="22" name="Rectangle 21"/>
          <p:cNvSpPr/>
          <p:nvPr/>
        </p:nvSpPr>
        <p:spPr>
          <a:xfrm>
            <a:off x="2606039" y="3383279"/>
            <a:ext cx="10058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21607" y="341071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8.0%</a:t>
            </a:r>
          </a:p>
        </p:txBody>
      </p:sp>
      <p:sp>
        <p:nvSpPr>
          <p:cNvPr id="24" name="TextBox 23"/>
          <p:cNvSpPr txBox="1"/>
          <p:nvPr/>
        </p:nvSpPr>
        <p:spPr>
          <a:xfrm>
            <a:off x="502920" y="3767328"/>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4 or more lines</a:t>
            </a:r>
          </a:p>
        </p:txBody>
      </p:sp>
      <p:sp>
        <p:nvSpPr>
          <p:cNvPr id="25" name="Rectangle 24"/>
          <p:cNvSpPr/>
          <p:nvPr/>
        </p:nvSpPr>
        <p:spPr>
          <a:xfrm>
            <a:off x="2606039" y="3840480"/>
            <a:ext cx="4400550"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16317" y="386791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35.0%</a:t>
            </a:r>
          </a:p>
        </p:txBody>
      </p:sp>
      <p:sp>
        <p:nvSpPr>
          <p:cNvPr id="27" name="Rectangle 26"/>
          <p:cNvSpPr/>
          <p:nvPr/>
        </p:nvSpPr>
        <p:spPr>
          <a:xfrm>
            <a:off x="2606039" y="4096512"/>
            <a:ext cx="22631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78907" y="412394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18.0%</a:t>
            </a:r>
          </a:p>
        </p:txBody>
      </p:sp>
      <p:sp>
        <p:nvSpPr>
          <p:cNvPr id="29" name="TextBox 28"/>
          <p:cNvSpPr txBox="1"/>
          <p:nvPr/>
        </p:nvSpPr>
        <p:spPr>
          <a:xfrm>
            <a:off x="502920" y="4462272"/>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Twice the rate of heavy switching seen in controls</a:t>
            </a:r>
          </a:p>
        </p:txBody>
      </p:sp>
      <p:sp>
        <p:nvSpPr>
          <p:cNvPr id="30" name="TextBox 29"/>
          <p:cNvSpPr txBox="1"/>
          <p:nvPr/>
        </p:nvSpPr>
        <p:spPr>
          <a:xfrm>
            <a:off x="502920" y="4800600"/>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35.0% of headache patients went through four or more drugs, against 18.0% of controls. They also had more separate courses of treatment, 3.26 on average against 1.92. Half start on metamizole, 11.7% on sumatriptan and 5.3% on rizatriptan.</a:t>
            </a:r>
          </a:p>
        </p:txBody>
      </p:sp>
      <p:sp>
        <p:nvSpPr>
          <p:cNvPr id="31" name="TextBox 30"/>
          <p:cNvSpPr txBox="1"/>
          <p:nvPr/>
        </p:nvSpPr>
        <p:spPr>
          <a:xfrm>
            <a:off x="502920" y="562356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How long treatment lasts can now be reported: a first course runs 13 days in both groups, though controls vary far more. Two thirds of first courses are a single prescription and nothing after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Most headache prescribing is taken as needed, not daily</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How often a painkiller prescription says how long to take it for. Treated patients only.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9</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40664"/>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Says how long to take it</a:t>
            </a:r>
          </a:p>
        </p:txBody>
      </p:sp>
      <p:sp>
        <p:nvSpPr>
          <p:cNvPr id="10" name="Rectangle 9"/>
          <p:cNvSpPr/>
          <p:nvPr/>
        </p:nvSpPr>
        <p:spPr>
          <a:xfrm>
            <a:off x="2606039" y="1737360"/>
            <a:ext cx="4675000" cy="274320"/>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0767"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a:t>
            </a:r>
          </a:p>
        </p:txBody>
      </p:sp>
      <p:sp>
        <p:nvSpPr>
          <p:cNvPr id="12" name="Rectangle 11"/>
          <p:cNvSpPr/>
          <p:nvPr/>
        </p:nvSpPr>
        <p:spPr>
          <a:xfrm>
            <a:off x="2606039" y="2057400"/>
            <a:ext cx="6800000" cy="274320"/>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5767" y="208483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a:t>
            </a:r>
          </a:p>
        </p:txBody>
      </p:sp>
      <p:sp>
        <p:nvSpPr>
          <p:cNvPr id="19" name="TextBox 18"/>
          <p:cNvSpPr txBox="1"/>
          <p:nvPr/>
        </p:nvSpPr>
        <p:spPr>
          <a:xfrm>
            <a:off x="502920" y="279184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difference is about which drugs, not about the patients</a:t>
            </a:r>
          </a:p>
        </p:txBody>
      </p:sp>
      <p:sp>
        <p:nvSpPr>
          <p:cNvPr id="20" name="TextBox 19"/>
          <p:cNvSpPr txBox="1"/>
          <p:nvPr/>
        </p:nvSpPr>
        <p:spPr>
          <a:xfrm>
            <a:off x="502920" y="3130168"/>
            <a:ext cx="10607040" cy="91440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Migraine-specific drugs almost never come with a duration: 3% of the time, against 28% for everyday painkillers and 35% for opioids. For the same drug, both groups record it equally often. Headache patients differ only because more of what they get is migraine-specific, and those drugs are taken when an attack starts.</a:t>
            </a:r>
          </a:p>
        </p:txBody>
      </p:sp>
      <p:sp>
        <p:nvSpPr>
          <p:cNvPr id="21" name="TextBox 20"/>
          <p:cNvSpPr txBox="1"/>
          <p:nvPr/>
        </p:nvSpPr>
        <p:spPr>
          <a:xfrm>
            <a:off x="502920" y="420916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So we cannot measure whether patients stayed on treatment</a:t>
            </a:r>
          </a:p>
        </p:txBody>
      </p:sp>
      <p:sp>
        <p:nvSpPr>
          <p:cNvPr id="22" name="TextBox 21"/>
          <p:cNvSpPr txBox="1"/>
          <p:nvPr/>
        </p:nvSpPr>
        <p:spPr>
          <a:xfrm>
            <a:off x="502920" y="454748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Measured over the same year, 1.6% of headache patients and 1.9% of controls had medication for at least 80% of days. That is not poor adherence. It is a measure built for drugs taken every day, applied to drugs taken only during an attack. First courses last 13 days, and two thirds are a single prescription.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this, and what it cannot tell us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Five limits that matter for interpreting the numbers in this deck.</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10</a:t>
            </a:r>
          </a:p>
        </p:txBody>
      </p:sp>
      <p:sp>
        <p:nvSpPr>
          <p:cNvPr id="5" name="TextBox 4"/>
          <p:cNvSpPr txBox="1"/>
          <p:nvPr/>
        </p:nvSpPr>
        <p:spPr>
          <a:xfrm>
            <a:off x="502920" y="12984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2984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Over-the-counter use is invisible</a:t>
            </a:r>
          </a:p>
        </p:txBody>
      </p:sp>
      <p:sp>
        <p:nvSpPr>
          <p:cNvPr id="7" name="TextBox 6"/>
          <p:cNvSpPr txBox="1"/>
          <p:nvPr/>
        </p:nvSpPr>
        <p:spPr>
          <a:xfrm>
            <a:off x="731520" y="15544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In Germany most everyday painkillers are bought without a prescription. None of that appears here, so real painkiller use is higher than shown. The 1.96% overuse figure is an undercount.</a:t>
            </a:r>
          </a:p>
        </p:txBody>
      </p:sp>
      <p:sp>
        <p:nvSpPr>
          <p:cNvPr id="8" name="TextBox 7"/>
          <p:cNvSpPr txBox="1"/>
          <p:nvPr/>
        </p:nvSpPr>
        <p:spPr>
          <a:xfrm>
            <a:off x="502920" y="2084831"/>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084831"/>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written, not pills taken</a:t>
            </a:r>
          </a:p>
        </p:txBody>
      </p:sp>
      <p:sp>
        <p:nvSpPr>
          <p:cNvPr id="10" name="TextBox 9"/>
          <p:cNvSpPr txBox="1"/>
          <p:nvPr/>
        </p:nvSpPr>
        <p:spPr>
          <a:xfrm>
            <a:off x="731520" y="2340863"/>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data records what a doctor prescribed. Adherence tracks whether patients kept collecting medication, which is a stand-in for taking it, not a measure of it.</a:t>
            </a:r>
          </a:p>
        </p:txBody>
      </p:sp>
      <p:sp>
        <p:nvSpPr>
          <p:cNvPr id="11" name="TextBox 10"/>
          <p:cNvSpPr txBox="1"/>
          <p:nvPr/>
        </p:nvSpPr>
        <p:spPr>
          <a:xfrm>
            <a:off x="502920" y="28712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8712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How long a prescription lasts is often not recorded</a:t>
            </a:r>
          </a:p>
        </p:txBody>
      </p:sp>
      <p:sp>
        <p:nvSpPr>
          <p:cNvPr id="13" name="TextBox 12"/>
          <p:cNvSpPr txBox="1"/>
          <p:nvPr/>
        </p:nvSpPr>
        <p:spPr>
          <a:xfrm>
            <a:off x="731520" y="31272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Three quarters of prescriptions do not say how long to take the medication. Those are filled in using the typical length recorded for that same drug. Course length, switching and coverage all depend on it.</a:t>
            </a:r>
          </a:p>
        </p:txBody>
      </p:sp>
      <p:sp>
        <p:nvSpPr>
          <p:cNvPr id="14" name="TextBox 13"/>
          <p:cNvSpPr txBox="1"/>
          <p:nvPr/>
        </p:nvSpPr>
        <p:spPr>
          <a:xfrm>
            <a:off x="502920" y="3657599"/>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657599"/>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We only look at the first year after diagnosis</a:t>
            </a:r>
          </a:p>
        </p:txBody>
      </p:sp>
      <p:sp>
        <p:nvSpPr>
          <p:cNvPr id="16" name="TextBox 15"/>
          <p:cNvSpPr txBox="1"/>
          <p:nvPr/>
        </p:nvSpPr>
        <p:spPr>
          <a:xfrm>
            <a:off x="731520" y="3913631"/>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We look at the year following diagnosis, so someone who starts treatment late in that year scores close to zero. It describes the first year only, not treatment over a lifetime.</a:t>
            </a:r>
          </a:p>
        </p:txBody>
      </p:sp>
      <p:sp>
        <p:nvSpPr>
          <p:cNvPr id="17" name="TextBox 16"/>
          <p:cNvSpPr txBox="1"/>
          <p:nvPr/>
        </p:nvSpPr>
        <p:spPr>
          <a:xfrm>
            <a:off x="502920" y="4443983"/>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8" name="TextBox 17"/>
          <p:cNvSpPr txBox="1"/>
          <p:nvPr/>
        </p:nvSpPr>
        <p:spPr>
          <a:xfrm>
            <a:off x="731520" y="4443983"/>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 quantity field is unusable</a:t>
            </a:r>
          </a:p>
        </p:txBody>
      </p:sp>
      <p:sp>
        <p:nvSpPr>
          <p:cNvPr id="19" name="TextBox 18"/>
          <p:cNvSpPr txBox="1"/>
          <p:nvPr/>
        </p:nvSpPr>
        <p:spPr>
          <a:xfrm>
            <a:off x="731520" y="4700016"/>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quantity field is blank on almost every prescription that also lacks a length, and where filled in the values run from 1 to 9.4 million. Total volume dispensed is not reported here.</a:t>
            </a:r>
          </a:p>
        </p:txBody>
      </p:sp>
      <p:sp>
        <p:nvSpPr>
          <p:cNvPr id="20" name="Rectangle 19"/>
          <p:cNvSpPr/>
          <p:nvPr/>
        </p:nvSpPr>
        <p:spPr>
          <a:xfrm>
            <a:off x="502920" y="5303520"/>
            <a:ext cx="1065276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58968"/>
            <a:ext cx="4572000" cy="274320"/>
          </a:xfrm>
          <a:prstGeom prst="rect">
            <a:avLst/>
          </a:prstGeom>
          <a:noFill/>
        </p:spPr>
        <p:txBody>
          <a:bodyPr wrap="square" lIns="0" rIns="0" tIns="0" bIns="0" anchor="t">
            <a:spAutoFit/>
          </a:bodyPr>
          <a:lstStyle/>
          <a:p>
            <a:pPr algn="l">
              <a:lnSpc>
                <a:spcPct val="120000"/>
              </a:lnSpc>
              <a:spcAft>
                <a:spcPts val="500"/>
              </a:spcAft>
            </a:pPr>
            <a:r>
              <a:rPr sz="1250" b="1">
                <a:solidFill>
                  <a:srgbClr val="171717"/>
                </a:solidFill>
                <a:latin typeface="Montserrat"/>
              </a:rPr>
              <a:t>Bottom line</a:t>
            </a:r>
          </a:p>
        </p:txBody>
      </p:sp>
      <p:sp>
        <p:nvSpPr>
          <p:cNvPr id="22" name="TextBox 21"/>
          <p:cNvSpPr txBox="1"/>
          <p:nvPr/>
        </p:nvSpPr>
        <p:spPr>
          <a:xfrm>
            <a:off x="777240" y="5742432"/>
            <a:ext cx="10149840" cy="45720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Half of diagnosed headache patients are treated, most with drugs that are not migraine-specific, and a third work through four or more. Most treatment is short and taken as needed.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951yqr7qwVb3VIzjAzzif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6H5jjHBMqWkq0r61dXObrA"/>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xml><?xml version="1.0" encoding="utf-8"?>
<p:tagLst xmlns:a="http://schemas.openxmlformats.org/drawingml/2006/main" xmlns:r="http://schemas.openxmlformats.org/officeDocument/2006/relationships" xmlns:p="http://schemas.openxmlformats.org/presentationml/2006/main">
  <p:tag name="SHAPENAME" val="5. Sourc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Au5mlI_5SaCdkR487yXZg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5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5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CK2033_Organon_PPT_Template_White_Footer_M08" id="{A5362B16-C1EC-F74D-A8D4-526F5DA28960}" vid="{E78CD43D-1F56-874D-923A-71873AAF58A4}"/>
    </a:ext>
  </a:extLst>
</a:theme>
</file>

<file path=ppt/theme/theme3.xml><?xml version="1.0" encoding="utf-8"?>
<a:theme xmlns:a="http://schemas.openxmlformats.org/drawingml/2006/main" name="7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8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Organon_PPT_Template_White_Footer_M08 (1).potx  -  Read-Only" id="{B6F81749-36D1-4B23-A48D-C24FEEB8A1FD}" vid="{3CDFFBE3-4FBE-411E-8DE9-A89D51643B80}"/>
    </a:ext>
  </a:extLst>
</a:theme>
</file>

<file path=ppt/theme/theme5.xml><?xml version="1.0" encoding="utf-8"?>
<a:theme xmlns:a="http://schemas.openxmlformats.org/drawingml/2006/main" name="6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rganon W">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ganon W" id="{08554FB2-342A-4819-89C1-EE1BB9B6D370}" vid="{6222D241-D990-49A7-B688-A6DF34EE2AF0}"/>
    </a:ext>
  </a:extLst>
</a:theme>
</file>

<file path=ppt/theme/theme7.xml><?xml version="1.0" encoding="utf-8"?>
<a:theme xmlns:a="http://schemas.openxmlformats.org/drawingml/2006/main" name="1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mageMetadataListItemId xmlns="8e91b1a2-cef3-4c16-b949-ce66492d5111" xsi:nil="true"/>
    <lcf76f155ced4ddcb4097134ff3c332f xmlns="8e91b1a2-cef3-4c16-b949-ce66492d5111">
      <Terms xmlns="http://schemas.microsoft.com/office/infopath/2007/PartnerControls"/>
    </lcf76f155ced4ddcb4097134ff3c332f>
    <TaxCatchAll xmlns="4d2bfd8a-bdc1-4699-b00e-f74152970809" xsi:nil="true"/>
    <ImageMetadataListFieldId xmlns="8e91b1a2-cef3-4c16-b949-ce66492d511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BAB66966A5F4CBB1169870B003EA0" ma:contentTypeVersion="20" ma:contentTypeDescription="Create a new document." ma:contentTypeScope="" ma:versionID="bba14845822a3d669c2b6e60b91cf355">
  <xsd:schema xmlns:xsd="http://www.w3.org/2001/XMLSchema" xmlns:xs="http://www.w3.org/2001/XMLSchema" xmlns:p="http://schemas.microsoft.com/office/2006/metadata/properties" xmlns:ns2="8e91b1a2-cef3-4c16-b949-ce66492d5111" xmlns:ns3="4d2bfd8a-bdc1-4699-b00e-f74152970809" targetNamespace="http://schemas.microsoft.com/office/2006/metadata/properties" ma:root="true" ma:fieldsID="fc6c15c0b4b6d7bbc45144c8b5453437" ns2:_="" ns3:_="">
    <xsd:import namespace="8e91b1a2-cef3-4c16-b949-ce66492d5111"/>
    <xsd:import namespace="4d2bfd8a-bdc1-4699-b00e-f7415297080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ImageMetadataListItemId" minOccurs="0"/>
                <xsd:element ref="ns2:ImageMetadataListFieldId"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91b1a2-cef3-4c16-b949-ce66492d511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ImageMetadataListItemId" ma:index="19" nillable="true" ma:displayName="ImageMetadataListItemId" ma:hidden="true" ma:indexed="true" ma:internalName="ImageMetadataListItemId">
      <xsd:simpleType>
        <xsd:restriction base="dms:Unknown"/>
      </xsd:simpleType>
    </xsd:element>
    <xsd:element name="ImageMetadataListFieldId" ma:index="20" nillable="true" ma:displayName="ImageMetadataListFieldId" ma:hidden="true" ma:indexed="true" ma:internalName="ImageMetadataListFieldId">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aea9b38-78a5-408a-815c-fe483379546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2bfd8a-bdc1-4699-b00e-f74152970809"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bf2052ed-7f7b-4724-8bb0-ba665b6501f8}" ma:internalName="TaxCatchAll" ma:showField="CatchAllData" ma:web="4d2bfd8a-bdc1-4699-b00e-f74152970809">
      <xsd:complexType>
        <xsd:complexContent>
          <xsd:extension base="dms:MultiChoiceLookup">
            <xsd:sequence>
              <xsd:element name="Value" type="dms:Lookup" maxOccurs="unbounded" minOccurs="0" nillable="true"/>
            </xsd:sequence>
          </xsd:extension>
        </xsd:complexContent>
      </xsd:complexType>
    </xsd:element>
    <xsd:element name="SharedWithUsers" ma:index="2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9A575D-F5E4-4E8F-9B75-C7213FDD312F}">
  <ds:schemaRefs>
    <ds:schemaRef ds:uri="http://schemas.microsoft.com/office/2006/metadata/properties"/>
    <ds:schemaRef ds:uri="http://schemas.microsoft.com/office/infopath/2007/PartnerControls"/>
    <ds:schemaRef ds:uri="8e91b1a2-cef3-4c16-b949-ce66492d5111"/>
    <ds:schemaRef ds:uri="4d2bfd8a-bdc1-4699-b00e-f74152970809"/>
  </ds:schemaRefs>
</ds:datastoreItem>
</file>

<file path=customXml/itemProps2.xml><?xml version="1.0" encoding="utf-8"?>
<ds:datastoreItem xmlns:ds="http://schemas.openxmlformats.org/officeDocument/2006/customXml" ds:itemID="{E4464588-071A-4627-90F2-24D0DB137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91b1a2-cef3-4c16-b949-ce66492d5111"/>
    <ds:schemaRef ds:uri="4d2bfd8a-bdc1-4699-b00e-f741529708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C8C6079-235C-44C5-B73A-8D7A2FB3A1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171</TotalTime>
  <Words>2582</Words>
  <Application>Microsoft Office PowerPoint</Application>
  <PresentationFormat>Widescreen</PresentationFormat>
  <Paragraphs>351</Paragraphs>
  <Slides>30</Slides>
  <Notes>26</Notes>
  <HiddenSlides>0</HiddenSlides>
  <MMClips>0</MMClips>
  <ScaleCrop>false</ScaleCrop>
  <HeadingPairs>
    <vt:vector size="8" baseType="variant">
      <vt:variant>
        <vt:lpstr>Fonts Used</vt:lpstr>
      </vt:variant>
      <vt:variant>
        <vt:i4>19</vt:i4>
      </vt:variant>
      <vt:variant>
        <vt:lpstr>Theme</vt:lpstr>
      </vt:variant>
      <vt:variant>
        <vt:i4>7</vt:i4>
      </vt:variant>
      <vt:variant>
        <vt:lpstr>Embedded OLE Servers</vt:lpstr>
      </vt:variant>
      <vt:variant>
        <vt:i4>1</vt:i4>
      </vt:variant>
      <vt:variant>
        <vt:lpstr>Slide Titles</vt:lpstr>
      </vt:variant>
      <vt:variant>
        <vt:i4>30</vt:i4>
      </vt:variant>
    </vt:vector>
  </HeadingPairs>
  <TitlesOfParts>
    <vt:vector size="57" baseType="lpstr">
      <vt:lpstr>DengXian</vt:lpstr>
      <vt:lpstr>Aptos</vt:lpstr>
      <vt:lpstr>Arial</vt:lpstr>
      <vt:lpstr>Arial Black</vt:lpstr>
      <vt:lpstr>Arial Narrow</vt:lpstr>
      <vt:lpstr>Calibri</vt:lpstr>
      <vt:lpstr>Calibri Light</vt:lpstr>
      <vt:lpstr>Courier New</vt:lpstr>
      <vt:lpstr>Lato Light</vt:lpstr>
      <vt:lpstr>Liberation Sans</vt:lpstr>
      <vt:lpstr>Montserrat</vt:lpstr>
      <vt:lpstr>Montserrat ExtraBold</vt:lpstr>
      <vt:lpstr>Montserrat Light</vt:lpstr>
      <vt:lpstr>Montserrat Medium</vt:lpstr>
      <vt:lpstr>Montserrat SemiBold</vt:lpstr>
      <vt:lpstr>Segoe UI</vt:lpstr>
      <vt:lpstr>System Font Regular</vt:lpstr>
      <vt:lpstr>Trebuchet MS</vt:lpstr>
      <vt:lpstr>Wingdings</vt:lpstr>
      <vt:lpstr>5_Office Theme</vt:lpstr>
      <vt:lpstr>15_Office Theme</vt:lpstr>
      <vt:lpstr>7_Office Theme</vt:lpstr>
      <vt:lpstr>8_Office Theme</vt:lpstr>
      <vt:lpstr>6_Office Theme</vt:lpstr>
      <vt:lpstr>Organon W</vt:lpstr>
      <vt:lpstr>1_Office Theme</vt:lpstr>
      <vt:lpstr>think-cell Slide</vt:lpstr>
      <vt:lpstr>OGN corporate slide deck template</vt:lpstr>
      <vt:lpstr>PowerPoint Presentation</vt:lpstr>
      <vt:lpstr>Section 1 – core content</vt:lpstr>
      <vt:lpstr>Organon: Here for her health</vt:lpstr>
      <vt:lpstr>Our vision, mission and purpose</vt:lpstr>
      <vt:lpstr>Living our values</vt:lpstr>
      <vt:lpstr>A new company with a 100+ year legacy in women’s health</vt:lpstr>
      <vt:lpstr>A global company</vt:lpstr>
      <vt:lpstr>Our focus</vt:lpstr>
      <vt:lpstr>Driving new research in women’s health</vt:lpstr>
      <vt:lpstr>An ecosystem of like-minded partners and innovators</vt:lpstr>
      <vt:lpstr>Organon manufacturing and supply  (OMS)</vt:lpstr>
      <vt:lpstr>PowerPoint Presentation</vt:lpstr>
      <vt:lpstr>Our manufacturing &amp; supply organization</vt:lpstr>
      <vt:lpstr>Corporate responsibility</vt:lpstr>
      <vt:lpstr>Focus: Committed to reducing unplanned pregnancies so women and girls can achieve their promise through: </vt:lpstr>
      <vt:lpstr>Key achievements*</vt:lpstr>
      <vt:lpstr>Her equity*</vt:lpstr>
      <vt:lpstr>Her planet*</vt:lpstr>
      <vt:lpstr>Her trust*</vt:lpstr>
      <vt:lpstr>We believe in the power of collaboration</vt:lpstr>
      <vt:lpstr>Creating a brighter future for her</vt:lpstr>
      <vt:lpstr>PowerPoint Presentation</vt:lpstr>
      <vt:lpstr>Section 2 - templates</vt:lpstr>
      <vt:lpstr>Welcome message – [insert name]</vt:lpstr>
      <vt:lpstr>PowerPoint Presentation</vt:lpstr>
      <vt:lpstr>Leadership team template</vt:lpstr>
      <vt:lpstr>PowerPoint Presentation</vt:lpstr>
      <vt:lpstr>[Insert name of partner organization]</vt:lpstr>
      <vt:lpstr>Be a part of her story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Communications</dc:title>
  <dc:creator>Jackett, Stephen</dc:creator>
  <cp:lastModifiedBy>Jackett, Stephen</cp:lastModifiedBy>
  <cp:revision>1</cp:revision>
  <dcterms:created xsi:type="dcterms:W3CDTF">2024-05-03T12:11:17Z</dcterms:created>
  <dcterms:modified xsi:type="dcterms:W3CDTF">2025-09-17T14:59:14Z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-1207573766</vt:i4>
  </property>
  <property fmtid="{D5CDD505-2E9C-101B-9397-08002B2CF9AE}" pid="3" name="_NewReviewCycle">
    <vt:lpwstr/>
  </property>
  <property fmtid="{D5CDD505-2E9C-101B-9397-08002B2CF9AE}" pid="4" name="_EmailSubject">
    <vt:lpwstr>OGN storytelling materials plan</vt:lpwstr>
  </property>
  <property fmtid="{D5CDD505-2E9C-101B-9397-08002B2CF9AE}" pid="5" name="_AuthorEmail">
    <vt:lpwstr>stephen.jackett@organon.com</vt:lpwstr>
  </property>
  <property fmtid="{D5CDD505-2E9C-101B-9397-08002B2CF9AE}" pid="6" name="_AuthorEmailDisplayName">
    <vt:lpwstr>Jackett, Stephen</vt:lpwstr>
  </property>
  <property fmtid="{D5CDD505-2E9C-101B-9397-08002B2CF9AE}" pid="7" name="MSIP_Label_9e5572be-d5bb-4f9b-88a4-df12000c467e_Enabled">
    <vt:lpwstr>true</vt:lpwstr>
  </property>
  <property fmtid="{D5CDD505-2E9C-101B-9397-08002B2CF9AE}" pid="8" name="MSIP_Label_9e5572be-d5bb-4f9b-88a4-df12000c467e_SetDate">
    <vt:lpwstr>2025-02-13T16:05:00Z</vt:lpwstr>
  </property>
  <property fmtid="{D5CDD505-2E9C-101B-9397-08002B2CF9AE}" pid="9" name="MSIP_Label_9e5572be-d5bb-4f9b-88a4-df12000c467e_Method">
    <vt:lpwstr>Privileged</vt:lpwstr>
  </property>
  <property fmtid="{D5CDD505-2E9C-101B-9397-08002B2CF9AE}" pid="10" name="MSIP_Label_9e5572be-d5bb-4f9b-88a4-df12000c467e_Name">
    <vt:lpwstr>English - Proprietary</vt:lpwstr>
  </property>
  <property fmtid="{D5CDD505-2E9C-101B-9397-08002B2CF9AE}" pid="11" name="MSIP_Label_9e5572be-d5bb-4f9b-88a4-df12000c467e_SiteId">
    <vt:lpwstr>484a70d1-caaf-4a03-a477-1cbe688304af</vt:lpwstr>
  </property>
  <property fmtid="{D5CDD505-2E9C-101B-9397-08002B2CF9AE}" pid="12" name="MSIP_Label_9e5572be-d5bb-4f9b-88a4-df12000c467e_ActionId">
    <vt:lpwstr>6e573f1d-4870-4335-a868-0697b54b0513</vt:lpwstr>
  </property>
  <property fmtid="{D5CDD505-2E9C-101B-9397-08002B2CF9AE}" pid="13" name="MSIP_Label_9e5572be-d5bb-4f9b-88a4-df12000c467e_ContentBits">
    <vt:lpwstr>1</vt:lpwstr>
  </property>
  <property fmtid="{D5CDD505-2E9C-101B-9397-08002B2CF9AE}" pid="14" name="ClassificationContentMarkingHeaderLocations">
    <vt:lpwstr>5_Office Theme:4\13_Office Theme:9\15_Office Theme:9\7_Office Theme:4\8_Office Theme:10\6_Office Theme:10\16_Office Theme:10\Organon W:10\1_Office Theme:4</vt:lpwstr>
  </property>
  <property fmtid="{D5CDD505-2E9C-101B-9397-08002B2CF9AE}" pid="15" name="ClassificationContentMarkingHeaderText">
    <vt:lpwstr>[Organon] Proprietary</vt:lpwstr>
  </property>
  <property fmtid="{D5CDD505-2E9C-101B-9397-08002B2CF9AE}" pid="16" name="ContentTypeId">
    <vt:lpwstr>0x010100DC7BAB66966A5F4CBB1169870B003EA0</vt:lpwstr>
  </property>
  <property fmtid="{D5CDD505-2E9C-101B-9397-08002B2CF9AE}" pid="17" name="MediaServiceImageTags">
    <vt:lpwstr/>
  </property>
</Properties>
</file>