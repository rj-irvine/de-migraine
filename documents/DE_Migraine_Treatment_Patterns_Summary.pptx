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5.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4" r:id="rId4"/>
    <p:sldMasterId id="2147484119" r:id="rId5"/>
    <p:sldMasterId id="2147484136" r:id="rId6"/>
    <p:sldMasterId id="2147484221" r:id="rId7"/>
    <p:sldMasterId id="2147484449" r:id="rId8"/>
    <p:sldMasterId id="2147484500" r:id="rId9"/>
    <p:sldMasterId id="2147484518" r:id="rId10"/>
  </p:sldMasterIdLst>
  <p:notesMasterIdLst>
    <p:notesMasterId r:id="rId41"/>
  </p:notesMasterIdLst>
  <p:handoutMasterIdLst>
    <p:handoutMasterId r:id="rId42"/>
  </p:handoutMasterIdLst>
  <p:sldIdLst>
    <p:sldId id="256" r:id="rId19"/>
    <p:sldId id="257" r:id="rId20"/>
    <p:sldId id="258" r:id="rId21"/>
    <p:sldId id="259" r:id="rId22"/>
    <p:sldId id="260" r:id="rId23"/>
    <p:sldId id="261" r:id="rId24"/>
    <p:sldId id="262" r:id="rId25"/>
    <p:sldId id="263" r:id="rId26"/>
    <p:sldId id="264"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4139913-BFBA-4189-3957-F83E4C20DDB0}" name="Jackett, Stephen" initials="SJ" userId="S::stephen.jackett@organon.com::0bef1c98-69b1-48e4-bc92-135240dc0a47" providerId="AD"/>
  <p188:author id="{C0ADE842-EBB5-ED85-94FB-CF3E710B731B}" name="Silver, Hannah" initials="HS" userId="S::hannah.silver@organon.com::7d4cd25d-d81e-4fe6-aa29-ff964ab0ce42" providerId="AD"/>
  <p188:author id="{58D4377D-3B4D-A4B3-DD99-359EAF377A58}" name="Breitstein, Joanna" initials="JB" userId="S::joanna.breitstein@organon.com::a3b65a5a-1e05-456d-b5e8-c17958c4b715" providerId="AD"/>
  <p188:author id="{AE88B8A6-FB2A-BBD0-B466-D4D211056B88}" name="Josh Ashley-Jones" initials="JA" userId="S::josh.ashley-jones@four.agency::3a92f106-54b8-4c33-8480-05f8b2d9ebe0" providerId="AD"/>
  <p188:author id="{9B823DE9-DA58-95D3-2AFF-D33DED5B2B0D}" name="Alice Walker" initials="AW" userId="S::alice.walker@four.agency::ea97e75b-919c-46bd-9fe3-e6190ef56c5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9D7"/>
    <a:srgbClr val="C8C8C8"/>
    <a:srgbClr val="E201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746" autoAdjust="0"/>
  </p:normalViewPr>
  <p:slideViewPr>
    <p:cSldViewPr snapToGrid="0">
      <p:cViewPr varScale="1">
        <p:scale>
          <a:sx n="56" d="100"/>
          <a:sy n="56" d="100"/>
        </p:scale>
        <p:origin x="1044" y="48"/>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9" Type="http://schemas.openxmlformats.org/officeDocument/2006/relationships/slide" Target="slides/slide1.xml"/><Relationship Id="rId20" Type="http://schemas.openxmlformats.org/officeDocument/2006/relationships/slide" Target="slides/slide2.xml"/><Relationship Id="rId21" Type="http://schemas.openxmlformats.org/officeDocument/2006/relationships/slide" Target="slides/slide3.xml"/><Relationship Id="rId22" Type="http://schemas.openxmlformats.org/officeDocument/2006/relationships/slide" Target="slides/slide4.xml"/><Relationship Id="rId23" Type="http://schemas.openxmlformats.org/officeDocument/2006/relationships/slide" Target="slides/slide5.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9.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6/11/relationships/changesInfo" Target="changesInfos/changesInfo1.xml"/><Relationship Id="rId48"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ckett, Stephen" userId="0bef1c98-69b1-48e4-bc92-135240dc0a47" providerId="ADAL" clId="{C9FE35C1-F305-4332-B20A-26B677F87CAA}"/>
    <pc:docChg chg="undo custSel modSld">
      <pc:chgData name="Jackett, Stephen" userId="0bef1c98-69b1-48e4-bc92-135240dc0a47" providerId="ADAL" clId="{C9FE35C1-F305-4332-B20A-26B677F87CAA}" dt="2025-03-11T18:23:49.219" v="238"/>
      <pc:docMkLst>
        <pc:docMk/>
      </pc:docMkLst>
      <pc:sldChg chg="modSp mod modNotesTx">
        <pc:chgData name="Jackett, Stephen" userId="0bef1c98-69b1-48e4-bc92-135240dc0a47" providerId="ADAL" clId="{C9FE35C1-F305-4332-B20A-26B677F87CAA}" dt="2025-03-11T18:23:49.219" v="238"/>
        <pc:sldMkLst>
          <pc:docMk/>
          <pc:sldMk cId="2724305972" sldId="259"/>
        </pc:sldMkLst>
      </pc:sldChg>
      <pc:sldChg chg="modSp mod">
        <pc:chgData name="Jackett, Stephen" userId="0bef1c98-69b1-48e4-bc92-135240dc0a47" providerId="ADAL" clId="{C9FE35C1-F305-4332-B20A-26B677F87CAA}" dt="2025-03-11T18:14:42.689" v="48" actId="108"/>
        <pc:sldMkLst>
          <pc:docMk/>
          <pc:sldMk cId="1882696579" sldId="261"/>
        </pc:sldMkLst>
      </pc:sldChg>
      <pc:sldChg chg="modSp mod">
        <pc:chgData name="Jackett, Stephen" userId="0bef1c98-69b1-48e4-bc92-135240dc0a47" providerId="ADAL" clId="{C9FE35C1-F305-4332-B20A-26B677F87CAA}" dt="2025-03-11T18:15:02.775" v="49"/>
        <pc:sldMkLst>
          <pc:docMk/>
          <pc:sldMk cId="1919210051" sldId="262"/>
        </pc:sldMkLst>
      </pc:sldChg>
      <pc:sldChg chg="modSp mod">
        <pc:chgData name="Jackett, Stephen" userId="0bef1c98-69b1-48e4-bc92-135240dc0a47" providerId="ADAL" clId="{C9FE35C1-F305-4332-B20A-26B677F87CAA}" dt="2025-03-11T18:15:24.612" v="50"/>
        <pc:sldMkLst>
          <pc:docMk/>
          <pc:sldMk cId="2692185011" sldId="263"/>
        </pc:sldMkLst>
      </pc:sldChg>
      <pc:sldChg chg="modSp mod modNotesTx">
        <pc:chgData name="Jackett, Stephen" userId="0bef1c98-69b1-48e4-bc92-135240dc0a47" providerId="ADAL" clId="{C9FE35C1-F305-4332-B20A-26B677F87CAA}" dt="2025-03-11T18:21:20.353" v="126" actId="20577"/>
        <pc:sldMkLst>
          <pc:docMk/>
          <pc:sldMk cId="1213963974" sldId="269"/>
        </pc:sldMkLst>
      </pc:sldChg>
      <pc:sldChg chg="modSp mod modNotesTx">
        <pc:chgData name="Jackett, Stephen" userId="0bef1c98-69b1-48e4-bc92-135240dc0a47" providerId="ADAL" clId="{C9FE35C1-F305-4332-B20A-26B677F87CAA}" dt="2025-03-11T18:22:38.959" v="192"/>
        <pc:sldMkLst>
          <pc:docMk/>
          <pc:sldMk cId="4105099557" sldId="270"/>
        </pc:sldMkLst>
      </pc:sldChg>
      <pc:sldChg chg="modSp mod modNotesTx">
        <pc:chgData name="Jackett, Stephen" userId="0bef1c98-69b1-48e4-bc92-135240dc0a47" providerId="ADAL" clId="{C9FE35C1-F305-4332-B20A-26B677F87CAA}" dt="2025-03-11T18:20:48.956" v="94" actId="20577"/>
        <pc:sldMkLst>
          <pc:docMk/>
          <pc:sldMk cId="724092529" sldId="274"/>
        </pc:sldMkLst>
      </pc:sldChg>
      <pc:sldChg chg="modSp mod modNotesTx">
        <pc:chgData name="Jackett, Stephen" userId="0bef1c98-69b1-48e4-bc92-135240dc0a47" providerId="ADAL" clId="{C9FE35C1-F305-4332-B20A-26B677F87CAA}" dt="2025-03-11T18:19:26.926" v="80"/>
        <pc:sldMkLst>
          <pc:docMk/>
          <pc:sldMk cId="1108492127" sldId="276"/>
        </pc:sldMkLst>
      </pc:sldChg>
      <pc:sldChg chg="modSp mod">
        <pc:chgData name="Jackett, Stephen" userId="0bef1c98-69b1-48e4-bc92-135240dc0a47" providerId="ADAL" clId="{C9FE35C1-F305-4332-B20A-26B677F87CAA}" dt="2025-03-11T18:16:51.757" v="63" actId="20577"/>
        <pc:sldMkLst>
          <pc:docMk/>
          <pc:sldMk cId="392814229" sldId="277"/>
        </pc:sldMkLst>
      </pc:sldChg>
      <pc:sldChg chg="modSp mod">
        <pc:chgData name="Jackett, Stephen" userId="0bef1c98-69b1-48e4-bc92-135240dc0a47" providerId="ADAL" clId="{C9FE35C1-F305-4332-B20A-26B677F87CAA}" dt="2025-03-11T18:14:15.287" v="46" actId="108"/>
        <pc:sldMkLst>
          <pc:docMk/>
          <pc:sldMk cId="3344193923" sldId="279"/>
        </pc:sldMkLst>
      </pc:sldChg>
      <pc:sldChg chg="modSp mod modNotesTx">
        <pc:chgData name="Jackett, Stephen" userId="0bef1c98-69b1-48e4-bc92-135240dc0a47" providerId="ADAL" clId="{C9FE35C1-F305-4332-B20A-26B677F87CAA}" dt="2025-03-11T18:23:07.500" v="223" actId="20577"/>
        <pc:sldMkLst>
          <pc:docMk/>
          <pc:sldMk cId="54691783" sldId="288"/>
        </pc:sldMkLst>
      </pc:sldChg>
      <pc:sldChg chg="modSp mod modNotesTx">
        <pc:chgData name="Jackett, Stephen" userId="0bef1c98-69b1-48e4-bc92-135240dc0a47" providerId="ADAL" clId="{C9FE35C1-F305-4332-B20A-26B677F87CAA}" dt="2025-03-11T18:23:15.109" v="237" actId="20577"/>
        <pc:sldMkLst>
          <pc:docMk/>
          <pc:sldMk cId="3302036192" sldId="290"/>
        </pc:sldMkLst>
      </pc:sldChg>
      <pc:sldChg chg="modSp mod modNotesTx">
        <pc:chgData name="Jackett, Stephen" userId="0bef1c98-69b1-48e4-bc92-135240dc0a47" providerId="ADAL" clId="{C9FE35C1-F305-4332-B20A-26B677F87CAA}" dt="2025-03-11T18:22:57.439" v="210" actId="20577"/>
        <pc:sldMkLst>
          <pc:docMk/>
          <pc:sldMk cId="3967556059" sldId="2147483621"/>
        </pc:sldMkLst>
      </pc:sldChg>
    </pc:docChg>
  </pc:docChgLst>
  <pc:docChgLst>
    <pc:chgData name="Jackett, Stephen" userId="0bef1c98-69b1-48e4-bc92-135240dc0a47" providerId="ADAL" clId="{6A9C5968-73F2-46AD-A9DD-7C49FE6CB9A2}"/>
    <pc:docChg chg="undo custSel modSld modMainMaster">
      <pc:chgData name="Jackett, Stephen" userId="0bef1c98-69b1-48e4-bc92-135240dc0a47" providerId="ADAL" clId="{6A9C5968-73F2-46AD-A9DD-7C49FE6CB9A2}" dt="2025-05-09T13:23:32.018" v="24" actId="20577"/>
      <pc:docMkLst>
        <pc:docMk/>
      </pc:docMkLst>
      <pc:sldChg chg="modSp mod">
        <pc:chgData name="Jackett, Stephen" userId="0bef1c98-69b1-48e4-bc92-135240dc0a47" providerId="ADAL" clId="{6A9C5968-73F2-46AD-A9DD-7C49FE6CB9A2}" dt="2025-05-09T13:16:37.533" v="8" actId="14100"/>
        <pc:sldMkLst>
          <pc:docMk/>
          <pc:sldMk cId="2024924336" sldId="257"/>
        </pc:sldMkLst>
      </pc:sldChg>
      <pc:sldChg chg="addSp delSp modSp">
        <pc:chgData name="Jackett, Stephen" userId="0bef1c98-69b1-48e4-bc92-135240dc0a47" providerId="ADAL" clId="{6A9C5968-73F2-46AD-A9DD-7C49FE6CB9A2}" dt="2025-05-09T13:21:58.603" v="18" actId="1076"/>
        <pc:sldMkLst>
          <pc:docMk/>
          <pc:sldMk cId="1882696579" sldId="261"/>
        </pc:sldMkLst>
      </pc:sldChg>
      <pc:sldChg chg="addSp delSp modSp">
        <pc:chgData name="Jackett, Stephen" userId="0bef1c98-69b1-48e4-bc92-135240dc0a47" providerId="ADAL" clId="{6A9C5968-73F2-46AD-A9DD-7C49FE6CB9A2}" dt="2025-05-09T13:22:22.115" v="20"/>
        <pc:sldMkLst>
          <pc:docMk/>
          <pc:sldMk cId="1919210051" sldId="262"/>
        </pc:sldMkLst>
      </pc:sldChg>
      <pc:sldChg chg="addSp delSp modSp">
        <pc:chgData name="Jackett, Stephen" userId="0bef1c98-69b1-48e4-bc92-135240dc0a47" providerId="ADAL" clId="{6A9C5968-73F2-46AD-A9DD-7C49FE6CB9A2}" dt="2025-05-09T13:22:40.869" v="22"/>
        <pc:sldMkLst>
          <pc:docMk/>
          <pc:sldMk cId="2692185011" sldId="263"/>
        </pc:sldMkLst>
      </pc:sldChg>
      <pc:sldChg chg="addSp delSp modSp mod">
        <pc:chgData name="Jackett, Stephen" userId="0bef1c98-69b1-48e4-bc92-135240dc0a47" providerId="ADAL" clId="{6A9C5968-73F2-46AD-A9DD-7C49FE6CB9A2}" dt="2025-05-09T13:20:14.239" v="14" actId="1076"/>
        <pc:sldMkLst>
          <pc:docMk/>
          <pc:sldMk cId="673620753" sldId="273"/>
        </pc:sldMkLst>
      </pc:sldChg>
      <pc:sldChg chg="modSp mod">
        <pc:chgData name="Jackett, Stephen" userId="0bef1c98-69b1-48e4-bc92-135240dc0a47" providerId="ADAL" clId="{6A9C5968-73F2-46AD-A9DD-7C49FE6CB9A2}" dt="2025-05-09T13:15:31.548" v="5" actId="20577"/>
        <pc:sldMkLst>
          <pc:docMk/>
          <pc:sldMk cId="392814229" sldId="277"/>
        </pc:sldMkLst>
      </pc:sldChg>
      <pc:sldMasterChg chg="modSldLayout">
        <pc:chgData name="Jackett, Stephen" userId="0bef1c98-69b1-48e4-bc92-135240dc0a47" providerId="ADAL" clId="{6A9C5968-73F2-46AD-A9DD-7C49FE6CB9A2}" dt="2025-05-09T13:23:32.018" v="24" actId="20577"/>
        <pc:sldMasterMkLst>
          <pc:docMk/>
          <pc:sldMasterMk cId="3751961532" sldId="2147483994"/>
        </pc:sldMasterMkLst>
        <pc:sldLayoutChg chg="modSp mod">
          <pc:chgData name="Jackett, Stephen" userId="0bef1c98-69b1-48e4-bc92-135240dc0a47" providerId="ADAL" clId="{6A9C5968-73F2-46AD-A9DD-7C49FE6CB9A2}" dt="2025-05-09T13:23:32.018" v="24" actId="20577"/>
          <pc:sldLayoutMkLst>
            <pc:docMk/>
            <pc:sldMasterMk cId="3751961532" sldId="2147483994"/>
            <pc:sldLayoutMk cId="3434534552" sldId="2147484036"/>
          </pc:sldLayoutMkLst>
        </pc:sldLayoutChg>
      </pc:sldMasterChg>
    </pc:docChg>
  </pc:docChgLst>
  <pc:docChgLst>
    <pc:chgData name="Jackett, Stephen" userId="0bef1c98-69b1-48e4-bc92-135240dc0a47" providerId="ADAL" clId="{97A2EACD-DFE8-4B36-B053-B7D861876633}"/>
    <pc:docChg chg="modMainMaster">
      <pc:chgData name="Jackett, Stephen" userId="0bef1c98-69b1-48e4-bc92-135240dc0a47" providerId="ADAL" clId="{97A2EACD-DFE8-4B36-B053-B7D861876633}" dt="2025-09-17T14:59:02.624" v="1" actId="20577"/>
      <pc:docMkLst>
        <pc:docMk/>
      </pc:docMkLst>
      <pc:sldMasterChg chg="modSldLayout">
        <pc:chgData name="Jackett, Stephen" userId="0bef1c98-69b1-48e4-bc92-135240dc0a47" providerId="ADAL" clId="{97A2EACD-DFE8-4B36-B053-B7D861876633}" dt="2025-09-17T14:59:02.624" v="1" actId="20577"/>
        <pc:sldMasterMkLst>
          <pc:docMk/>
          <pc:sldMasterMk cId="3751961532" sldId="2147483994"/>
        </pc:sldMasterMkLst>
        <pc:sldLayoutChg chg="modSp mod">
          <pc:chgData name="Jackett, Stephen" userId="0bef1c98-69b1-48e4-bc92-135240dc0a47" providerId="ADAL" clId="{97A2EACD-DFE8-4B36-B053-B7D861876633}" dt="2025-09-17T14:59:02.624" v="1" actId="20577"/>
          <pc:sldLayoutMkLst>
            <pc:docMk/>
            <pc:sldMasterMk cId="3751961532" sldId="2147483994"/>
            <pc:sldLayoutMk cId="3434534552" sldId="2147484036"/>
          </pc:sldLayoutMkLst>
          <pc:spChg chg="mod">
            <ac:chgData name="Jackett, Stephen" userId="0bef1c98-69b1-48e4-bc92-135240dc0a47" providerId="ADAL" clId="{97A2EACD-DFE8-4B36-B053-B7D861876633}" dt="2025-09-17T14:59:02.624" v="1" actId="20577"/>
            <ac:spMkLst>
              <pc:docMk/>
              <pc:sldMasterMk cId="3751961532" sldId="2147483994"/>
              <pc:sldLayoutMk cId="3434534552" sldId="2147484036"/>
              <ac:spMk id="13" creationId="{F5974BA7-AD04-7A43-81DD-B98B549B07CB}"/>
            </ac:spMkLst>
          </pc:spChg>
        </pc:sldLayoutChg>
      </pc:sldMasterChg>
    </pc:docChg>
  </pc:docChgLst>
  <pc:docChgLst>
    <pc:chgData name="Jackett, Stephen" userId="0bef1c98-69b1-48e4-bc92-135240dc0a47" providerId="ADAL" clId="{3DF98CC6-AFAF-4CD8-8913-53EC7520F35F}"/>
    <pc:docChg chg="undo custSel modSld">
      <pc:chgData name="Jackett, Stephen" userId="0bef1c98-69b1-48e4-bc92-135240dc0a47" providerId="ADAL" clId="{3DF98CC6-AFAF-4CD8-8913-53EC7520F35F}" dt="2025-09-11T16:12:59.541" v="469" actId="20577"/>
      <pc:docMkLst>
        <pc:docMk/>
      </pc:docMkLst>
      <pc:sldChg chg="addSp delSp modSp mod modNotesTx">
        <pc:chgData name="Jackett, Stephen" userId="0bef1c98-69b1-48e4-bc92-135240dc0a47" providerId="ADAL" clId="{3DF98CC6-AFAF-4CD8-8913-53EC7520F35F}" dt="2025-09-11T16:12:40.593" v="460" actId="20577"/>
        <pc:sldMkLst>
          <pc:docMk/>
          <pc:sldMk cId="1882696579" sldId="261"/>
        </pc:sldMkLst>
        <pc:spChg chg="mod">
          <ac:chgData name="Jackett, Stephen" userId="0bef1c98-69b1-48e4-bc92-135240dc0a47" providerId="ADAL" clId="{3DF98CC6-AFAF-4CD8-8913-53EC7520F35F}" dt="2025-09-11T15:59:22.320" v="391" actId="20577"/>
          <ac:spMkLst>
            <pc:docMk/>
            <pc:sldMk cId="1882696579" sldId="261"/>
            <ac:spMk id="4" creationId="{7FFC88ED-F186-4D0E-3F59-3C710D4D5AB9}"/>
          </ac:spMkLst>
        </pc:spChg>
        <pc:spChg chg="mod">
          <ac:chgData name="Jackett, Stephen" userId="0bef1c98-69b1-48e4-bc92-135240dc0a47" providerId="ADAL" clId="{3DF98CC6-AFAF-4CD8-8913-53EC7520F35F}" dt="2025-09-11T15:49:07.312" v="102" actId="20577"/>
          <ac:spMkLst>
            <pc:docMk/>
            <pc:sldMk cId="1882696579" sldId="261"/>
            <ac:spMk id="5" creationId="{19F7C060-7805-769C-6479-86EE2DD8145F}"/>
          </ac:spMkLst>
        </pc:spChg>
        <pc:spChg chg="mod">
          <ac:chgData name="Jackett, Stephen" userId="0bef1c98-69b1-48e4-bc92-135240dc0a47" providerId="ADAL" clId="{3DF98CC6-AFAF-4CD8-8913-53EC7520F35F}" dt="2025-09-11T15:59:26.296" v="393" actId="20577"/>
          <ac:spMkLst>
            <pc:docMk/>
            <pc:sldMk cId="1882696579" sldId="261"/>
            <ac:spMk id="6" creationId="{5E3AB457-96BB-56A6-0696-6510ADEC47C8}"/>
          </ac:spMkLst>
        </pc:spChg>
        <pc:spChg chg="mod topLvl">
          <ac:chgData name="Jackett, Stephen" userId="0bef1c98-69b1-48e4-bc92-135240dc0a47" providerId="ADAL" clId="{3DF98CC6-AFAF-4CD8-8913-53EC7520F35F}" dt="2025-09-11T16:07:25.824" v="434" actId="1076"/>
          <ac:spMkLst>
            <pc:docMk/>
            <pc:sldMk cId="1882696579" sldId="261"/>
            <ac:spMk id="8" creationId="{055F33D5-5ED5-5A56-3C09-3A7C8149640F}"/>
          </ac:spMkLst>
        </pc:spChg>
        <pc:spChg chg="mod topLvl">
          <ac:chgData name="Jackett, Stephen" userId="0bef1c98-69b1-48e4-bc92-135240dc0a47" providerId="ADAL" clId="{3DF98CC6-AFAF-4CD8-8913-53EC7520F35F}" dt="2025-09-11T16:07:25.824" v="434" actId="1076"/>
          <ac:spMkLst>
            <pc:docMk/>
            <pc:sldMk cId="1882696579" sldId="261"/>
            <ac:spMk id="9" creationId="{3CB18DFB-FD8E-B429-9829-A0639732ED51}"/>
          </ac:spMkLst>
        </pc:spChg>
        <pc:spChg chg="mod topLvl">
          <ac:chgData name="Jackett, Stephen" userId="0bef1c98-69b1-48e4-bc92-135240dc0a47" providerId="ADAL" clId="{3DF98CC6-AFAF-4CD8-8913-53EC7520F35F}" dt="2025-09-11T16:07:25.824" v="434" actId="1076"/>
          <ac:spMkLst>
            <pc:docMk/>
            <pc:sldMk cId="1882696579" sldId="261"/>
            <ac:spMk id="10" creationId="{CA79A071-E78A-445E-777F-58F1F5CB4502}"/>
          </ac:spMkLst>
        </pc:spChg>
        <pc:spChg chg="mod ord topLvl">
          <ac:chgData name="Jackett, Stephen" userId="0bef1c98-69b1-48e4-bc92-135240dc0a47" providerId="ADAL" clId="{3DF98CC6-AFAF-4CD8-8913-53EC7520F35F}" dt="2025-09-11T16:08:19.851" v="435" actId="208"/>
          <ac:spMkLst>
            <pc:docMk/>
            <pc:sldMk cId="1882696579" sldId="261"/>
            <ac:spMk id="13" creationId="{DC015B22-342C-5BF6-A6C6-D1285E9787F5}"/>
          </ac:spMkLst>
        </pc:spChg>
        <pc:spChg chg="mod ord topLvl">
          <ac:chgData name="Jackett, Stephen" userId="0bef1c98-69b1-48e4-bc92-135240dc0a47" providerId="ADAL" clId="{3DF98CC6-AFAF-4CD8-8913-53EC7520F35F}" dt="2025-09-11T16:08:40.372" v="436" actId="208"/>
          <ac:spMkLst>
            <pc:docMk/>
            <pc:sldMk cId="1882696579" sldId="261"/>
            <ac:spMk id="14" creationId="{25F986D2-30AF-451A-0772-F7CDFBBBB9DA}"/>
          </ac:spMkLst>
        </pc:spChg>
        <pc:spChg chg="mod topLvl">
          <ac:chgData name="Jackett, Stephen" userId="0bef1c98-69b1-48e4-bc92-135240dc0a47" providerId="ADAL" clId="{3DF98CC6-AFAF-4CD8-8913-53EC7520F35F}" dt="2025-09-11T16:07:25.824" v="434" actId="1076"/>
          <ac:spMkLst>
            <pc:docMk/>
            <pc:sldMk cId="1882696579" sldId="261"/>
            <ac:spMk id="15" creationId="{64146DD9-93B1-40AC-7390-B21450F7E9F1}"/>
          </ac:spMkLst>
        </pc:spChg>
        <pc:spChg chg="mod topLvl">
          <ac:chgData name="Jackett, Stephen" userId="0bef1c98-69b1-48e4-bc92-135240dc0a47" providerId="ADAL" clId="{3DF98CC6-AFAF-4CD8-8913-53EC7520F35F}" dt="2025-09-11T16:07:25.824" v="434" actId="1076"/>
          <ac:spMkLst>
            <pc:docMk/>
            <pc:sldMk cId="1882696579" sldId="261"/>
            <ac:spMk id="16" creationId="{762F3026-ECF8-7888-0C09-4B4B30C4FD80}"/>
          </ac:spMkLst>
        </pc:spChg>
        <pc:spChg chg="add mod">
          <ac:chgData name="Jackett, Stephen" userId="0bef1c98-69b1-48e4-bc92-135240dc0a47" providerId="ADAL" clId="{3DF98CC6-AFAF-4CD8-8913-53EC7520F35F}" dt="2025-09-11T16:08:51.544" v="438" actId="208"/>
          <ac:spMkLst>
            <pc:docMk/>
            <pc:sldMk cId="1882696579" sldId="261"/>
            <ac:spMk id="18" creationId="{E00E6AF9-091B-83C0-563E-B4BFDBA93D46}"/>
          </ac:spMkLst>
        </pc:spChg>
        <pc:spChg chg="add mod">
          <ac:chgData name="Jackett, Stephen" userId="0bef1c98-69b1-48e4-bc92-135240dc0a47" providerId="ADAL" clId="{3DF98CC6-AFAF-4CD8-8913-53EC7520F35F}" dt="2025-09-11T16:07:25.824" v="434" actId="1076"/>
          <ac:spMkLst>
            <pc:docMk/>
            <pc:sldMk cId="1882696579" sldId="261"/>
            <ac:spMk id="19" creationId="{DBC9ABFC-6531-CED8-F9F1-2B40DE99EC26}"/>
          </ac:spMkLst>
        </pc:spChg>
        <pc:picChg chg="mod topLvl">
          <ac:chgData name="Jackett, Stephen" userId="0bef1c98-69b1-48e4-bc92-135240dc0a47" providerId="ADAL" clId="{3DF98CC6-AFAF-4CD8-8913-53EC7520F35F}" dt="2025-09-11T15:56:32.862" v="301" actId="165"/>
          <ac:picMkLst>
            <pc:docMk/>
            <pc:sldMk cId="1882696579" sldId="261"/>
            <ac:picMk id="11" creationId="{D219DD96-CDF3-77B0-2C52-3DFB67213E7A}"/>
          </ac:picMkLst>
        </pc:picChg>
        <pc:picChg chg="mod topLvl">
          <ac:chgData name="Jackett, Stephen" userId="0bef1c98-69b1-48e4-bc92-135240dc0a47" providerId="ADAL" clId="{3DF98CC6-AFAF-4CD8-8913-53EC7520F35F}" dt="2025-09-11T16:07:25.824" v="434" actId="1076"/>
          <ac:picMkLst>
            <pc:docMk/>
            <pc:sldMk cId="1882696579" sldId="261"/>
            <ac:picMk id="12" creationId="{06F9640C-DF74-F246-82A8-051B221FF743}"/>
          </ac:picMkLst>
        </pc:picChg>
      </pc:sldChg>
      <pc:sldChg chg="modSp mod modNotesTx">
        <pc:chgData name="Jackett, Stephen" userId="0bef1c98-69b1-48e4-bc92-135240dc0a47" providerId="ADAL" clId="{3DF98CC6-AFAF-4CD8-8913-53EC7520F35F}" dt="2025-09-11T16:12:54.502" v="466" actId="20577"/>
        <pc:sldMkLst>
          <pc:docMk/>
          <pc:sldMk cId="1919210051" sldId="262"/>
        </pc:sldMkLst>
        <pc:spChg chg="mod">
          <ac:chgData name="Jackett, Stephen" userId="0bef1c98-69b1-48e4-bc92-135240dc0a47" providerId="ADAL" clId="{3DF98CC6-AFAF-4CD8-8913-53EC7520F35F}" dt="2025-09-11T16:00:49.168" v="406" actId="20577"/>
          <ac:spMkLst>
            <pc:docMk/>
            <pc:sldMk cId="1919210051" sldId="262"/>
            <ac:spMk id="2" creationId="{6EAB10D7-2CB8-B87E-271D-FFB88AEA5CB5}"/>
          </ac:spMkLst>
        </pc:spChg>
        <pc:spChg chg="mod">
          <ac:chgData name="Jackett, Stephen" userId="0bef1c98-69b1-48e4-bc92-135240dc0a47" providerId="ADAL" clId="{3DF98CC6-AFAF-4CD8-8913-53EC7520F35F}" dt="2025-09-11T16:06:10.669" v="422"/>
          <ac:spMkLst>
            <pc:docMk/>
            <pc:sldMk cId="1919210051" sldId="262"/>
            <ac:spMk id="4" creationId="{1EF1B79E-80EE-67EE-9A04-B93B2D56411A}"/>
          </ac:spMkLst>
        </pc:spChg>
        <pc:spChg chg="mod">
          <ac:chgData name="Jackett, Stephen" userId="0bef1c98-69b1-48e4-bc92-135240dc0a47" providerId="ADAL" clId="{3DF98CC6-AFAF-4CD8-8913-53EC7520F35F}" dt="2025-09-11T16:07:02.603" v="432" actId="1076"/>
          <ac:spMkLst>
            <pc:docMk/>
            <pc:sldMk cId="1919210051" sldId="262"/>
            <ac:spMk id="8" creationId="{F45E3BCA-7389-177D-72F6-986D08108A23}"/>
          </ac:spMkLst>
        </pc:spChg>
        <pc:spChg chg="mod">
          <ac:chgData name="Jackett, Stephen" userId="0bef1c98-69b1-48e4-bc92-135240dc0a47" providerId="ADAL" clId="{3DF98CC6-AFAF-4CD8-8913-53EC7520F35F}" dt="2025-09-11T16:07:02.603" v="432" actId="1076"/>
          <ac:spMkLst>
            <pc:docMk/>
            <pc:sldMk cId="1919210051" sldId="262"/>
            <ac:spMk id="9" creationId="{D5023F3B-16C8-1471-91FE-8F01CE5AA5F1}"/>
          </ac:spMkLst>
        </pc:spChg>
        <pc:spChg chg="mod">
          <ac:chgData name="Jackett, Stephen" userId="0bef1c98-69b1-48e4-bc92-135240dc0a47" providerId="ADAL" clId="{3DF98CC6-AFAF-4CD8-8913-53EC7520F35F}" dt="2025-09-11T16:07:02.603" v="432" actId="1076"/>
          <ac:spMkLst>
            <pc:docMk/>
            <pc:sldMk cId="1919210051" sldId="262"/>
            <ac:spMk id="11" creationId="{AE362768-56F1-5738-406C-1E16F903E274}"/>
          </ac:spMkLst>
        </pc:spChg>
        <pc:spChg chg="mod">
          <ac:chgData name="Jackett, Stephen" userId="0bef1c98-69b1-48e4-bc92-135240dc0a47" providerId="ADAL" clId="{3DF98CC6-AFAF-4CD8-8913-53EC7520F35F}" dt="2025-09-11T16:07:02.603" v="432" actId="1076"/>
          <ac:spMkLst>
            <pc:docMk/>
            <pc:sldMk cId="1919210051" sldId="262"/>
            <ac:spMk id="12" creationId="{8A6C02D4-1580-F6E0-507D-4D77B4C5BEDB}"/>
          </ac:spMkLst>
        </pc:spChg>
        <pc:grpChg chg="mod">
          <ac:chgData name="Jackett, Stephen" userId="0bef1c98-69b1-48e4-bc92-135240dc0a47" providerId="ADAL" clId="{3DF98CC6-AFAF-4CD8-8913-53EC7520F35F}" dt="2025-09-11T16:07:02.603" v="432" actId="1076"/>
          <ac:grpSpMkLst>
            <pc:docMk/>
            <pc:sldMk cId="1919210051" sldId="262"/>
            <ac:grpSpMk id="6" creationId="{CF183206-DCAF-A3E2-B741-3C1882ED4052}"/>
          </ac:grpSpMkLst>
        </pc:grpChg>
        <pc:picChg chg="mod">
          <ac:chgData name="Jackett, Stephen" userId="0bef1c98-69b1-48e4-bc92-135240dc0a47" providerId="ADAL" clId="{3DF98CC6-AFAF-4CD8-8913-53EC7520F35F}" dt="2025-09-11T16:07:02.603" v="432" actId="1076"/>
          <ac:picMkLst>
            <pc:docMk/>
            <pc:sldMk cId="1919210051" sldId="262"/>
            <ac:picMk id="10" creationId="{B0F524BC-E73D-AD80-9D61-F102D8BDAF83}"/>
          </ac:picMkLst>
        </pc:picChg>
      </pc:sldChg>
      <pc:sldChg chg="modSp mod modNotesTx">
        <pc:chgData name="Jackett, Stephen" userId="0bef1c98-69b1-48e4-bc92-135240dc0a47" providerId="ADAL" clId="{3DF98CC6-AFAF-4CD8-8913-53EC7520F35F}" dt="2025-09-11T16:12:59.541" v="469" actId="20577"/>
        <pc:sldMkLst>
          <pc:docMk/>
          <pc:sldMk cId="2692185011" sldId="263"/>
        </pc:sldMkLst>
        <pc:spChg chg="mod">
          <ac:chgData name="Jackett, Stephen" userId="0bef1c98-69b1-48e4-bc92-135240dc0a47" providerId="ADAL" clId="{3DF98CC6-AFAF-4CD8-8913-53EC7520F35F}" dt="2025-09-11T16:12:00.145" v="455" actId="20577"/>
          <ac:spMkLst>
            <pc:docMk/>
            <pc:sldMk cId="2692185011" sldId="263"/>
            <ac:spMk id="2" creationId="{3AC41D4B-3088-F15F-48B8-69381F4D81AE}"/>
          </ac:spMkLst>
        </pc:spChg>
        <pc:spChg chg="mod">
          <ac:chgData name="Jackett, Stephen" userId="0bef1c98-69b1-48e4-bc92-135240dc0a47" providerId="ADAL" clId="{3DF98CC6-AFAF-4CD8-8913-53EC7520F35F}" dt="2025-09-11T16:12:09.986" v="457" actId="20577"/>
          <ac:spMkLst>
            <pc:docMk/>
            <pc:sldMk cId="2692185011" sldId="263"/>
            <ac:spMk id="4" creationId="{887DBC68-E6E4-F746-AF1A-058E99F8C7D0}"/>
          </ac:spMkLst>
        </pc:spChg>
        <pc:spChg chg="mod">
          <ac:chgData name="Jackett, Stephen" userId="0bef1c98-69b1-48e4-bc92-135240dc0a47" providerId="ADAL" clId="{3DF98CC6-AFAF-4CD8-8913-53EC7520F35F}" dt="2025-09-11T16:11:06.721" v="445" actId="20577"/>
          <ac:spMkLst>
            <pc:docMk/>
            <pc:sldMk cId="2692185011" sldId="263"/>
            <ac:spMk id="5" creationId="{9E0CCFC0-438C-0DF6-122C-7F0483A97BCC}"/>
          </ac:spMkLst>
        </pc:spChg>
        <pc:spChg chg="mod">
          <ac:chgData name="Jackett, Stephen" userId="0bef1c98-69b1-48e4-bc92-135240dc0a47" providerId="ADAL" clId="{3DF98CC6-AFAF-4CD8-8913-53EC7520F35F}" dt="2025-09-11T16:11:39.197" v="451" actId="20577"/>
          <ac:spMkLst>
            <pc:docMk/>
            <pc:sldMk cId="2692185011" sldId="263"/>
            <ac:spMk id="9" creationId="{108F7866-49F7-D8B6-74CD-A1E34DDBE005}"/>
          </ac:spMkLst>
        </pc:spChg>
      </pc:sldChg>
      <pc:sldChg chg="modSp mod">
        <pc:chgData name="Jackett, Stephen" userId="0bef1c98-69b1-48e4-bc92-135240dc0a47" providerId="ADAL" clId="{3DF98CC6-AFAF-4CD8-8913-53EC7520F35F}" dt="2025-09-11T15:34:25.444" v="16" actId="20577"/>
        <pc:sldMkLst>
          <pc:docMk/>
          <pc:sldMk cId="392814229" sldId="277"/>
        </pc:sldMkLst>
        <pc:spChg chg="mod">
          <ac:chgData name="Jackett, Stephen" userId="0bef1c98-69b1-48e4-bc92-135240dc0a47" providerId="ADAL" clId="{3DF98CC6-AFAF-4CD8-8913-53EC7520F35F}" dt="2025-09-11T15:34:25.444" v="16" actId="20577"/>
          <ac:spMkLst>
            <pc:docMk/>
            <pc:sldMk cId="392814229" sldId="277"/>
            <ac:spMk id="2" creationId="{25AD458A-1352-B9FC-2354-0057B6D34F9D}"/>
          </ac:spMkLst>
        </pc:spChg>
      </pc:sldChg>
      <pc:sldChg chg="addSp delSp modSp mod modNotesTx">
        <pc:chgData name="Jackett, Stephen" userId="0bef1c98-69b1-48e4-bc92-135240dc0a47" providerId="ADAL" clId="{3DF98CC6-AFAF-4CD8-8913-53EC7520F35F}" dt="2025-09-11T16:12:46.185" v="463" actId="20577"/>
        <pc:sldMkLst>
          <pc:docMk/>
          <pc:sldMk cId="3344193923" sldId="279"/>
        </pc:sldMkLst>
        <pc:spChg chg="mod">
          <ac:chgData name="Jackett, Stephen" userId="0bef1c98-69b1-48e4-bc92-135240dc0a47" providerId="ADAL" clId="{3DF98CC6-AFAF-4CD8-8913-53EC7520F35F}" dt="2025-09-11T15:35:13.314" v="20" actId="20577"/>
          <ac:spMkLst>
            <pc:docMk/>
            <pc:sldMk cId="3344193923" sldId="279"/>
            <ac:spMk id="2" creationId="{331654D8-A185-D8DB-3661-C3BADACA9471}"/>
          </ac:spMkLst>
        </pc:spChg>
        <pc:spChg chg="mod">
          <ac:chgData name="Jackett, Stephen" userId="0bef1c98-69b1-48e4-bc92-135240dc0a47" providerId="ADAL" clId="{3DF98CC6-AFAF-4CD8-8913-53EC7520F35F}" dt="2025-09-11T15:41:48.512" v="53" actId="20577"/>
          <ac:spMkLst>
            <pc:docMk/>
            <pc:sldMk cId="3344193923" sldId="279"/>
            <ac:spMk id="8" creationId="{5614485D-CF0C-75DB-CDD0-EBD96619F994}"/>
          </ac:spMkLst>
        </pc:spChg>
        <pc:spChg chg="mod">
          <ac:chgData name="Jackett, Stephen" userId="0bef1c98-69b1-48e4-bc92-135240dc0a47" providerId="ADAL" clId="{3DF98CC6-AFAF-4CD8-8913-53EC7520F35F}" dt="2025-09-11T15:36:56.894" v="25" actId="20577"/>
          <ac:spMkLst>
            <pc:docMk/>
            <pc:sldMk cId="3344193923" sldId="279"/>
            <ac:spMk id="9" creationId="{D88D1150-DCC6-154B-CD24-13B7A46ABE12}"/>
          </ac:spMkLst>
        </pc:spChg>
        <pc:spChg chg="mod">
          <ac:chgData name="Jackett, Stephen" userId="0bef1c98-69b1-48e4-bc92-135240dc0a47" providerId="ADAL" clId="{3DF98CC6-AFAF-4CD8-8913-53EC7520F35F}" dt="2025-09-11T15:39:26.283" v="34" actId="20577"/>
          <ac:spMkLst>
            <pc:docMk/>
            <pc:sldMk cId="3344193923" sldId="279"/>
            <ac:spMk id="10" creationId="{A36783B1-9F12-5A6F-4302-9CCFC09CEEED}"/>
          </ac:spMkLst>
        </pc:spChg>
        <pc:spChg chg="mod">
          <ac:chgData name="Jackett, Stephen" userId="0bef1c98-69b1-48e4-bc92-135240dc0a47" providerId="ADAL" clId="{3DF98CC6-AFAF-4CD8-8913-53EC7520F35F}" dt="2025-09-11T15:40:28.461" v="43" actId="20577"/>
          <ac:spMkLst>
            <pc:docMk/>
            <pc:sldMk cId="3344193923" sldId="279"/>
            <ac:spMk id="11" creationId="{8ACFBB10-8705-E435-9A87-F5A52476F169}"/>
          </ac:spMkLst>
        </pc:spChg>
        <pc:spChg chg="mod">
          <ac:chgData name="Jackett, Stephen" userId="0bef1c98-69b1-48e4-bc92-135240dc0a47" providerId="ADAL" clId="{3DF98CC6-AFAF-4CD8-8913-53EC7520F35F}" dt="2025-09-11T15:40:49.830" v="47" actId="20577"/>
          <ac:spMkLst>
            <pc:docMk/>
            <pc:sldMk cId="3344193923" sldId="279"/>
            <ac:spMk id="12" creationId="{D3CA3519-1C08-F298-D64A-226021A67510}"/>
          </ac:spMkLst>
        </pc:spChg>
        <pc:spChg chg="mod">
          <ac:chgData name="Jackett, Stephen" userId="0bef1c98-69b1-48e4-bc92-135240dc0a47" providerId="ADAL" clId="{3DF98CC6-AFAF-4CD8-8913-53EC7520F35F}" dt="2025-09-11T15:40:07.520" v="38" actId="113"/>
          <ac:spMkLst>
            <pc:docMk/>
            <pc:sldMk cId="3344193923" sldId="279"/>
            <ac:spMk id="13" creationId="{A0C5BBD7-49FC-4A43-6B6F-EF7FCD64931D}"/>
          </ac:spMkLst>
        </pc:spChg>
        <pc:spChg chg="mod">
          <ac:chgData name="Jackett, Stephen" userId="0bef1c98-69b1-48e4-bc92-135240dc0a47" providerId="ADAL" clId="{3DF98CC6-AFAF-4CD8-8913-53EC7520F35F}" dt="2025-09-11T15:39:52.567" v="37" actId="108"/>
          <ac:spMkLst>
            <pc:docMk/>
            <pc:sldMk cId="3344193923" sldId="279"/>
            <ac:spMk id="16" creationId="{6736564F-7A06-9357-B584-E88675B75FAB}"/>
          </ac:spMkLst>
        </pc:spChg>
        <pc:spChg chg="mod">
          <ac:chgData name="Jackett, Stephen" userId="0bef1c98-69b1-48e4-bc92-135240dc0a47" providerId="ADAL" clId="{3DF98CC6-AFAF-4CD8-8913-53EC7520F35F}" dt="2025-09-11T15:40:36.576" v="45" actId="108"/>
          <ac:spMkLst>
            <pc:docMk/>
            <pc:sldMk cId="3344193923" sldId="279"/>
            <ac:spMk id="17" creationId="{9CEB3F3E-AE7B-E25D-672A-BD5FB5C47AEB}"/>
          </ac:spMkLst>
        </pc:spChg>
        <pc:spChg chg="mod">
          <ac:chgData name="Jackett, Stephen" userId="0bef1c98-69b1-48e4-bc92-135240dc0a47" providerId="ADAL" clId="{3DF98CC6-AFAF-4CD8-8913-53EC7520F35F}" dt="2025-09-11T15:41:14.065" v="50" actId="108"/>
          <ac:spMkLst>
            <pc:docMk/>
            <pc:sldMk cId="3344193923" sldId="279"/>
            <ac:spMk id="18" creationId="{89012DA2-07C6-3348-9608-85DF9E9B4F5B}"/>
          </ac:spMkLst>
        </pc:spChg>
        <pc:picChg chg="mod">
          <ac:chgData name="Jackett, Stephen" userId="0bef1c98-69b1-48e4-bc92-135240dc0a47" providerId="ADAL" clId="{3DF98CC6-AFAF-4CD8-8913-53EC7520F35F}" dt="2025-09-11T15:45:08.956" v="95" actId="1038"/>
          <ac:picMkLst>
            <pc:docMk/>
            <pc:sldMk cId="3344193923" sldId="279"/>
            <ac:picMk id="15" creationId="{F23DC398-FB17-8C0B-7A03-86016CA01EA5}"/>
          </ac:picMkLst>
        </pc:picChg>
      </pc:sldChg>
    </pc:docChg>
  </pc:docChgLst>
  <pc:docChgLst>
    <pc:chgData name="Jackett, Stephen" userId="0bef1c98-69b1-48e4-bc92-135240dc0a47" providerId="ADAL" clId="{0B22F565-BBB8-4236-8480-45193668518B}"/>
    <pc:docChg chg="custSel addSld modSld modMainMaster">
      <pc:chgData name="Jackett, Stephen" userId="0bef1c98-69b1-48e4-bc92-135240dc0a47" providerId="ADAL" clId="{0B22F565-BBB8-4236-8480-45193668518B}" dt="2025-03-10T15:05:44.220" v="94" actId="478"/>
      <pc:docMkLst>
        <pc:docMk/>
      </pc:docMkLst>
      <pc:sldChg chg="delSp modSp new mod modClrScheme chgLayout">
        <pc:chgData name="Jackett, Stephen" userId="0bef1c98-69b1-48e4-bc92-135240dc0a47" providerId="ADAL" clId="{0B22F565-BBB8-4236-8480-45193668518B}" dt="2025-03-10T15:05:44.220" v="94" actId="478"/>
        <pc:sldMkLst>
          <pc:docMk/>
          <pc:sldMk cId="502796867" sldId="264"/>
        </pc:sldMkLst>
      </pc:sldChg>
      <pc:sldChg chg="modSp mod">
        <pc:chgData name="Jackett, Stephen" userId="0bef1c98-69b1-48e4-bc92-135240dc0a47" providerId="ADAL" clId="{0B22F565-BBB8-4236-8480-45193668518B}" dt="2025-03-06T18:00:11.611" v="0" actId="20577"/>
        <pc:sldMkLst>
          <pc:docMk/>
          <pc:sldMk cId="936439989" sldId="265"/>
        </pc:sldMkLst>
      </pc:sldChg>
      <pc:sldChg chg="modTransition">
        <pc:chgData name="Jackett, Stephen" userId="0bef1c98-69b1-48e4-bc92-135240dc0a47" providerId="ADAL" clId="{0B22F565-BBB8-4236-8480-45193668518B}" dt="2025-03-06T19:19:01.655" v="9"/>
        <pc:sldMkLst>
          <pc:docMk/>
          <pc:sldMk cId="1213963974" sldId="269"/>
        </pc:sldMkLst>
      </pc:sldChg>
      <pc:sldChg chg="modSp mod">
        <pc:chgData name="Jackett, Stephen" userId="0bef1c98-69b1-48e4-bc92-135240dc0a47" providerId="ADAL" clId="{0B22F565-BBB8-4236-8480-45193668518B}" dt="2025-03-06T18:03:00.436" v="6" actId="5793"/>
        <pc:sldMkLst>
          <pc:docMk/>
          <pc:sldMk cId="4096916883" sldId="272"/>
        </pc:sldMkLst>
      </pc:sldChg>
      <pc:sldChg chg="modSp mod">
        <pc:chgData name="Jackett, Stephen" userId="0bef1c98-69b1-48e4-bc92-135240dc0a47" providerId="ADAL" clId="{0B22F565-BBB8-4236-8480-45193668518B}" dt="2025-03-06T18:04:08.661" v="8" actId="20577"/>
        <pc:sldMkLst>
          <pc:docMk/>
          <pc:sldMk cId="673620753" sldId="273"/>
        </pc:sldMkLst>
      </pc:sldChg>
      <pc:sldChg chg="modTransition">
        <pc:chgData name="Jackett, Stephen" userId="0bef1c98-69b1-48e4-bc92-135240dc0a47" providerId="ADAL" clId="{0B22F565-BBB8-4236-8480-45193668518B}" dt="2025-03-06T19:19:03.627" v="10"/>
        <pc:sldMkLst>
          <pc:docMk/>
          <pc:sldMk cId="3302036192" sldId="290"/>
        </pc:sldMkLst>
      </pc:sldChg>
      <pc:sldMasterChg chg="modSldLayout">
        <pc:chgData name="Jackett, Stephen" userId="0bef1c98-69b1-48e4-bc92-135240dc0a47" providerId="ADAL" clId="{0B22F565-BBB8-4236-8480-45193668518B}" dt="2025-03-10T15:05:21.868" v="93" actId="948"/>
        <pc:sldMasterMkLst>
          <pc:docMk/>
          <pc:sldMasterMk cId="3751961532" sldId="2147483994"/>
        </pc:sldMasterMkLst>
        <pc:sldLayoutChg chg="modSp mod">
          <pc:chgData name="Jackett, Stephen" userId="0bef1c98-69b1-48e4-bc92-135240dc0a47" providerId="ADAL" clId="{0B22F565-BBB8-4236-8480-45193668518B}" dt="2025-03-10T15:05:21.868" v="93" actId="948"/>
          <pc:sldLayoutMkLst>
            <pc:docMk/>
            <pc:sldMasterMk cId="3751961532" sldId="2147483994"/>
            <pc:sldLayoutMk cId="3434534552" sldId="2147484036"/>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2B92D82-DD40-D190-F54F-73108D65B2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C9E0809-0579-ECA6-B959-83DBE12C0B6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CBCD86-B713-46CA-855A-96E09A86158B}" type="datetimeFigureOut">
              <a:rPr lang="en-US" smtClean="0"/>
              <a:t>9/17/2025</a:t>
            </a:fld>
            <a:endParaRPr lang="en-US"/>
          </a:p>
        </p:txBody>
      </p:sp>
      <p:sp>
        <p:nvSpPr>
          <p:cNvPr id="4" name="Footer Placeholder 3">
            <a:extLst>
              <a:ext uri="{FF2B5EF4-FFF2-40B4-BE49-F238E27FC236}">
                <a16:creationId xmlns:a16="http://schemas.microsoft.com/office/drawing/2014/main" id="{8ECD8669-4E51-2EFA-E666-C87EE30C5E8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2E943E8-C6D3-67AB-30DA-74F58FCD73A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A1804C4-C26C-419B-A2EE-B336490484AA}" type="slidenum">
              <a:rPr lang="en-US" smtClean="0"/>
              <a:t>‹#›</a:t>
            </a:fld>
            <a:endParaRPr lang="en-US"/>
          </a:p>
        </p:txBody>
      </p:sp>
    </p:spTree>
    <p:extLst>
      <p:ext uri="{BB962C8B-B14F-4D97-AF65-F5344CB8AC3E}">
        <p14:creationId xmlns:p14="http://schemas.microsoft.com/office/powerpoint/2010/main" val="3205842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F046AC-EED7-41FA-BDCA-83492A3F0D00}" type="datetimeFigureOut">
              <a:rPr lang="en-US" smtClean="0"/>
              <a:t>9/17/2025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C1F7A6-E4FD-484E-8613-78401007607F}" type="slidenum">
              <a:rPr lang="en-US" smtClean="0"/>
              <a:t>‹#›</a:t>
            </a:fld>
            <a:endParaRPr lang="en-US"/>
          </a:p>
        </p:txBody>
      </p:sp>
    </p:spTree>
    <p:extLst>
      <p:ext uri="{BB962C8B-B14F-4D97-AF65-F5344CB8AC3E}">
        <p14:creationId xmlns:p14="http://schemas.microsoft.com/office/powerpoint/2010/main" val="9969271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slideMaster" Target="../slideMasters/slideMaster1.xml"/><Relationship Id="rId4" Type="http://schemas.openxmlformats.org/officeDocument/2006/relationships/oleObject" Target="../embeddings/oleObject1.bin"/><Relationship Id="rId5" Type="http://schemas.openxmlformats.org/officeDocument/2006/relationships/image" Target="../media/image3.emf"/><Relationship Id="rId6" Type="http://schemas.openxmlformats.org/officeDocument/2006/relationships/image" Target="../media/image4.png"/><Relationship Id="rId7"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slideMaster" Target="../slideMasters/slideMaster3.xml"/><Relationship Id="rId4" Type="http://schemas.openxmlformats.org/officeDocument/2006/relationships/oleObject" Target="../embeddings/oleObject3.bin"/><Relationship Id="rId5" Type="http://schemas.openxmlformats.org/officeDocument/2006/relationships/image" Target="../media/image3.emf"/><Relationship Id="rId6" Type="http://schemas.openxmlformats.org/officeDocument/2006/relationships/image" Target="../media/image14.png"/><Relationship Id="rId7" Type="http://schemas.openxmlformats.org/officeDocument/2006/relationships/image" Target="../media/image15.svg"/></Relationships>
</file>

<file path=ppt/slideLayouts/_rels/slideLayout17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tags" Target="../tags/tag8.xml"/><Relationship Id="rId4" Type="http://schemas.openxmlformats.org/officeDocument/2006/relationships/tags" Target="../tags/tag9.xml"/><Relationship Id="rId5" Type="http://schemas.openxmlformats.org/officeDocument/2006/relationships/tags" Target="../tags/tag10.xml"/><Relationship Id="rId6" Type="http://schemas.openxmlformats.org/officeDocument/2006/relationships/tags" Target="../tags/tag11.xml"/><Relationship Id="rId7" Type="http://schemas.openxmlformats.org/officeDocument/2006/relationships/slideMaster" Target="../slideMasters/slideMaster3.xml"/><Relationship Id="rId8" Type="http://schemas.openxmlformats.org/officeDocument/2006/relationships/oleObject" Target="../embeddings/oleObject4.bin"/><Relationship Id="rId9" Type="http://schemas.openxmlformats.org/officeDocument/2006/relationships/image" Target="../media/image16.emf"/></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7.jpe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7.jpe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19.pn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1.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tags" Target="../tags/tag15.xml"/><Relationship Id="rId3" Type="http://schemas.openxmlformats.org/officeDocument/2006/relationships/slideMaster" Target="../slideMasters/slideMaster5.xml"/><Relationship Id="rId4" Type="http://schemas.openxmlformats.org/officeDocument/2006/relationships/oleObject" Target="../embeddings/oleObject7.bin"/><Relationship Id="rId5" Type="http://schemas.openxmlformats.org/officeDocument/2006/relationships/image" Target="../media/image20.emf"/><Relationship Id="rId6" Type="http://schemas.openxmlformats.org/officeDocument/2006/relationships/image" Target="../media/image21.png"/><Relationship Id="rId7" Type="http://schemas.openxmlformats.org/officeDocument/2006/relationships/image" Target="../media/image22.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jpe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jpeg"/><Relationship Id="rId3" Type="http://schemas.openxmlformats.org/officeDocument/2006/relationships/image" Target="../media/image4.png"/><Relationship Id="rId4" Type="http://schemas.openxmlformats.org/officeDocument/2006/relationships/image" Target="../media/image5.svg"/></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9.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6.xml"/><Relationship Id="rId3" Type="http://schemas.openxmlformats.org/officeDocument/2006/relationships/oleObject" Target="../embeddings/oleObject9.bin"/><Relationship Id="rId4" Type="http://schemas.openxmlformats.org/officeDocument/2006/relationships/image" Target="../media/image29.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425826883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2787299"/>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29"/>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Tree>
    <p:extLst>
      <p:ext uri="{BB962C8B-B14F-4D97-AF65-F5344CB8AC3E}">
        <p14:creationId xmlns:p14="http://schemas.microsoft.com/office/powerpoint/2010/main" val="294018112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Tree>
    <p:extLst>
      <p:ext uri="{BB962C8B-B14F-4D97-AF65-F5344CB8AC3E}">
        <p14:creationId xmlns:p14="http://schemas.microsoft.com/office/powerpoint/2010/main" val="11330877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A4991716-09B9-F64E-83D9-0061B1AFB6AE}"/>
              </a:ext>
            </a:extLst>
          </p:cNvPr>
          <p:cNvSpPr/>
          <p:nvPr userDrawn="1"/>
        </p:nvSpPr>
        <p:spPr>
          <a:xfrm flipH="1">
            <a:off x="1" y="303001"/>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5"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0"/>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7" name="Graphic 12">
            <a:extLst>
              <a:ext uri="{FF2B5EF4-FFF2-40B4-BE49-F238E27FC236}">
                <a16:creationId xmlns:a16="http://schemas.microsoft.com/office/drawing/2014/main" id="{411A6808-FA9A-4598-87E1-C9CD7E69B8C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9502154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48463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50303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5" y="61892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1" y="149095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3" y="24272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6" y="35223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09" y="448551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599" y="53438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1"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8"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0"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6"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4"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945525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7"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6" y="6189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6" y="1490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1" y="239383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1" y="35223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6" y="448551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6" y="53438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2"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6"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1"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420342"/>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398979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365061"/>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3" y="113450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5" y="299390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7" y="47650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4"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524251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5" y="929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2" y="19006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1" y="29932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3" y="408338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5" y="505438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8"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899"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2"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543699"/>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779214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476416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8019417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95012334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8384984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2607929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20129817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9232005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6772851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01941966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63934953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88983148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Slide Number Placeholder 5">
            <a:extLst>
              <a:ext uri="{FF2B5EF4-FFF2-40B4-BE49-F238E27FC236}">
                <a16:creationId xmlns:a16="http://schemas.microsoft.com/office/drawing/2014/main" id="{D2F56B58-0B36-428A-B0BE-4574BA2F5CBD}"/>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63182861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0317854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12">
            <a:extLst>
              <a:ext uri="{FF2B5EF4-FFF2-40B4-BE49-F238E27FC236}">
                <a16:creationId xmlns:a16="http://schemas.microsoft.com/office/drawing/2014/main" id="{B602D3CF-7375-4049-9258-8A87495F73D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6677353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1379761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1554368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443754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45325051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712076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76773832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1"/>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26277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210153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635460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89864289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pic>
        <p:nvPicPr>
          <p:cNvPr id="5" name="Graphic 12">
            <a:extLst>
              <a:ext uri="{FF2B5EF4-FFF2-40B4-BE49-F238E27FC236}">
                <a16:creationId xmlns:a16="http://schemas.microsoft.com/office/drawing/2014/main" id="{87097A1A-9ECB-4F0C-B6E1-14D2D8C0949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41857371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pic>
        <p:nvPicPr>
          <p:cNvPr id="10" name="Graphic 12">
            <a:extLst>
              <a:ext uri="{FF2B5EF4-FFF2-40B4-BE49-F238E27FC236}">
                <a16:creationId xmlns:a16="http://schemas.microsoft.com/office/drawing/2014/main" id="{96518993-75B4-4F40-A5EB-71E232CA85DC}"/>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495643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98237031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25077508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0"/>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198"/>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73811040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0"/>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4"/>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49"/>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3"/>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0894322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7825" y="1378817"/>
            <a:ext cx="9468000" cy="3214287"/>
          </a:xfrm>
        </p:spPr>
        <p:txBody>
          <a:bodyPr anchor="ctr"/>
          <a:lstStyle>
            <a:lvl1pPr>
              <a:defRPr sz="5751">
                <a:solidFill>
                  <a:schemeClr val="bg1"/>
                </a:solidFill>
              </a:defRPr>
            </a:lvl1pPr>
          </a:lstStyle>
          <a:p>
            <a:r>
              <a:rPr lang="en-US"/>
              <a:t>Click to edit Master title style</a:t>
            </a:r>
          </a:p>
        </p:txBody>
      </p:sp>
      <p:sp>
        <p:nvSpPr>
          <p:cNvPr id="6" name="Rectangle 5">
            <a:extLst>
              <a:ext uri="{FF2B5EF4-FFF2-40B4-BE49-F238E27FC236}">
                <a16:creationId xmlns:a16="http://schemas.microsoft.com/office/drawing/2014/main" id="{9A5BD75A-6B61-9441-8CE4-F0FC479087C4}"/>
              </a:ext>
            </a:extLst>
          </p:cNvPr>
          <p:cNvSpPr/>
          <p:nvPr userDrawn="1"/>
        </p:nvSpPr>
        <p:spPr>
          <a:xfrm>
            <a:off x="1" y="6183203"/>
            <a:ext cx="12192000" cy="670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B10C90B1-4A2A-4756-A976-A1F4FE54692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96825565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A0D93C59-0F95-6442-A8BF-7DDE07DA82C7}"/>
              </a:ext>
            </a:extLst>
          </p:cNvPr>
          <p:cNvSpPr/>
          <p:nvPr userDrawn="1"/>
        </p:nvSpPr>
        <p:spPr>
          <a:xfrm>
            <a:off x="10342179" y="5402111"/>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5730225"/>
            <a:ext cx="2451372" cy="526468"/>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2975751"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2400">
              <a:latin typeface="+mj-lt"/>
            </a:endParaRPr>
          </a:p>
        </p:txBody>
      </p:sp>
      <p:sp>
        <p:nvSpPr>
          <p:cNvPr id="13" name="Content Placeholder 2">
            <a:extLst>
              <a:ext uri="{FF2B5EF4-FFF2-40B4-BE49-F238E27FC236}">
                <a16:creationId xmlns:a16="http://schemas.microsoft.com/office/drawing/2014/main" id="{F5974BA7-AD04-7A43-81DD-B98B549B07CB}"/>
              </a:ext>
            </a:extLst>
          </p:cNvPr>
          <p:cNvSpPr txBox="1">
            <a:spLocks/>
          </p:cNvSpPr>
          <p:nvPr userDrawn="1"/>
        </p:nvSpPr>
        <p:spPr>
          <a:xfrm>
            <a:off x="-1375" y="6508319"/>
            <a:ext cx="12192000" cy="280108"/>
          </a:xfrm>
          <a:prstGeom prst="rect">
            <a:avLst/>
          </a:prstGeom>
        </p:spPr>
        <p:txBody>
          <a:bodyPr/>
          <a:lstStyle>
            <a:lvl1pPr marL="171450" indent="-171450" algn="l" defTabSz="685800" rtl="0" eaLnBrk="1" latinLnBrk="0" hangingPunct="1">
              <a:lnSpc>
                <a:spcPct val="90000"/>
              </a:lnSpc>
              <a:spcBef>
                <a:spcPts val="750"/>
              </a:spcBef>
              <a:buClr>
                <a:schemeClr val="accent2"/>
              </a:buClr>
              <a:buSzPct val="120000"/>
              <a:buFont typeface="Arial" panose="020B0604020202020204" pitchFamily="34" charset="0"/>
              <a:buChar char="•"/>
              <a:tabLst/>
              <a:defRPr sz="2000" kern="1200">
                <a:solidFill>
                  <a:schemeClr val="tx1"/>
                </a:solidFill>
                <a:latin typeface="+mn-lt"/>
                <a:ea typeface="+mn-ea"/>
                <a:cs typeface="+mn-cs"/>
              </a:defRPr>
            </a:lvl1pPr>
            <a:lvl2pPr marL="573088" indent="-168275" algn="l" defTabSz="685800" rtl="0" eaLnBrk="1" latinLnBrk="0" hangingPunct="1">
              <a:lnSpc>
                <a:spcPct val="90000"/>
              </a:lnSpc>
              <a:spcBef>
                <a:spcPts val="375"/>
              </a:spcBef>
              <a:buFont typeface="System Font Regular"/>
              <a:buChar char="–"/>
              <a:tabLst/>
              <a:defRPr sz="1800" kern="1200">
                <a:solidFill>
                  <a:schemeClr val="tx1"/>
                </a:solidFill>
                <a:latin typeface="+mn-lt"/>
                <a:ea typeface="+mn-ea"/>
                <a:cs typeface="+mn-cs"/>
              </a:defRPr>
            </a:lvl2pPr>
            <a:lvl3pPr marL="749300" indent="-176213" algn="l" defTabSz="685800" rtl="0" eaLnBrk="1" latinLnBrk="0" hangingPunct="1">
              <a:lnSpc>
                <a:spcPct val="90000"/>
              </a:lnSpc>
              <a:spcBef>
                <a:spcPts val="375"/>
              </a:spcBef>
              <a:buFont typeface="Wingdings" pitchFamily="2" charset="2"/>
              <a:buChar char="§"/>
              <a:tabLst/>
              <a:defRPr sz="1800" kern="1200">
                <a:solidFill>
                  <a:schemeClr val="tx1"/>
                </a:solidFill>
                <a:latin typeface="+mn-lt"/>
                <a:ea typeface="+mn-ea"/>
                <a:cs typeface="+mn-cs"/>
              </a:defRPr>
            </a:lvl3pPr>
            <a:lvl4pPr marL="863600" indent="-190500" algn="l" defTabSz="685800" rtl="0" eaLnBrk="1" latinLnBrk="0" hangingPunct="1">
              <a:lnSpc>
                <a:spcPct val="90000"/>
              </a:lnSpc>
              <a:spcBef>
                <a:spcPts val="375"/>
              </a:spcBef>
              <a:buFont typeface="Courier New" panose="02070309020205020404" pitchFamily="49" charset="0"/>
              <a:buChar char="o"/>
              <a:tabLst/>
              <a:defRPr sz="1800" kern="1200">
                <a:solidFill>
                  <a:schemeClr val="tx1"/>
                </a:solidFill>
                <a:latin typeface="+mn-lt"/>
                <a:ea typeface="+mn-ea"/>
                <a:cs typeface="+mn-cs"/>
              </a:defRPr>
            </a:lvl4pPr>
            <a:lvl5pPr marL="1031875" indent="-168275" algn="l" defTabSz="685800" rtl="0" eaLnBrk="1" latinLnBrk="0" hangingPunct="1">
              <a:lnSpc>
                <a:spcPct val="90000"/>
              </a:lnSpc>
              <a:spcBef>
                <a:spcPts val="375"/>
              </a:spcBef>
              <a:buFont typeface="Arial" panose="020B0604020202020204" pitchFamily="34" charset="0"/>
              <a:buChar char="•"/>
              <a:tabLst/>
              <a:defRPr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nSpc>
                <a:spcPct val="100000"/>
              </a:lnSpc>
              <a:spcBef>
                <a:spcPts val="0"/>
              </a:spcBef>
              <a:buNone/>
            </a:pPr>
            <a:r>
              <a:rPr lang="en-US" sz="800" dirty="0">
                <a:latin typeface="Montserrat" pitchFamily="2" charset="77"/>
              </a:rPr>
              <a:t>© 2025 Organon group of companies. All rights reserved. ORGANON and the ORGANON Logo are trademarks of the Organon group of companies.					                     </a:t>
            </a:r>
          </a:p>
          <a:p>
            <a:pPr marL="0" indent="0">
              <a:lnSpc>
                <a:spcPct val="100000"/>
              </a:lnSpc>
              <a:spcBef>
                <a:spcPts val="0"/>
              </a:spcBef>
              <a:buNone/>
            </a:pPr>
            <a:r>
              <a:rPr lang="en-US" sz="800" dirty="0">
                <a:latin typeface="Montserrat" pitchFamily="2" charset="77"/>
              </a:rPr>
              <a:t>US-NON-111219     09/25</a:t>
            </a:r>
            <a:br>
              <a:rPr lang="en-US" sz="800" dirty="0">
                <a:latin typeface="Montserrat" pitchFamily="2" charset="77"/>
              </a:rPr>
            </a:br>
            <a:endParaRPr lang="en-US" sz="800" dirty="0">
              <a:latin typeface="Montserrat" pitchFamily="2" charset="77"/>
            </a:endParaRPr>
          </a:p>
        </p:txBody>
      </p:sp>
    </p:spTree>
    <p:extLst>
      <p:ext uri="{BB962C8B-B14F-4D97-AF65-F5344CB8AC3E}">
        <p14:creationId xmlns:p14="http://schemas.microsoft.com/office/powerpoint/2010/main" val="343453455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202749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1_Divider Slide">
    <p:spTree>
      <p:nvGrpSpPr>
        <p:cNvPr id="1" name=""/>
        <p:cNvGrpSpPr/>
        <p:nvPr/>
      </p:nvGrpSpPr>
      <p:grpSpPr>
        <a:xfrm>
          <a:off x="0" y="0"/>
          <a:ext cx="0" cy="0"/>
          <a:chOff x="0" y="0"/>
          <a:chExt cx="0" cy="0"/>
        </a:xfrm>
      </p:grpSpPr>
      <p:graphicFrame>
        <p:nvGraphicFramePr>
          <p:cNvPr id="19" name="Object 18" hidden="1"/>
          <p:cNvGraphicFramePr>
            <a:graphicFrameLocks noChangeAspect="1"/>
          </p:cNvGraphicFramePr>
          <p:nvPr userDrawn="1">
            <p:custDataLst>
              <p:tags r:id="rId1"/>
            </p:custDataLst>
            <p:extLst>
              <p:ext uri="{D42A27DB-BD31-4B8C-83A1-F6EECF244321}">
                <p14:modId xmlns:p14="http://schemas.microsoft.com/office/powerpoint/2010/main" val="446707613"/>
              </p:ext>
            </p:extLst>
          </p:nvPr>
        </p:nvGraphicFramePr>
        <p:xfrm>
          <a:off x="2119" y="2119"/>
          <a:ext cx="2117" cy="2117"/>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9" name="Object 18" hidden="1"/>
                      <p:cNvPicPr/>
                      <p:nvPr/>
                    </p:nvPicPr>
                    <p:blipFill>
                      <a:blip r:embed="rId5"/>
                      <a:stretch>
                        <a:fillRect/>
                      </a:stretch>
                    </p:blipFill>
                    <p:spPr>
                      <a:xfrm>
                        <a:off x="2119" y="2119"/>
                        <a:ext cx="2117" cy="2117"/>
                      </a:xfrm>
                      <a:prstGeom prst="rect">
                        <a:avLst/>
                      </a:prstGeom>
                    </p:spPr>
                  </p:pic>
                </p:oleObj>
              </mc:Fallback>
            </mc:AlternateContent>
          </a:graphicData>
        </a:graphic>
      </p:graphicFrame>
      <p:sp>
        <p:nvSpPr>
          <p:cNvPr id="18" name="Rectangle 17" hidden="1"/>
          <p:cNvSpPr/>
          <p:nvPr userDrawn="1">
            <p:custDataLst>
              <p:tags r:id="rId2"/>
            </p:custDataLst>
          </p:nvPr>
        </p:nvSpPr>
        <p:spPr>
          <a:xfrm>
            <a:off x="1" y="1"/>
            <a:ext cx="211667" cy="211667"/>
          </a:xfrm>
          <a:prstGeom prst="rect">
            <a:avLst/>
          </a:prstGeom>
          <a:solidFill>
            <a:schemeClr val="tx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en-US" sz="3733" b="1" i="0" u="none" strike="noStrike" kern="1200" cap="none" spc="0" normalizeH="0" baseline="0" noProof="0">
              <a:ln>
                <a:noFill/>
              </a:ln>
              <a:solidFill>
                <a:srgbClr val="FFFFFF"/>
              </a:solidFill>
              <a:effectLst/>
              <a:uLnTx/>
              <a:uFillTx/>
              <a:latin typeface="+mn-lt"/>
              <a:ea typeface="+mn-ea"/>
              <a:cs typeface="+mn-cs"/>
              <a:sym typeface="Montserrat" panose="00000500000000000000" pitchFamily="2" charset="0"/>
            </a:endParaRPr>
          </a:p>
        </p:txBody>
      </p:sp>
      <p:grpSp>
        <p:nvGrpSpPr>
          <p:cNvPr id="17" name="Group 16"/>
          <p:cNvGrpSpPr/>
          <p:nvPr userDrawn="1"/>
        </p:nvGrpSpPr>
        <p:grpSpPr>
          <a:xfrm>
            <a:off x="2" y="0"/>
            <a:ext cx="11251473" cy="6551253"/>
            <a:chOff x="0" y="0"/>
            <a:chExt cx="8438605" cy="4913440"/>
          </a:xfrm>
        </p:grpSpPr>
        <p:sp>
          <p:nvSpPr>
            <p:cNvPr id="14" name="Oval 13">
              <a:extLst>
                <a:ext uri="{FF2B5EF4-FFF2-40B4-BE49-F238E27FC236}">
                  <a16:creationId xmlns:a16="http://schemas.microsoft.com/office/drawing/2014/main" id="{00E93B47-1235-C54B-81D2-D02E94505843}"/>
                </a:ext>
              </a:extLst>
            </p:cNvPr>
            <p:cNvSpPr/>
            <p:nvPr userDrawn="1"/>
          </p:nvSpPr>
          <p:spPr>
            <a:xfrm>
              <a:off x="2127485" y="4231469"/>
              <a:ext cx="681971" cy="681971"/>
            </a:xfrm>
            <a:prstGeom prst="ellipse">
              <a:avLst/>
            </a:prstGeom>
            <a:solidFill>
              <a:srgbClr val="54B948"/>
            </a:solidFill>
            <a:ln w="12700" cap="flat" cmpd="sng" algn="ctr">
              <a:noFill/>
              <a:prstDash val="solid"/>
              <a:miter lim="800000"/>
            </a:ln>
            <a:effectLst/>
          </p:spPr>
          <p:txBody>
            <a:bodyPr rtlCol="0" anchor="ct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sp>
          <p:nvSpPr>
            <p:cNvPr id="15" name="Freeform 14">
              <a:extLst>
                <a:ext uri="{FF2B5EF4-FFF2-40B4-BE49-F238E27FC236}">
                  <a16:creationId xmlns:a16="http://schemas.microsoft.com/office/drawing/2014/main" id="{74AFD015-0D1F-3547-8CF1-90942E7ACF2E}"/>
                </a:ext>
              </a:extLst>
            </p:cNvPr>
            <p:cNvSpPr/>
            <p:nvPr userDrawn="1"/>
          </p:nvSpPr>
          <p:spPr>
            <a:xfrm>
              <a:off x="7756633" y="0"/>
              <a:ext cx="681972" cy="351638"/>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rgbClr val="1B4198"/>
            </a:solidFill>
            <a:ln w="12700" cap="flat" cmpd="sng" algn="ctr">
              <a:noFill/>
              <a:prstDash val="solid"/>
              <a:miter lim="800000"/>
            </a:ln>
            <a:effectLst/>
          </p:spPr>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sp>
          <p:nvSpPr>
            <p:cNvPr id="16" name="Freeform 15">
              <a:extLst>
                <a:ext uri="{FF2B5EF4-FFF2-40B4-BE49-F238E27FC236}">
                  <a16:creationId xmlns:a16="http://schemas.microsoft.com/office/drawing/2014/main" id="{B74D8618-1342-4C42-94BD-C150DF3C1928}"/>
                </a:ext>
              </a:extLst>
            </p:cNvPr>
            <p:cNvSpPr/>
            <p:nvPr userDrawn="1"/>
          </p:nvSpPr>
          <p:spPr>
            <a:xfrm>
              <a:off x="0" y="1421025"/>
              <a:ext cx="1408542" cy="681972"/>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rgbClr val="E20177"/>
            </a:solidFill>
            <a:ln w="12700" cap="flat" cmpd="sng" algn="ctr">
              <a:noFill/>
              <a:prstDash val="solid"/>
              <a:miter lim="800000"/>
            </a:ln>
            <a:effectLst/>
          </p:spPr>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grpSp>
      <p:sp>
        <p:nvSpPr>
          <p:cNvPr id="12" name="Date Placeholder 2"/>
          <p:cNvSpPr>
            <a:spLocks noGrp="1"/>
          </p:cNvSpPr>
          <p:nvPr>
            <p:ph type="dt" sz="half" idx="10"/>
          </p:nvPr>
        </p:nvSpPr>
        <p:spPr>
          <a:xfrm>
            <a:off x="8336281" y="6514010"/>
            <a:ext cx="1482051" cy="123111"/>
          </a:xfrm>
          <a:prstGeom prst="rect">
            <a:avLst/>
          </a:prstGeom>
        </p:spPr>
        <p:txBody>
          <a:bodyPr/>
          <a:lstStyle>
            <a:lvl1pPr>
              <a:defRPr sz="800">
                <a:solidFill>
                  <a:schemeClr val="bg1"/>
                </a:solidFill>
                <a:latin typeface="+mn-lt"/>
                <a:ea typeface="+mn-ea"/>
                <a:cs typeface="+mn-cs"/>
                <a:sym typeface="+mn-lt"/>
              </a:defRPr>
            </a:lvl1pPr>
          </a:lstStyle>
          <a:p>
            <a:endParaRPr lang="en-US">
              <a:solidFill>
                <a:srgbClr val="FFFFFF"/>
              </a:solidFill>
            </a:endParaRPr>
          </a:p>
        </p:txBody>
      </p:sp>
      <p:sp>
        <p:nvSpPr>
          <p:cNvPr id="2" name="Title 1"/>
          <p:cNvSpPr>
            <a:spLocks noGrp="1"/>
          </p:cNvSpPr>
          <p:nvPr>
            <p:ph type="title"/>
          </p:nvPr>
        </p:nvSpPr>
        <p:spPr>
          <a:xfrm>
            <a:off x="460464" y="2897304"/>
            <a:ext cx="10515600" cy="985648"/>
          </a:xfrm>
        </p:spPr>
        <p:txBody>
          <a:bodyPr vert="horz"/>
          <a:lstStyle>
            <a:lvl1pPr>
              <a:defRPr sz="3600" b="1">
                <a:latin typeface="+mj-lt"/>
                <a:ea typeface="+mj-ea"/>
                <a:cs typeface="+mj-cs"/>
              </a:defRPr>
            </a:lvl1pPr>
          </a:lstStyle>
          <a:p>
            <a:r>
              <a:rPr lang="en-US"/>
              <a:t>Click to edit Master title style</a:t>
            </a:r>
          </a:p>
        </p:txBody>
      </p:sp>
      <p:sp>
        <p:nvSpPr>
          <p:cNvPr id="23" name="Text Placeholder 22"/>
          <p:cNvSpPr>
            <a:spLocks noGrp="1"/>
          </p:cNvSpPr>
          <p:nvPr>
            <p:ph type="body" sz="quarter" idx="11"/>
          </p:nvPr>
        </p:nvSpPr>
        <p:spPr>
          <a:xfrm>
            <a:off x="457200" y="4025416"/>
            <a:ext cx="10538293" cy="684208"/>
          </a:xfrm>
        </p:spPr>
        <p:txBody>
          <a:bodyPr/>
          <a:lstStyle>
            <a:lvl1pPr>
              <a:defRPr sz="2800" b="0">
                <a:latin typeface="+mn-lt"/>
                <a:ea typeface="+mn-ea"/>
                <a:cs typeface="+mn-cs"/>
              </a:defRPr>
            </a:lvl1pPr>
          </a:lstStyle>
          <a:p>
            <a:pPr lvl="0"/>
            <a:r>
              <a:rPr lang="en-US"/>
              <a:t>Click to edit Master text styles</a:t>
            </a:r>
          </a:p>
        </p:txBody>
      </p:sp>
      <p:pic>
        <p:nvPicPr>
          <p:cNvPr id="20" name="Graphic 9">
            <a:extLst>
              <a:ext uri="{FF2B5EF4-FFF2-40B4-BE49-F238E27FC236}">
                <a16:creationId xmlns:a16="http://schemas.microsoft.com/office/drawing/2014/main" id="{D3FE0F32-6A39-2143-8C31-4818256ECAE7}"/>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544688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2_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61" y="446468"/>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3"/>
            <a:ext cx="1783080" cy="369195"/>
          </a:xfrm>
          <a:prstGeom prst="rect">
            <a:avLst/>
          </a:prstGeom>
        </p:spPr>
      </p:pic>
    </p:spTree>
    <p:extLst>
      <p:ext uri="{BB962C8B-B14F-4D97-AF65-F5344CB8AC3E}">
        <p14:creationId xmlns:p14="http://schemas.microsoft.com/office/powerpoint/2010/main" val="360371576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5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61731" y="320418"/>
            <a:ext cx="7585276" cy="6217164"/>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632282"/>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255586" y="8861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917710" y="1758174"/>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293470" y="266105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293471" y="37895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934996" y="4752734"/>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6255587" y="561107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895062" y="886471"/>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507067" y="1758500"/>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903507" y="2661385"/>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903507" y="3789888"/>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524354" y="4752733"/>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895062" y="5611403"/>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39870"/>
            <a:ext cx="6588376" cy="5169844"/>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Tree>
    <p:extLst>
      <p:ext uri="{BB962C8B-B14F-4D97-AF65-F5344CB8AC3E}">
        <p14:creationId xmlns:p14="http://schemas.microsoft.com/office/powerpoint/2010/main" val="143195479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6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1" y="840198"/>
            <a:ext cx="6546455" cy="5177605"/>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255586" y="88614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917710" y="1758174"/>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293470" y="266105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293471" y="3789562"/>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934996" y="4752734"/>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6255587" y="561107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895062" y="886471"/>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507067" y="1758500"/>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903507" y="2661385"/>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903507" y="3789888"/>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524354" y="4752733"/>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895062" y="5611403"/>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61731" y="320418"/>
            <a:ext cx="7585276" cy="6217164"/>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729318"/>
            <a:ext cx="4518121" cy="3399367"/>
          </a:xfrm>
        </p:spPr>
        <p:txBody>
          <a:bodyPr anchor="ctr">
            <a:normAutofit/>
          </a:bodyPr>
          <a:lstStyle>
            <a:lvl1pPr>
              <a:defRPr sz="3733"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78910023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25033168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12353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27164083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5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95308952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3565843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8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1824562"/>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1824562"/>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1824562"/>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1824562"/>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93282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Title and Content_Black Box">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11C37-3CCB-744D-90B5-2725D97809BA}"/>
              </a:ext>
            </a:extLst>
          </p:cNvPr>
          <p:cNvSpPr>
            <a:spLocks noGrp="1"/>
          </p:cNvSpPr>
          <p:nvPr>
            <p:ph type="title"/>
          </p:nvPr>
        </p:nvSpPr>
        <p:spPr>
          <a:xfrm>
            <a:off x="685800" y="1343892"/>
            <a:ext cx="3373582" cy="990105"/>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BE40B1A-49F3-144D-9C0E-D5201105EA7C}"/>
              </a:ext>
            </a:extLst>
          </p:cNvPr>
          <p:cNvSpPr>
            <a:spLocks noGrp="1"/>
          </p:cNvSpPr>
          <p:nvPr>
            <p:ph type="sldNum" sz="quarter" idx="10"/>
          </p:nvPr>
        </p:nvSpPr>
        <p:spPr/>
        <p:txBody>
          <a:bodyPr/>
          <a:lstStyle/>
          <a:p>
            <a:fld id="{B8E368AD-AC3A-8448-81E7-9702A1829AC4}" type="slidenum">
              <a:rPr lang="en-US" smtClean="0"/>
              <a:pPr/>
              <a:t>‹#›</a:t>
            </a:fld>
            <a:endParaRPr lang="en-US"/>
          </a:p>
        </p:txBody>
      </p:sp>
      <p:sp>
        <p:nvSpPr>
          <p:cNvPr id="5" name="Rectangle 4">
            <a:extLst>
              <a:ext uri="{FF2B5EF4-FFF2-40B4-BE49-F238E27FC236}">
                <a16:creationId xmlns:a16="http://schemas.microsoft.com/office/drawing/2014/main" id="{A73BFE50-A81A-AB46-A7A2-9666CFCFCC92}"/>
              </a:ext>
            </a:extLst>
          </p:cNvPr>
          <p:cNvSpPr/>
          <p:nvPr userDrawn="1"/>
        </p:nvSpPr>
        <p:spPr>
          <a:xfrm>
            <a:off x="4504267" y="658812"/>
            <a:ext cx="7687733" cy="558958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
        <p:nvSpPr>
          <p:cNvPr id="8" name="Text Placeholder 7">
            <a:extLst>
              <a:ext uri="{FF2B5EF4-FFF2-40B4-BE49-F238E27FC236}">
                <a16:creationId xmlns:a16="http://schemas.microsoft.com/office/drawing/2014/main" id="{404CE58A-1238-494D-8A79-4A58EDE3984D}"/>
              </a:ext>
            </a:extLst>
          </p:cNvPr>
          <p:cNvSpPr>
            <a:spLocks noGrp="1"/>
          </p:cNvSpPr>
          <p:nvPr>
            <p:ph type="body" sz="quarter" idx="12"/>
          </p:nvPr>
        </p:nvSpPr>
        <p:spPr>
          <a:xfrm>
            <a:off x="685800" y="2714626"/>
            <a:ext cx="3373438" cy="35337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4A8B4FD5-364F-1749-8E54-56046D878350}"/>
              </a:ext>
            </a:extLst>
          </p:cNvPr>
          <p:cNvSpPr>
            <a:spLocks noGrp="1"/>
          </p:cNvSpPr>
          <p:nvPr>
            <p:ph type="body" sz="quarter" idx="13"/>
          </p:nvPr>
        </p:nvSpPr>
        <p:spPr>
          <a:xfrm>
            <a:off x="5278582" y="1343892"/>
            <a:ext cx="6227618" cy="437803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9A9FBDEC-2CAC-954E-AA5E-6D9A9B7E87CC}"/>
              </a:ext>
            </a:extLst>
          </p:cNvPr>
          <p:cNvSpPr/>
          <p:nvPr userDrawn="1"/>
        </p:nvSpPr>
        <p:spPr>
          <a:xfrm>
            <a:off x="8474601" y="6445628"/>
            <a:ext cx="3031599" cy="230832"/>
          </a:xfrm>
          <a:prstGeom prst="rect">
            <a:avLst/>
          </a:prstGeom>
        </p:spPr>
        <p:txBody>
          <a:bodyPr wrap="none" lIns="0" tIns="0" rIns="0" bIns="0" anchor="ctr">
            <a:noAutofit/>
          </a:bodyPr>
          <a:lstStyle/>
          <a:p>
            <a:pPr algn="r"/>
            <a:r>
              <a:rPr lang="en-US" sz="800" b="0" i="0">
                <a:solidFill>
                  <a:schemeClr val="tx1"/>
                </a:solidFill>
                <a:latin typeface="Arial" panose="020B0604020202020204" pitchFamily="34" charset="0"/>
                <a:cs typeface="Arial" panose="020B0604020202020204" pitchFamily="34" charset="0"/>
              </a:rPr>
              <a:t>Proprietary and Confidential Property of Real Chemistry</a:t>
            </a:r>
          </a:p>
        </p:txBody>
      </p:sp>
    </p:spTree>
    <p:extLst>
      <p:ext uri="{BB962C8B-B14F-4D97-AF65-F5344CB8AC3E}">
        <p14:creationId xmlns:p14="http://schemas.microsoft.com/office/powerpoint/2010/main" val="191533142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9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96980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0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034291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6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301627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4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4002365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4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5720101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1317217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4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96898025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4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22427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9965745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4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2176685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9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13636927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1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974050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22_Blank w/foot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1554E-EAE4-4B4F-BD0C-EE22B6F11A1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85EA0C90-6E04-9519-5664-EFB413590A86}"/>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89482824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0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8" name="Slide Number Placeholder 5">
            <a:extLst>
              <a:ext uri="{FF2B5EF4-FFF2-40B4-BE49-F238E27FC236}">
                <a16:creationId xmlns:a16="http://schemas.microsoft.com/office/drawing/2014/main" id="{584715DF-8F1D-4D98-BA52-64772637FED5}"/>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73882012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23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3B465F0-03D2-4F19-9B30-B7B390891A5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1E4AFAC3-CC8F-D620-D3F2-0956FFB0785B}"/>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12332403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24_Blank w/foot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C4351FD-D03E-466B-A677-D6028D5A69E5}"/>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5BD8FD2E-E77A-C383-302D-74387880AAE6}"/>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54305438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25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8" name="Rectangle 7">
            <a:extLst>
              <a:ext uri="{FF2B5EF4-FFF2-40B4-BE49-F238E27FC236}">
                <a16:creationId xmlns:a16="http://schemas.microsoft.com/office/drawing/2014/main" id="{FC3DFC7D-C32E-4AD7-9BD9-C7B1D9FB59D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D2D04CF8-85CD-B3A2-619B-72A28CC9D9BD}"/>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394821109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26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6" name="Rectangle 5">
            <a:extLst>
              <a:ext uri="{FF2B5EF4-FFF2-40B4-BE49-F238E27FC236}">
                <a16:creationId xmlns:a16="http://schemas.microsoft.com/office/drawing/2014/main" id="{53E30D83-BDA4-4DC1-9651-732FC429A4A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17BD4CE0-6B80-ECF8-CC61-9423ABA248C5}"/>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406513002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27_Blank w/footer">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B9EC0EC0-A245-410F-9859-77595118E4BE}"/>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pic>
        <p:nvPicPr>
          <p:cNvPr id="2" name="Picture 1" descr="A close-up of a logo&#10;&#10;Description automatically generated">
            <a:extLst>
              <a:ext uri="{FF2B5EF4-FFF2-40B4-BE49-F238E27FC236}">
                <a16:creationId xmlns:a16="http://schemas.microsoft.com/office/drawing/2014/main" id="{938C2D30-4F3F-7BD2-E701-5C0FE5D3BD64}"/>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397092140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p:spPr>
        <p:txBody>
          <a:bodyPr lIns="0" tIns="0" rIns="0" bIns="0"/>
          <a:lstStyle>
            <a:lvl1pPr marL="0" indent="0" algn="l">
              <a:buNone/>
              <a:defRPr sz="2400"/>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p:spPr>
        <p:txBody>
          <a:bodyPr lIns="0" tIns="0" rIns="0" bIns="0" anchor="b"/>
          <a:lstStyle>
            <a:lvl1pPr algn="l">
              <a:defRPr sz="4267"/>
            </a:lvl1pPr>
          </a:lstStyle>
          <a:p>
            <a:r>
              <a:rPr lang="en-US"/>
              <a:t>Click to edit Master title style</a:t>
            </a:r>
          </a:p>
        </p:txBody>
      </p:sp>
      <p:sp>
        <p:nvSpPr>
          <p:cNvPr id="9" name="Freeform 8">
            <a:extLst>
              <a:ext uri="{FF2B5EF4-FFF2-40B4-BE49-F238E27FC236}">
                <a16:creationId xmlns:a16="http://schemas.microsoft.com/office/drawing/2014/main" id="{9B73DB2B-0F7D-4740-AAFB-08A4184D1C18}"/>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2" cstate="screen">
              <a:extLst>
                <a:ext uri="{28A0092B-C50C-407E-A947-70E740481C1C}">
                  <a14:useLocalDpi xmlns:a14="http://schemas.microsoft.com/office/drawing/2010/main"/>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30158742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2"/>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r>
              <a:rPr lang="en-US"/>
              <a:t>Click to edit Master title style</a:t>
            </a:r>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67" indent="0">
              <a:buNone/>
              <a:defRPr sz="2000">
                <a:solidFill>
                  <a:schemeClr val="tx1">
                    <a:tint val="75000"/>
                  </a:schemeClr>
                </a:solidFill>
              </a:defRPr>
            </a:lvl2pPr>
            <a:lvl3pPr marL="914332" indent="0">
              <a:buNone/>
              <a:defRPr sz="1800">
                <a:solidFill>
                  <a:schemeClr val="tx1">
                    <a:tint val="75000"/>
                  </a:schemeClr>
                </a:solidFill>
              </a:defRPr>
            </a:lvl3pPr>
            <a:lvl4pPr marL="1371498" indent="0">
              <a:buNone/>
              <a:defRPr sz="1600">
                <a:solidFill>
                  <a:schemeClr val="tx1">
                    <a:tint val="75000"/>
                  </a:schemeClr>
                </a:solidFill>
              </a:defRPr>
            </a:lvl4pPr>
            <a:lvl5pPr marL="1828664" indent="0">
              <a:buNone/>
              <a:defRPr sz="1600">
                <a:solidFill>
                  <a:schemeClr val="tx1">
                    <a:tint val="75000"/>
                  </a:schemeClr>
                </a:solidFill>
              </a:defRPr>
            </a:lvl5pPr>
            <a:lvl6pPr marL="2285830" indent="0">
              <a:buNone/>
              <a:defRPr sz="1600">
                <a:solidFill>
                  <a:schemeClr val="tx1">
                    <a:tint val="75000"/>
                  </a:schemeClr>
                </a:solidFill>
              </a:defRPr>
            </a:lvl6pPr>
            <a:lvl7pPr marL="2742994" indent="0">
              <a:buNone/>
              <a:defRPr sz="1600">
                <a:solidFill>
                  <a:schemeClr val="tx1">
                    <a:tint val="75000"/>
                  </a:schemeClr>
                </a:solidFill>
              </a:defRPr>
            </a:lvl7pPr>
            <a:lvl8pPr marL="3200160" indent="0">
              <a:buNone/>
              <a:defRPr sz="1600">
                <a:solidFill>
                  <a:schemeClr val="tx1">
                    <a:tint val="75000"/>
                  </a:schemeClr>
                </a:solidFill>
              </a:defRPr>
            </a:lvl8pPr>
            <a:lvl9pPr marL="3657327" indent="0">
              <a:buNone/>
              <a:defRPr sz="16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1F6646F-EFE6-CC40-B267-62108C5E03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610513089"/>
      </p:ext>
    </p:extLst>
  </p:cSld>
  <p:clrMapOvr>
    <a:masterClrMapping/>
  </p:clrMapOvr>
  <p:extLst>
    <p:ext uri="{DCECCB84-F9BA-43D5-87BE-67443E8EF086}">
      <p15:sldGuideLst xmlns:p15="http://schemas.microsoft.com/office/powerpoint/2012/main">
        <p15:guide id="1" orient="horz" pos="3132">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580823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44841052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10532812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404662500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87012932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57562464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631726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51107204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6" y="1359588"/>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8643122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7170445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45276559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5"/>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401921769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3" y="1295400"/>
            <a:ext cx="11241111" cy="4673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FCFFF2E-8320-4800-B48F-6DD8C98A9AB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507451" y="6346628"/>
            <a:ext cx="2182304" cy="363717"/>
          </a:xfrm>
          <a:prstGeom prst="rect">
            <a:avLst/>
          </a:prstGeom>
        </p:spPr>
      </p:pic>
    </p:spTree>
    <p:extLst>
      <p:ext uri="{BB962C8B-B14F-4D97-AF65-F5344CB8AC3E}">
        <p14:creationId xmlns:p14="http://schemas.microsoft.com/office/powerpoint/2010/main" val="388225459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7"/>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103539"/>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5"/>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1525058362"/>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2787300"/>
            <a:ext cx="9160412" cy="641701"/>
          </a:xfrm>
          <a:prstGeom prst="rect">
            <a:avLst/>
          </a:prstGeom>
        </p:spPr>
        <p:txBody>
          <a:bodyPr lIns="0" tIns="0" rIns="0" bIns="0"/>
          <a:lstStyle>
            <a:lvl1pPr marL="0" indent="0" algn="l">
              <a:buNone/>
              <a:defRPr sz="2400" b="0">
                <a:solidFill>
                  <a:schemeClr val="accent1"/>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90"/>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3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2117100324"/>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5" y="2070574"/>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54"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5"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1045349019"/>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1_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103539"/>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3"/>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28031309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1_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2787300"/>
            <a:ext cx="9160412" cy="641701"/>
          </a:xfrm>
          <a:prstGeom prst="rect">
            <a:avLst/>
          </a:prstGeom>
        </p:spPr>
        <p:txBody>
          <a:bodyPr lIns="0" tIns="0" rIns="0" bIns="0"/>
          <a:lstStyle>
            <a:lvl1pPr marL="0" indent="0" algn="l">
              <a:buNone/>
              <a:defRPr sz="2400" b="0">
                <a:solidFill>
                  <a:schemeClr val="accent1"/>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9"/>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32"/>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25449486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1_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4" y="2070572"/>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82"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3"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3254402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A4991716-09B9-F64E-83D9-0061B1AFB6AE}"/>
              </a:ext>
            </a:extLst>
          </p:cNvPr>
          <p:cNvSpPr/>
          <p:nvPr userDrawn="1"/>
        </p:nvSpPr>
        <p:spPr>
          <a:xfrm flipH="1">
            <a:off x="3" y="303004"/>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7"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2"/>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7" name="Graphic 12">
            <a:extLst>
              <a:ext uri="{FF2B5EF4-FFF2-40B4-BE49-F238E27FC236}">
                <a16:creationId xmlns:a16="http://schemas.microsoft.com/office/drawing/2014/main" id="{411A6808-FA9A-4598-87E1-C9CD7E69B8C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68590317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3" y="1569463"/>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295008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4" y="1569463"/>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618428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6" y="335799"/>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9" y="61892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5" y="149095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7" y="24272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30" y="35223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13" y="448551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603" y="534385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9"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1"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7"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5"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803227525"/>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5" y="835269"/>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49" y="370774"/>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9"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50" y="6189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30" y="149095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5" y="2393842"/>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5" y="352234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30" y="448551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50" y="534385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7"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3"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50" y="1420346"/>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242029346"/>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9"/>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22" y="1365065"/>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7" y="113450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8" y="299390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81" y="476506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5"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7293016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5" y="835269"/>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9" y="92995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6" y="19006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5" y="299323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7" y="408339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9" y="505439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9"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901"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3"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49" y="370774"/>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50" y="1543700"/>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71452077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3"/>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55" indent="0">
              <a:buNone/>
              <a:defRPr sz="2000">
                <a:solidFill>
                  <a:schemeClr val="tx1">
                    <a:tint val="75000"/>
                  </a:schemeClr>
                </a:solidFill>
              </a:defRPr>
            </a:lvl2pPr>
            <a:lvl3pPr marL="914309" indent="0">
              <a:buNone/>
              <a:defRPr sz="1800">
                <a:solidFill>
                  <a:schemeClr val="tx1">
                    <a:tint val="75000"/>
                  </a:schemeClr>
                </a:solidFill>
              </a:defRPr>
            </a:lvl3pPr>
            <a:lvl4pPr marL="1371464" indent="0">
              <a:buNone/>
              <a:defRPr sz="1600">
                <a:solidFill>
                  <a:schemeClr val="tx1">
                    <a:tint val="75000"/>
                  </a:schemeClr>
                </a:solidFill>
              </a:defRPr>
            </a:lvl4pPr>
            <a:lvl5pPr marL="1828618" indent="0">
              <a:buNone/>
              <a:defRPr sz="1600">
                <a:solidFill>
                  <a:schemeClr val="tx1">
                    <a:tint val="75000"/>
                  </a:schemeClr>
                </a:solidFill>
              </a:defRPr>
            </a:lvl5pPr>
            <a:lvl6pPr marL="2285774" indent="0">
              <a:buNone/>
              <a:defRPr sz="1600">
                <a:solidFill>
                  <a:schemeClr val="tx1">
                    <a:tint val="75000"/>
                  </a:schemeClr>
                </a:solidFill>
              </a:defRPr>
            </a:lvl6pPr>
            <a:lvl7pPr marL="2742926" indent="0">
              <a:buNone/>
              <a:defRPr sz="1600">
                <a:solidFill>
                  <a:schemeClr val="tx1">
                    <a:tint val="75000"/>
                  </a:schemeClr>
                </a:solidFill>
              </a:defRPr>
            </a:lvl7pPr>
            <a:lvl8pPr marL="3200080" indent="0">
              <a:buNone/>
              <a:defRPr sz="1600">
                <a:solidFill>
                  <a:schemeClr val="tx1">
                    <a:tint val="75000"/>
                  </a:schemeClr>
                </a:solidFill>
              </a:defRPr>
            </a:lvl8pPr>
            <a:lvl9pPr marL="3657235"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31776545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7"/>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5"/>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591345479"/>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5" y="2070574"/>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54"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5"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202694420"/>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39" marR="0" indent="-243817" algn="l" defTabSz="914309"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355" marR="0" indent="-243817" algn="l" defTabSz="914309"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080" marR="0" indent="-243817" algn="l" defTabSz="914309"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09"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379106732"/>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83253868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515474755"/>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53323380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a:noFill/>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288233021"/>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4167140985"/>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82981989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90" y="1578870"/>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1" y="1576553"/>
            <a:ext cx="7141027"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8597987"/>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5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6" y="335798"/>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7" y="61892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3" y="14909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6" y="242724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9" y="352234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11" y="448551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602" y="5343858"/>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9"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1"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7"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5"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3783427"/>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6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3" y="835268"/>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49" y="370773"/>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9"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9" y="618926"/>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8" y="14909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3" y="23938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3" y="352234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9" y="448551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9" y="534385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7"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3"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9" y="1420345"/>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545174"/>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7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8"/>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21" y="1365064"/>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6" y="113450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7" y="299390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9" y="476506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5"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57846638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8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3" y="835268"/>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8" y="9299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5" y="1900626"/>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4" y="2993230"/>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6" y="408339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7" y="5054390"/>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9"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901"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3"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49" y="370773"/>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9" y="1543700"/>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110823805"/>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type="secHead" preserve="1">
  <p:cSld name="1_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2"/>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67" indent="0">
              <a:buNone/>
              <a:defRPr sz="2000">
                <a:solidFill>
                  <a:schemeClr val="tx1">
                    <a:tint val="75000"/>
                  </a:schemeClr>
                </a:solidFill>
              </a:defRPr>
            </a:lvl2pPr>
            <a:lvl3pPr marL="914332" indent="0">
              <a:buNone/>
              <a:defRPr sz="1800">
                <a:solidFill>
                  <a:schemeClr val="tx1">
                    <a:tint val="75000"/>
                  </a:schemeClr>
                </a:solidFill>
              </a:defRPr>
            </a:lvl3pPr>
            <a:lvl4pPr marL="1371498" indent="0">
              <a:buNone/>
              <a:defRPr sz="1600">
                <a:solidFill>
                  <a:schemeClr val="tx1">
                    <a:tint val="75000"/>
                  </a:schemeClr>
                </a:solidFill>
              </a:defRPr>
            </a:lvl4pPr>
            <a:lvl5pPr marL="1828664" indent="0">
              <a:buNone/>
              <a:defRPr sz="1600">
                <a:solidFill>
                  <a:schemeClr val="tx1">
                    <a:tint val="75000"/>
                  </a:schemeClr>
                </a:solidFill>
              </a:defRPr>
            </a:lvl5pPr>
            <a:lvl6pPr marL="2285830" indent="0">
              <a:buNone/>
              <a:defRPr sz="1600">
                <a:solidFill>
                  <a:schemeClr val="tx1">
                    <a:tint val="75000"/>
                  </a:schemeClr>
                </a:solidFill>
              </a:defRPr>
            </a:lvl6pPr>
            <a:lvl7pPr marL="2742994" indent="0">
              <a:buNone/>
              <a:defRPr sz="1600">
                <a:solidFill>
                  <a:schemeClr val="tx1">
                    <a:tint val="75000"/>
                  </a:schemeClr>
                </a:solidFill>
              </a:defRPr>
            </a:lvl7pPr>
            <a:lvl8pPr marL="3200160" indent="0">
              <a:buNone/>
              <a:defRPr sz="1600">
                <a:solidFill>
                  <a:schemeClr val="tx1">
                    <a:tint val="75000"/>
                  </a:schemeClr>
                </a:solidFill>
              </a:defRPr>
            </a:lvl8pPr>
            <a:lvl9pPr marL="3657327"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0501832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3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3"/>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5924744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2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4" y="2070572"/>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82"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3"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7429090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1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55" marR="0" indent="-243823" algn="l" defTabSz="914332"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376" marR="0" indent="-243823" algn="l" defTabSz="914332"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10" marR="0" indent="-243823" algn="l" defTabSz="914332"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32"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425070849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1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7866035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1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27991813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1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256509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1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a:noFill/>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121548592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1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39833972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1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209978013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1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9" y="1578869"/>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1" y="1576553"/>
            <a:ext cx="7141027"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886056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Slide Number Placeholder 5">
            <a:extLst>
              <a:ext uri="{FF2B5EF4-FFF2-40B4-BE49-F238E27FC236}">
                <a16:creationId xmlns:a16="http://schemas.microsoft.com/office/drawing/2014/main" id="{D2F56B58-0B36-428A-B0BE-4574BA2F5CBD}"/>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1266498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5634850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12">
            <a:extLst>
              <a:ext uri="{FF2B5EF4-FFF2-40B4-BE49-F238E27FC236}">
                <a16:creationId xmlns:a16="http://schemas.microsoft.com/office/drawing/2014/main" id="{B602D3CF-7375-4049-9258-8A87495F73D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3859877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3" y="4950897"/>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8"/>
            <a:ext cx="881336" cy="545017"/>
          </a:xfrm>
          <a:prstGeom prst="rect">
            <a:avLst/>
          </a:prstGeom>
          <a:noFill/>
        </p:spPr>
        <p:txBody>
          <a:bodyPr wrap="square" lIns="0" tIns="0" rIns="0" bIns="0" rtlCol="0">
            <a:noAutofit/>
          </a:bodyPr>
          <a:lstStyle/>
          <a:p>
            <a:pPr marL="0" marR="0" lvl="0" indent="0" algn="l" defTabSz="121908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5" y="1208669"/>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9" y="1414861"/>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1" y="4935465"/>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7" y="4893429"/>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7"/>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3" y="2061185"/>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76614728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3"/>
            <a:ext cx="2345267" cy="493183"/>
          </a:xfrm>
        </p:spPr>
        <p:txBody>
          <a:bodyPr/>
          <a:lstStyle>
            <a:lvl1pPr marL="0" marR="0" indent="0" algn="ctr" defTabSz="609539" rtl="0" eaLnBrk="1" fontAlgn="auto" latinLnBrk="0" hangingPunct="1">
              <a:lnSpc>
                <a:spcPct val="100000"/>
              </a:lnSpc>
              <a:spcBef>
                <a:spcPts val="0"/>
              </a:spcBef>
              <a:spcAft>
                <a:spcPts val="0"/>
              </a:spcAft>
              <a:buClrTx/>
              <a:buSzTx/>
              <a:buFontTx/>
              <a:buNone/>
              <a:tabLst/>
              <a:defRPr/>
            </a:lvl1pPr>
          </a:lstStyle>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12538824"/>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3"/>
            <a:ext cx="2345267" cy="493183"/>
          </a:xfrm>
        </p:spPr>
        <p:txBody>
          <a:bodyPr/>
          <a:lstStyle>
            <a:lvl1pPr marL="0" marR="0" indent="0" algn="ctr" defTabSz="609539" rtl="0" eaLnBrk="1" fontAlgn="auto" latinLnBrk="0" hangingPunct="1">
              <a:lnSpc>
                <a:spcPct val="100000"/>
              </a:lnSpc>
              <a:spcBef>
                <a:spcPts val="0"/>
              </a:spcBef>
              <a:spcAft>
                <a:spcPts val="0"/>
              </a:spcAft>
              <a:buClrTx/>
              <a:buSzTx/>
              <a:buFontTx/>
              <a:buNone/>
              <a:tabLst/>
              <a:defRPr/>
            </a:lvl1pPr>
          </a:lstStyle>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521807817"/>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3970873408"/>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90269889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30"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674452638"/>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5"/>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7624313"/>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5"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5"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7777004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2"/>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2"/>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6"/>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6"/>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7"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4" y="1366321"/>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1"/>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7"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200" y="1366321"/>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200"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2249161"/>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6" y="2404885"/>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354"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728441291"/>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3" y="4950897"/>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7"/>
            <a:ext cx="881336" cy="545017"/>
          </a:xfrm>
          <a:prstGeom prst="rect">
            <a:avLst/>
          </a:prstGeom>
          <a:noFill/>
        </p:spPr>
        <p:txBody>
          <a:bodyPr wrap="square" lIns="0" tIns="0" rIns="0" bIns="0" rtlCol="0">
            <a:noAutofit/>
          </a:bodyPr>
          <a:lstStyle/>
          <a:p>
            <a:pPr marL="0" marR="0" lvl="0" indent="0" algn="l" defTabSz="121911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5" y="1208669"/>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9" y="1414861"/>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1" y="4935465"/>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7" y="4893429"/>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7"/>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3" y="2061185"/>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6009427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7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1"/>
            <a:ext cx="2345267" cy="493183"/>
          </a:xfrm>
        </p:spPr>
        <p:txBody>
          <a:bodyPr/>
          <a:lstStyle>
            <a:lvl1pPr marL="0" marR="0" indent="0" algn="ctr" defTabSz="609555" rtl="0" eaLnBrk="1" fontAlgn="auto" latinLnBrk="0" hangingPunct="1">
              <a:lnSpc>
                <a:spcPct val="100000"/>
              </a:lnSpc>
              <a:spcBef>
                <a:spcPts val="0"/>
              </a:spcBef>
              <a:spcAft>
                <a:spcPts val="0"/>
              </a:spcAft>
              <a:buClrTx/>
              <a:buSzTx/>
              <a:buFontTx/>
              <a:buNone/>
              <a:tabLst/>
              <a:defRPr/>
            </a:lvl1pPr>
          </a:lstStyle>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407480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8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1"/>
            <a:ext cx="2345267" cy="493183"/>
          </a:xfrm>
        </p:spPr>
        <p:txBody>
          <a:bodyPr/>
          <a:lstStyle>
            <a:lvl1pPr marL="0" marR="0" indent="0" algn="ctr" defTabSz="609555" rtl="0" eaLnBrk="1" fontAlgn="auto" latinLnBrk="0" hangingPunct="1">
              <a:lnSpc>
                <a:spcPct val="100000"/>
              </a:lnSpc>
              <a:spcBef>
                <a:spcPts val="0"/>
              </a:spcBef>
              <a:spcAft>
                <a:spcPts val="0"/>
              </a:spcAft>
              <a:buClrTx/>
              <a:buSzTx/>
              <a:buFontTx/>
              <a:buNone/>
              <a:tabLst/>
              <a:defRPr/>
            </a:lvl1pPr>
          </a:lstStyle>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26162950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2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34996796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3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223138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9"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543829839"/>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type="obj" preserve="1">
  <p:cSld name="2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04030475"/>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3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5"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5"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2272969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4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2"/>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2"/>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6"/>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6"/>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7"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4" y="1366321"/>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1"/>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7"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200" y="1366321"/>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200"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9464515"/>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4" y="2404883"/>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382"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5532509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pic>
        <p:nvPicPr>
          <p:cNvPr id="5" name="Graphic 12">
            <a:extLst>
              <a:ext uri="{FF2B5EF4-FFF2-40B4-BE49-F238E27FC236}">
                <a16:creationId xmlns:a16="http://schemas.microsoft.com/office/drawing/2014/main" id="{87097A1A-9ECB-4F0C-B6E1-14D2D8C0949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142504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showMasterSp="0" preserve="1" userDrawn="1">
  <p:cSld name="9_Blank w/footer">
    <p:spTree>
      <p:nvGrpSpPr>
        <p:cNvPr id="1" name=""/>
        <p:cNvGrpSpPr/>
        <p:nvPr/>
      </p:nvGrpSpPr>
      <p:grpSpPr>
        <a:xfrm>
          <a:off x="0" y="0"/>
          <a:ext cx="0" cy="0"/>
          <a:chOff x="0" y="0"/>
          <a:chExt cx="0" cy="0"/>
        </a:xfrm>
      </p:grpSpPr>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7" y="234428"/>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6" y="5164274"/>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4"/>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6" y="1910342"/>
            <a:ext cx="4481013" cy="2852737"/>
          </a:xfrm>
          <a:prstGeom prst="rect">
            <a:avLst/>
          </a:prstGeom>
        </p:spPr>
        <p:txBody>
          <a:bodyPr anchor="b">
            <a:normAutofit/>
          </a:bodyPr>
          <a:lstStyle>
            <a:lvl1pPr>
              <a:defRPr sz="3200"/>
            </a:lvl1pPr>
          </a:lstStyle>
          <a:p>
            <a:r>
              <a:rPr lang="en-US"/>
              <a:t>Click to edit Master title style</a:t>
            </a:r>
          </a:p>
        </p:txBody>
      </p:sp>
      <p:pic>
        <p:nvPicPr>
          <p:cNvPr id="10" name="Graphic 12">
            <a:extLst>
              <a:ext uri="{FF2B5EF4-FFF2-40B4-BE49-F238E27FC236}">
                <a16:creationId xmlns:a16="http://schemas.microsoft.com/office/drawing/2014/main" id="{96518993-75B4-4F40-A5EB-71E232CA85DC}"/>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5154421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3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216867147"/>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84463256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7"/>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7"/>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5"/>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202"/>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5"/>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6414629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94900903"/>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1_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081725562"/>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5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70340939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6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6"/>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6"/>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273252982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7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018536081"/>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7825" y="1378819"/>
            <a:ext cx="9468000" cy="3214287"/>
          </a:xfrm>
        </p:spPr>
        <p:txBody>
          <a:bodyPr anchor="ctr"/>
          <a:lstStyle>
            <a:lvl1pPr>
              <a:defRPr sz="5751">
                <a:solidFill>
                  <a:schemeClr val="bg1"/>
                </a:solidFill>
              </a:defRPr>
            </a:lvl1pPr>
          </a:lstStyle>
          <a:p>
            <a:r>
              <a:rPr lang="en-US"/>
              <a:t>Click to edit Master title style</a:t>
            </a:r>
          </a:p>
        </p:txBody>
      </p:sp>
      <p:sp>
        <p:nvSpPr>
          <p:cNvPr id="6" name="Rectangle 5">
            <a:extLst>
              <a:ext uri="{FF2B5EF4-FFF2-40B4-BE49-F238E27FC236}">
                <a16:creationId xmlns:a16="http://schemas.microsoft.com/office/drawing/2014/main" id="{9A5BD75A-6B61-9441-8CE4-F0FC479087C4}"/>
              </a:ext>
            </a:extLst>
          </p:cNvPr>
          <p:cNvSpPr/>
          <p:nvPr userDrawn="1"/>
        </p:nvSpPr>
        <p:spPr>
          <a:xfrm>
            <a:off x="1" y="6199245"/>
            <a:ext cx="12192000" cy="670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39BFFDCD-5E2E-7A71-1BBE-3EAB0D66FB1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30259269"/>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A0D93C59-0F95-6442-A8BF-7DDE07DA82C7}"/>
              </a:ext>
            </a:extLst>
          </p:cNvPr>
          <p:cNvSpPr/>
          <p:nvPr userDrawn="1"/>
        </p:nvSpPr>
        <p:spPr>
          <a:xfrm>
            <a:off x="10342182" y="540211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a:srcRect/>
          <a:stretch/>
        </p:blipFill>
        <p:spPr>
          <a:xfrm>
            <a:off x="4870315" y="5730227"/>
            <a:ext cx="2451372" cy="526468"/>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2975751"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3200">
              <a:latin typeface="+mj-lt"/>
            </a:endParaRPr>
          </a:p>
        </p:txBody>
      </p:sp>
      <p:sp>
        <p:nvSpPr>
          <p:cNvPr id="13" name="Content Placeholder 2">
            <a:extLst>
              <a:ext uri="{FF2B5EF4-FFF2-40B4-BE49-F238E27FC236}">
                <a16:creationId xmlns:a16="http://schemas.microsoft.com/office/drawing/2014/main" id="{F5974BA7-AD04-7A43-81DD-B98B549B07CB}"/>
              </a:ext>
            </a:extLst>
          </p:cNvPr>
          <p:cNvSpPr txBox="1">
            <a:spLocks/>
          </p:cNvSpPr>
          <p:nvPr userDrawn="1"/>
        </p:nvSpPr>
        <p:spPr>
          <a:xfrm>
            <a:off x="-1373" y="6508321"/>
            <a:ext cx="8750713" cy="420839"/>
          </a:xfrm>
          <a:prstGeom prst="rect">
            <a:avLst/>
          </a:prstGeom>
        </p:spPr>
        <p:txBody>
          <a:bodyPr/>
          <a:lstStyle>
            <a:lvl1pPr marL="171450" indent="-171450" algn="l" defTabSz="685800" rtl="0" eaLnBrk="1" latinLnBrk="0" hangingPunct="1">
              <a:lnSpc>
                <a:spcPct val="90000"/>
              </a:lnSpc>
              <a:spcBef>
                <a:spcPts val="750"/>
              </a:spcBef>
              <a:buClr>
                <a:schemeClr val="accent2"/>
              </a:buClr>
              <a:buSzPct val="120000"/>
              <a:buFont typeface="Arial" panose="020B0604020202020204" pitchFamily="34" charset="0"/>
              <a:buChar char="•"/>
              <a:tabLst/>
              <a:defRPr sz="2000" kern="1200">
                <a:solidFill>
                  <a:schemeClr val="tx1"/>
                </a:solidFill>
                <a:latin typeface="+mn-lt"/>
                <a:ea typeface="+mn-ea"/>
                <a:cs typeface="+mn-cs"/>
              </a:defRPr>
            </a:lvl1pPr>
            <a:lvl2pPr marL="573088" indent="-168275" algn="l" defTabSz="685800" rtl="0" eaLnBrk="1" latinLnBrk="0" hangingPunct="1">
              <a:lnSpc>
                <a:spcPct val="90000"/>
              </a:lnSpc>
              <a:spcBef>
                <a:spcPts val="375"/>
              </a:spcBef>
              <a:buFont typeface="System Font Regular"/>
              <a:buChar char="–"/>
              <a:tabLst/>
              <a:defRPr sz="1800" kern="1200">
                <a:solidFill>
                  <a:schemeClr val="tx1"/>
                </a:solidFill>
                <a:latin typeface="+mn-lt"/>
                <a:ea typeface="+mn-ea"/>
                <a:cs typeface="+mn-cs"/>
              </a:defRPr>
            </a:lvl2pPr>
            <a:lvl3pPr marL="749300" indent="-176213" algn="l" defTabSz="685800" rtl="0" eaLnBrk="1" latinLnBrk="0" hangingPunct="1">
              <a:lnSpc>
                <a:spcPct val="90000"/>
              </a:lnSpc>
              <a:spcBef>
                <a:spcPts val="375"/>
              </a:spcBef>
              <a:buFont typeface="Wingdings" pitchFamily="2" charset="2"/>
              <a:buChar char="§"/>
              <a:tabLst/>
              <a:defRPr sz="1800" kern="1200">
                <a:solidFill>
                  <a:schemeClr val="tx1"/>
                </a:solidFill>
                <a:latin typeface="+mn-lt"/>
                <a:ea typeface="+mn-ea"/>
                <a:cs typeface="+mn-cs"/>
              </a:defRPr>
            </a:lvl3pPr>
            <a:lvl4pPr marL="863600" indent="-190500" algn="l" defTabSz="685800" rtl="0" eaLnBrk="1" latinLnBrk="0" hangingPunct="1">
              <a:lnSpc>
                <a:spcPct val="90000"/>
              </a:lnSpc>
              <a:spcBef>
                <a:spcPts val="375"/>
              </a:spcBef>
              <a:buFont typeface="Courier New" panose="02070309020205020404" pitchFamily="49" charset="0"/>
              <a:buChar char="o"/>
              <a:tabLst/>
              <a:defRPr sz="1800" kern="1200">
                <a:solidFill>
                  <a:schemeClr val="tx1"/>
                </a:solidFill>
                <a:latin typeface="+mn-lt"/>
                <a:ea typeface="+mn-ea"/>
                <a:cs typeface="+mn-cs"/>
              </a:defRPr>
            </a:lvl4pPr>
            <a:lvl5pPr marL="1031875" indent="-168275" algn="l" defTabSz="685800" rtl="0" eaLnBrk="1" latinLnBrk="0" hangingPunct="1">
              <a:lnSpc>
                <a:spcPct val="90000"/>
              </a:lnSpc>
              <a:spcBef>
                <a:spcPts val="375"/>
              </a:spcBef>
              <a:buFont typeface="Arial" panose="020B0604020202020204" pitchFamily="34" charset="0"/>
              <a:buChar char="•"/>
              <a:tabLst/>
              <a:defRPr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800">
                <a:latin typeface="Montserrat" pitchFamily="2" charset="77"/>
              </a:rPr>
              <a:t>© 2021 Organon group of companies. All rights reserved. ORGANON and the ORGANON Logo are trademarks of the Organon group of companies.</a:t>
            </a:r>
            <a:br>
              <a:rPr lang="en-US" sz="800">
                <a:latin typeface="Montserrat" pitchFamily="2" charset="77"/>
              </a:rPr>
            </a:br>
            <a:r>
              <a:rPr lang="en-US" sz="800">
                <a:latin typeface="Montserrat" pitchFamily="2" charset="77"/>
              </a:rPr>
              <a:t>The information contained in this document is intended for general information only, as it is summary in nature and subject to change.</a:t>
            </a:r>
          </a:p>
        </p:txBody>
      </p:sp>
    </p:spTree>
    <p:extLst>
      <p:ext uri="{BB962C8B-B14F-4D97-AF65-F5344CB8AC3E}">
        <p14:creationId xmlns:p14="http://schemas.microsoft.com/office/powerpoint/2010/main" val="20460174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63.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70"/>
            <a:ext cx="10396483" cy="699433"/>
          </a:xfrm>
        </p:spPr>
        <p:txBody>
          <a:bodyPr lIns="0" tIns="0" rIns="0" bIns="0" anchor="b">
            <a:normAutofit/>
          </a:bodyPr>
          <a:lstStyle>
            <a:lvl1pPr>
              <a:defRPr sz="2931"/>
            </a:lvl1pPr>
          </a:lstStyle>
          <a:p>
            <a:r>
              <a:rPr lang="en-US"/>
              <a:t>Click to edit Master title style</a:t>
            </a:r>
          </a:p>
        </p:txBody>
      </p:sp>
      <p:sp>
        <p:nvSpPr>
          <p:cNvPr id="3" name="Content Placeholder 2"/>
          <p:cNvSpPr>
            <a:spLocks noGrp="1"/>
          </p:cNvSpPr>
          <p:nvPr>
            <p:ph idx="1"/>
          </p:nvPr>
        </p:nvSpPr>
        <p:spPr>
          <a:xfrm>
            <a:off x="457205" y="1576557"/>
            <a:ext cx="11243259" cy="4351283"/>
          </a:xfrm>
        </p:spPr>
        <p:txBody>
          <a:bodyPr lIns="0" tIns="0" rIns="0" bIns="0"/>
          <a:lstStyle>
            <a:lvl1pPr>
              <a:lnSpc>
                <a:spcPct val="100000"/>
              </a:lnSpc>
              <a:defRPr sz="2131"/>
            </a:lvl1pPr>
            <a:lvl2pPr>
              <a:lnSpc>
                <a:spcPct val="100000"/>
              </a:lnSpc>
              <a:defRPr sz="1864"/>
            </a:lvl2pPr>
            <a:lvl3pPr>
              <a:lnSpc>
                <a:spcPct val="100000"/>
              </a:lnSpc>
              <a:defRPr sz="1864"/>
            </a:lvl3pPr>
            <a:lvl4pPr>
              <a:lnSpc>
                <a:spcPct val="100000"/>
              </a:lnSpc>
              <a:defRPr sz="1864"/>
            </a:lvl4pPr>
            <a:lvl5pPr>
              <a:lnSpc>
                <a:spcPct val="100000"/>
              </a:lnSpc>
              <a:defRPr sz="1864"/>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73" y="6293141"/>
            <a:ext cx="414867" cy="564871"/>
          </a:xfrm>
        </p:spPr>
        <p:txBody>
          <a:bodyPr/>
          <a:lstStyle>
            <a:lvl1pPr algn="ctr">
              <a:defRPr sz="800">
                <a:solidFill>
                  <a:schemeClr val="tx2"/>
                </a:solidFill>
              </a:defRPr>
            </a:lvl1pPr>
          </a:lstStyle>
          <a:p>
            <a:fld id="{303D8C89-93FF-41DC-9801-8728B139F81E}" type="slidenum">
              <a:rPr lang="en-US" smtClean="0"/>
              <a:t>‹#›</a:t>
            </a:fld>
            <a:endParaRPr lang="en-US"/>
          </a:p>
        </p:txBody>
      </p:sp>
      <p:sp>
        <p:nvSpPr>
          <p:cNvPr id="27" name="Oval 26">
            <a:extLst>
              <a:ext uri="{FF2B5EF4-FFF2-40B4-BE49-F238E27FC236}">
                <a16:creationId xmlns:a16="http://schemas.microsoft.com/office/drawing/2014/main" id="{FF4DD12C-CFDB-804A-A675-45DF5731EB30}"/>
              </a:ext>
            </a:extLst>
          </p:cNvPr>
          <p:cNvSpPr/>
          <p:nvPr/>
        </p:nvSpPr>
        <p:spPr>
          <a:xfrm>
            <a:off x="11032953" y="44293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7"/>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7"/>
          </a:p>
        </p:txBody>
      </p:sp>
      <p:sp>
        <p:nvSpPr>
          <p:cNvPr id="9" name="Freeform 8">
            <a:extLst>
              <a:ext uri="{FF2B5EF4-FFF2-40B4-BE49-F238E27FC236}">
                <a16:creationId xmlns:a16="http://schemas.microsoft.com/office/drawing/2014/main" id="{8419006E-9FD3-FE49-85B6-81898F97EE8F}"/>
              </a:ext>
            </a:extLst>
          </p:cNvPr>
          <p:cNvSpPr/>
          <p:nvPr/>
        </p:nvSpPr>
        <p:spPr>
          <a:xfrm>
            <a:off x="11698316" y="446473"/>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7"/>
          </a:p>
        </p:txBody>
      </p:sp>
    </p:spTree>
    <p:extLst>
      <p:ext uri="{BB962C8B-B14F-4D97-AF65-F5344CB8AC3E}">
        <p14:creationId xmlns:p14="http://schemas.microsoft.com/office/powerpoint/2010/main" val="314132300"/>
      </p:ext>
    </p:extLst>
  </p:cSld>
  <p:clrMapOvr>
    <a:masterClrMapping/>
  </p:clrMapOvr>
  <p:extLst>
    <p:ext uri="{DCECCB84-F9BA-43D5-87BE-67443E8EF086}">
      <p15:sldGuideLst xmlns:p15="http://schemas.microsoft.com/office/powerpoint/2012/main">
        <p15:guide id="1" orient="horz" pos="2160">
          <p15:clr>
            <a:srgbClr val="FBAE40"/>
          </p15:clr>
        </p15:guide>
        <p15:guide id="2" pos="3837">
          <p15:clr>
            <a:srgbClr val="FBAE40"/>
          </p15:clr>
        </p15:guide>
        <p15:guide id="3" pos="288">
          <p15:clr>
            <a:srgbClr val="FBAE40"/>
          </p15:clr>
        </p15:guide>
        <p15:guide id="4" orient="horz" pos="4240">
          <p15:clr>
            <a:srgbClr val="FBAE40"/>
          </p15:clr>
        </p15:guide>
      </p15:sldGuideLst>
    </p:ext>
  </p:extLst>
</p:sldLayout>
</file>

<file path=ppt/slideLayouts/slideLayout164.xml><?xml version="1.0" encoding="utf-8"?>
<p:sldLayout xmlns:a="http://schemas.openxmlformats.org/drawingml/2006/main" xmlns:r="http://schemas.openxmlformats.org/officeDocument/2006/relationships" xmlns:p="http://schemas.openxmlformats.org/presentationml/2006/main" userDrawn="1">
  <p:cSld name="1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6"/>
            <a:ext cx="10396483" cy="699433"/>
          </a:xfrm>
        </p:spPr>
        <p:txBody>
          <a:bodyPr lIns="0" tIns="0" rIns="0" bIns="0" anchor="b">
            <a:normAutofit/>
          </a:bodyPr>
          <a:lstStyle>
            <a:lvl1pPr>
              <a:defRPr sz="2932"/>
            </a:lvl1pPr>
          </a:lstStyle>
          <a:p>
            <a:r>
              <a:rPr lang="en-US"/>
              <a:t>Click to edit Master title style</a:t>
            </a:r>
          </a:p>
        </p:txBody>
      </p:sp>
      <p:sp>
        <p:nvSpPr>
          <p:cNvPr id="3" name="Content Placeholder 2"/>
          <p:cNvSpPr>
            <a:spLocks noGrp="1"/>
          </p:cNvSpPr>
          <p:nvPr>
            <p:ph idx="1"/>
          </p:nvPr>
        </p:nvSpPr>
        <p:spPr>
          <a:xfrm>
            <a:off x="457201" y="1576557"/>
            <a:ext cx="11243259" cy="4351283"/>
          </a:xfrm>
        </p:spPr>
        <p:txBody>
          <a:bodyPr lIns="0" tIns="0" rIns="0" bIns="0"/>
          <a:lstStyle>
            <a:lvl1pPr>
              <a:lnSpc>
                <a:spcPct val="100000"/>
              </a:lnSpc>
              <a:defRPr sz="2132"/>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7"/>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1" y="442929"/>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Tree>
    <p:extLst>
      <p:ext uri="{BB962C8B-B14F-4D97-AF65-F5344CB8AC3E}">
        <p14:creationId xmlns:p14="http://schemas.microsoft.com/office/powerpoint/2010/main" val="419542923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65.xml><?xml version="1.0" encoding="utf-8"?>
<p:sldLayout xmlns:a="http://schemas.openxmlformats.org/drawingml/2006/main" xmlns:r="http://schemas.openxmlformats.org/officeDocument/2006/relationships" xmlns:p="http://schemas.openxmlformats.org/presentationml/2006/main" userDrawn="1">
  <p:cSld name="1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Slide Number Placeholder 5">
            <a:extLst>
              <a:ext uri="{FF2B5EF4-FFF2-40B4-BE49-F238E27FC236}">
                <a16:creationId xmlns:a16="http://schemas.microsoft.com/office/drawing/2014/main" id="{B5487A46-207B-4275-8C1D-F08E7EEE56BE}"/>
              </a:ext>
            </a:extLst>
          </p:cNvPr>
          <p:cNvSpPr txBox="1">
            <a:spLocks/>
          </p:cNvSpPr>
          <p:nvPr userDrawn="1"/>
        </p:nvSpPr>
        <p:spPr>
          <a:xfrm>
            <a:off x="-5203" y="6444214"/>
            <a:ext cx="414867" cy="407543"/>
          </a:xfrm>
          <a:prstGeom prst="rect">
            <a:avLst/>
          </a:prstGeom>
        </p:spPr>
        <p:txBody>
          <a:bodyPr vert="horz" lIns="121920" tIns="60960" rIns="121920" bIns="60960" rtlCol="0" anchor="ctr"/>
          <a:lstStyle>
            <a:defPPr>
              <a:defRPr lang="en-US"/>
            </a:defPPr>
            <a:lvl1pPr marL="0" algn="ctr" defTabSz="457200" rtl="0" eaLnBrk="1" latinLnBrk="0" hangingPunct="1">
              <a:defRPr sz="600" kern="1200">
                <a:solidFill>
                  <a:schemeClr val="tx2"/>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D18A8FE-DFC8-4843-AEF2-DE4DB0CF7D65}" type="slidenum">
              <a:rPr lang="en-US" sz="800" smtClean="0"/>
              <a:pPr/>
              <a:t>‹#›</a:t>
            </a:fld>
            <a:endParaRPr lang="en-US" sz="800"/>
          </a:p>
        </p:txBody>
      </p:sp>
    </p:spTree>
    <p:extLst>
      <p:ext uri="{BB962C8B-B14F-4D97-AF65-F5344CB8AC3E}">
        <p14:creationId xmlns:p14="http://schemas.microsoft.com/office/powerpoint/2010/main" val="94127897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66.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802092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67.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6622150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68.xml><?xml version="1.0" encoding="utf-8"?>
<p:sldLayout xmlns:a="http://schemas.openxmlformats.org/drawingml/2006/main" xmlns:r="http://schemas.openxmlformats.org/officeDocument/2006/relationships" xmlns:p="http://schemas.openxmlformats.org/presentationml/2006/main" userDrawn="1">
  <p:cSld name="5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Content Placeholder 2"/>
          <p:cNvSpPr>
            <a:spLocks noGrp="1"/>
          </p:cNvSpPr>
          <p:nvPr>
            <p:ph idx="1"/>
          </p:nvPr>
        </p:nvSpPr>
        <p:spPr>
          <a:xfrm>
            <a:off x="457200"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2"/>
          <p:cNvSpPr>
            <a:spLocks noGrp="1"/>
          </p:cNvSpPr>
          <p:nvPr>
            <p:ph idx="10"/>
          </p:nvPr>
        </p:nvSpPr>
        <p:spPr>
          <a:xfrm>
            <a:off x="6214059"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p:cNvSpPr>
            <a:spLocks noGrp="1"/>
          </p:cNvSpPr>
          <p:nvPr>
            <p:ph idx="12"/>
          </p:nvPr>
        </p:nvSpPr>
        <p:spPr>
          <a:xfrm>
            <a:off x="457200"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p:cNvSpPr>
            <a:spLocks noGrp="1"/>
          </p:cNvSpPr>
          <p:nvPr>
            <p:ph idx="13"/>
          </p:nvPr>
        </p:nvSpPr>
        <p:spPr>
          <a:xfrm>
            <a:off x="6214059"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4656642"/>
      </p:ext>
    </p:extLst>
  </p:cSld>
  <p:clrMapOvr>
    <a:masterClrMapping/>
  </p:clrMapOvr>
  <p:extLst>
    <p:ext uri="{DCECCB84-F9BA-43D5-87BE-67443E8EF086}">
      <p15:sldGuideLst xmlns:p15="http://schemas.microsoft.com/office/powerpoint/2012/main"/>
    </p:ext>
  </p:extLst>
</p:sldLayout>
</file>

<file path=ppt/slideLayouts/slideLayout169.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5"/>
            <a:ext cx="8202891" cy="699433"/>
          </a:xfrm>
        </p:spPr>
        <p:txBody>
          <a:bodyPr lIns="0" tIns="0" rIns="0" bIns="0" anchor="b">
            <a:normAutofit/>
          </a:bodyPr>
          <a:lstStyle>
            <a:lvl1pPr>
              <a:defRPr sz="2932"/>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5"/>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50" y="442927"/>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Tree>
    <p:extLst>
      <p:ext uri="{BB962C8B-B14F-4D97-AF65-F5344CB8AC3E}">
        <p14:creationId xmlns:p14="http://schemas.microsoft.com/office/powerpoint/2010/main" val="115100191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70.xml><?xml version="1.0" encoding="utf-8"?>
<p:sldLayout xmlns:a="http://schemas.openxmlformats.org/drawingml/2006/main" xmlns:r="http://schemas.openxmlformats.org/officeDocument/2006/relationships" xmlns:p="http://schemas.openxmlformats.org/presentationml/2006/main" userDrawn="1">
  <p:cSld name="4_Title and Content">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userDrawn="1">
            <p:custDataLst>
              <p:tags r:id="rId1"/>
            </p:custDataLst>
            <p:extLst>
              <p:ext uri="{D42A27DB-BD31-4B8C-83A1-F6EECF244321}">
                <p14:modId xmlns:p14="http://schemas.microsoft.com/office/powerpoint/2010/main" val="1679624585"/>
              </p:ext>
            </p:extLst>
          </p:nvPr>
        </p:nvGraphicFramePr>
        <p:xfrm>
          <a:off x="2120" y="2120"/>
          <a:ext cx="2117" cy="2117"/>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5" name="Object 4" hidden="1"/>
                      <p:cNvPicPr/>
                      <p:nvPr/>
                    </p:nvPicPr>
                    <p:blipFill>
                      <a:blip r:embed="rId5"/>
                      <a:stretch>
                        <a:fillRect/>
                      </a:stretch>
                    </p:blipFill>
                    <p:spPr>
                      <a:xfrm>
                        <a:off x="2120" y="2120"/>
                        <a:ext cx="2117" cy="2117"/>
                      </a:xfrm>
                      <a:prstGeom prst="rect">
                        <a:avLst/>
                      </a:prstGeom>
                    </p:spPr>
                  </p:pic>
                </p:oleObj>
              </mc:Fallback>
            </mc:AlternateContent>
          </a:graphicData>
        </a:graphic>
      </p:graphicFrame>
      <p:sp>
        <p:nvSpPr>
          <p:cNvPr id="4" name="Rectangle 3" hidden="1"/>
          <p:cNvSpPr/>
          <p:nvPr userDrawn="1">
            <p:custDataLst>
              <p:tags r:id="rId2"/>
            </p:custDataLst>
          </p:nvPr>
        </p:nvSpPr>
        <p:spPr>
          <a:xfrm>
            <a:off x="1" y="1"/>
            <a:ext cx="211667" cy="211667"/>
          </a:xfrm>
          <a:prstGeom prst="rect">
            <a:avLst/>
          </a:prstGeom>
          <a:solidFill>
            <a:schemeClr val="tx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endParaRPr lang="en-US" sz="2933" b="1" i="0" baseline="0">
              <a:solidFill>
                <a:srgbClr val="FFFFFF"/>
              </a:solidFill>
              <a:latin typeface="Calibri" panose="020F0502020204030204" pitchFamily="34" charset="0"/>
              <a:ea typeface="+mj-ea"/>
              <a:cs typeface="+mj-cs"/>
              <a:sym typeface="Montserrat" panose="00000500000000000000" pitchFamily="2" charset="0"/>
            </a:endParaRPr>
          </a:p>
        </p:txBody>
      </p:sp>
      <p:sp>
        <p:nvSpPr>
          <p:cNvPr id="16" name="Freeform 15">
            <a:extLst>
              <a:ext uri="{FF2B5EF4-FFF2-40B4-BE49-F238E27FC236}">
                <a16:creationId xmlns:a16="http://schemas.microsoft.com/office/drawing/2014/main" id="{1EF87254-EEF3-1F43-9B4B-3F29E4659176}"/>
              </a:ext>
            </a:extLst>
          </p:cNvPr>
          <p:cNvSpPr/>
          <p:nvPr userDrawn="1"/>
        </p:nvSpPr>
        <p:spPr>
          <a:xfrm>
            <a:off x="11700462" y="446468"/>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rgbClr val="E20177"/>
          </a:solidFill>
          <a:ln w="12700" cap="flat" cmpd="sng" algn="ctr">
            <a:noFill/>
            <a:prstDash val="solid"/>
            <a:miter lim="800000"/>
          </a:ln>
          <a:effectLst/>
        </p:spPr>
        <p:txBody>
          <a:bodyPr wrap="square" rtlCol="0" anchor="ctr">
            <a:noAutofit/>
          </a:bodyPr>
          <a:lstStyle/>
          <a:p>
            <a:pPr algn="ctr" defTabSz="1219110">
              <a:defRPr/>
            </a:pPr>
            <a:endParaRPr lang="en-US" sz="2400" kern="0">
              <a:solidFill>
                <a:srgbClr val="FFFFFF"/>
              </a:solidFill>
              <a:latin typeface="Arial" panose="020B0604020202020204"/>
            </a:endParaRPr>
          </a:p>
        </p:txBody>
      </p:sp>
      <p:sp>
        <p:nvSpPr>
          <p:cNvPr id="17" name="Oval 16">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rgbClr val="53B847"/>
          </a:solidFill>
          <a:ln w="12700" cap="flat" cmpd="sng" algn="ctr">
            <a:noFill/>
            <a:prstDash val="solid"/>
            <a:miter lim="800000"/>
          </a:ln>
          <a:effectLst/>
        </p:spPr>
        <p:txBody>
          <a:bodyPr rtlCol="0" anchor="ctr"/>
          <a:lstStyle/>
          <a:p>
            <a:pPr algn="ctr" defTabSz="1219110">
              <a:defRPr/>
            </a:pPr>
            <a:endParaRPr lang="en-US" sz="2400" kern="0">
              <a:solidFill>
                <a:srgbClr val="FFFFFF"/>
              </a:solidFill>
              <a:latin typeface="Arial" panose="020B0604020202020204"/>
            </a:endParaRPr>
          </a:p>
        </p:txBody>
      </p:sp>
      <p:sp>
        <p:nvSpPr>
          <p:cNvPr id="18" name="Freeform 17">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rgbClr val="1B4297"/>
          </a:solidFill>
          <a:ln w="12700" cap="flat" cmpd="sng" algn="ctr">
            <a:noFill/>
            <a:prstDash val="solid"/>
            <a:miter lim="800000"/>
          </a:ln>
          <a:effectLst/>
        </p:spPr>
        <p:txBody>
          <a:bodyPr wrap="square" rtlCol="0" anchor="ctr">
            <a:noAutofit/>
          </a:bodyPr>
          <a:lstStyle/>
          <a:p>
            <a:pPr marL="0" marR="0" lvl="0" indent="0" algn="ctr" defTabSz="121911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Arial" panose="020B0604020202020204"/>
            </a:endParaRPr>
          </a:p>
        </p:txBody>
      </p:sp>
      <p:sp>
        <p:nvSpPr>
          <p:cNvPr id="29" name="Title Placeholder 1"/>
          <p:cNvSpPr>
            <a:spLocks noGrp="1"/>
          </p:cNvSpPr>
          <p:nvPr>
            <p:ph type="title" hasCustomPrompt="1"/>
          </p:nvPr>
        </p:nvSpPr>
        <p:spPr>
          <a:xfrm>
            <a:off x="457201" y="192362"/>
            <a:ext cx="10396483" cy="699433"/>
          </a:xfrm>
          <a:prstGeom prst="rect">
            <a:avLst/>
          </a:prstGeom>
        </p:spPr>
        <p:txBody>
          <a:bodyPr vert="horz" wrap="square" lIns="0" tIns="0" rIns="0" bIns="0" rtlCol="0" anchor="b">
            <a:noAutofit/>
          </a:bodyPr>
          <a:lstStyle>
            <a:lvl1pPr>
              <a:defRPr sz="2933"/>
            </a:lvl1pPr>
          </a:lstStyle>
          <a:p>
            <a:r>
              <a:rPr lang="en-US"/>
              <a:t>Click to add title</a:t>
            </a:r>
          </a:p>
        </p:txBody>
      </p:sp>
      <p:grpSp>
        <p:nvGrpSpPr>
          <p:cNvPr id="30" name="Group 29"/>
          <p:cNvGrpSpPr/>
          <p:nvPr userDrawn="1"/>
        </p:nvGrpSpPr>
        <p:grpSpPr>
          <a:xfrm>
            <a:off x="1" y="6293131"/>
            <a:ext cx="12192000" cy="564868"/>
            <a:chOff x="1" y="4719848"/>
            <a:chExt cx="9144000" cy="423651"/>
          </a:xfrm>
        </p:grpSpPr>
        <p:sp>
          <p:nvSpPr>
            <p:cNvPr id="31" name="Rectangle 30">
              <a:extLst>
                <a:ext uri="{FF2B5EF4-FFF2-40B4-BE49-F238E27FC236}">
                  <a16:creationId xmlns:a16="http://schemas.microsoft.com/office/drawing/2014/main" id="{7869CE8E-457C-2B44-A3C4-2AA4AC6914BD}"/>
                </a:ext>
              </a:extLst>
            </p:cNvPr>
            <p:cNvSpPr/>
            <p:nvPr userDrawn="1"/>
          </p:nvSpPr>
          <p:spPr>
            <a:xfrm>
              <a:off x="1" y="4719848"/>
              <a:ext cx="9144000" cy="423651"/>
            </a:xfrm>
            <a:prstGeom prst="rect">
              <a:avLst/>
            </a:prstGeom>
            <a:solidFill>
              <a:srgbClr val="171717"/>
            </a:solidFill>
            <a:ln w="12700" cap="flat" cmpd="sng" algn="ctr">
              <a:noFill/>
              <a:prstDash val="solid"/>
              <a:miter lim="800000"/>
            </a:ln>
            <a:effectLst/>
          </p:spPr>
          <p:txBody>
            <a:bodyPr rtlCol="0" anchor="ctr"/>
            <a:lstStyle/>
            <a:p>
              <a:pPr algn="ctr" defTabSz="1219110">
                <a:defRPr/>
              </a:pPr>
              <a:endParaRPr lang="en-US" sz="2400" kern="0">
                <a:solidFill>
                  <a:srgbClr val="FFFFFF"/>
                </a:solidFill>
                <a:latin typeface="Arial" panose="020B0604020202020204"/>
              </a:endParaRPr>
            </a:p>
          </p:txBody>
        </p:sp>
        <p:pic>
          <p:nvPicPr>
            <p:cNvPr id="32" name="Graphic 18">
              <a:extLst>
                <a:ext uri="{FF2B5EF4-FFF2-40B4-BE49-F238E27FC236}">
                  <a16:creationId xmlns:a16="http://schemas.microsoft.com/office/drawing/2014/main" id="{E93BCCAD-04B1-844B-A3BA-B5565ADCB219}"/>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l="4687" t="37615" r="4486" b="37322"/>
            <a:stretch/>
          </p:blipFill>
          <p:spPr>
            <a:xfrm>
              <a:off x="7546975" y="4838700"/>
              <a:ext cx="1220282" cy="202034"/>
            </a:xfrm>
            <a:prstGeom prst="rect">
              <a:avLst/>
            </a:prstGeom>
          </p:spPr>
        </p:pic>
      </p:grpSp>
      <p:sp>
        <p:nvSpPr>
          <p:cNvPr id="38" name="Date Placeholder 2"/>
          <p:cNvSpPr>
            <a:spLocks noGrp="1"/>
          </p:cNvSpPr>
          <p:nvPr>
            <p:ph type="dt" sz="half" idx="10"/>
          </p:nvPr>
        </p:nvSpPr>
        <p:spPr>
          <a:xfrm>
            <a:off x="8336281" y="6514011"/>
            <a:ext cx="1482051" cy="123111"/>
          </a:xfrm>
          <a:prstGeom prst="rect">
            <a:avLst/>
          </a:prstGeom>
        </p:spPr>
        <p:txBody>
          <a:bodyPr/>
          <a:lstStyle>
            <a:lvl1pPr>
              <a:defRPr sz="800">
                <a:solidFill>
                  <a:schemeClr val="bg1"/>
                </a:solidFill>
                <a:latin typeface="Calibri Light" panose="020F0302020204030204" pitchFamily="34" charset="0"/>
                <a:ea typeface="+mn-ea"/>
                <a:cs typeface="+mn-cs"/>
                <a:sym typeface="+mn-lt"/>
              </a:defRPr>
            </a:lvl1pPr>
          </a:lstStyle>
          <a:p>
            <a:endParaRPr lang="en-US"/>
          </a:p>
        </p:txBody>
      </p:sp>
      <p:sp>
        <p:nvSpPr>
          <p:cNvPr id="39" name="TextBox 38"/>
          <p:cNvSpPr txBox="1"/>
          <p:nvPr userDrawn="1"/>
        </p:nvSpPr>
        <p:spPr>
          <a:xfrm>
            <a:off x="5888569" y="6514012"/>
            <a:ext cx="414867" cy="123111"/>
          </a:xfrm>
          <a:prstGeom prst="rect">
            <a:avLst/>
          </a:prstGeom>
          <a:noFill/>
        </p:spPr>
        <p:txBody>
          <a:bodyPr wrap="square" lIns="0" tIns="0" rIns="0" bIns="0" rtlCol="0" anchor="b">
            <a:spAutoFit/>
          </a:bodyPr>
          <a:lstStyle/>
          <a:p>
            <a:pPr marL="0" marR="0" indent="0" algn="ctr" defTabSz="609555" rtl="0" eaLnBrk="1" fontAlgn="auto" latinLnBrk="0" hangingPunct="1">
              <a:lnSpc>
                <a:spcPct val="100000"/>
              </a:lnSpc>
              <a:spcBef>
                <a:spcPts val="0"/>
              </a:spcBef>
              <a:spcAft>
                <a:spcPts val="0"/>
              </a:spcAft>
              <a:buClrTx/>
              <a:buSzTx/>
              <a:buFontTx/>
              <a:buNone/>
              <a:tabLst/>
              <a:defRPr/>
            </a:pPr>
            <a:fld id="{DFCF27A5-1A5B-48D3-A060-2758FFBB1ADD}" type="slidenum">
              <a:rPr lang="en-US" sz="800" kern="1200" smtClean="0">
                <a:solidFill>
                  <a:schemeClr val="bg1"/>
                </a:solidFill>
                <a:latin typeface="Calibri Light" panose="020F0302020204030204" pitchFamily="34" charset="0"/>
                <a:ea typeface="+mn-ea"/>
                <a:cs typeface="+mn-cs"/>
                <a:sym typeface="Trebuchet MS" panose="020B0603020202020204" pitchFamily="34" charset="0"/>
              </a:rPr>
              <a:pPr marL="0" marR="0" indent="0" algn="ctr" defTabSz="609555" rtl="0" eaLnBrk="1" fontAlgn="auto" latinLnBrk="0" hangingPunct="1">
                <a:lnSpc>
                  <a:spcPct val="100000"/>
                </a:lnSpc>
                <a:spcBef>
                  <a:spcPts val="0"/>
                </a:spcBef>
                <a:spcAft>
                  <a:spcPts val="0"/>
                </a:spcAft>
                <a:buClrTx/>
                <a:buSzTx/>
                <a:buFontTx/>
                <a:buNone/>
                <a:tabLst/>
                <a:defRPr/>
              </a:pPr>
              <a:t>‹#›</a:t>
            </a:fld>
            <a:endParaRPr lang="en-US" sz="800" kern="1200">
              <a:solidFill>
                <a:schemeClr val="bg1"/>
              </a:solidFill>
              <a:latin typeface="Calibri Light" panose="020F0302020204030204" pitchFamily="34" charset="0"/>
              <a:ea typeface="+mn-ea"/>
              <a:cs typeface="+mn-cs"/>
              <a:sym typeface="Trebuchet MS" panose="020B0603020202020204" pitchFamily="34" charset="0"/>
            </a:endParaRPr>
          </a:p>
        </p:txBody>
      </p:sp>
      <p:sp>
        <p:nvSpPr>
          <p:cNvPr id="40" name="Content Placeholder 2"/>
          <p:cNvSpPr>
            <a:spLocks noGrp="1"/>
          </p:cNvSpPr>
          <p:nvPr>
            <p:ph idx="1"/>
          </p:nvPr>
        </p:nvSpPr>
        <p:spPr>
          <a:xfrm>
            <a:off x="457201" y="1576553"/>
            <a:ext cx="11277603" cy="4351283"/>
          </a:xfrm>
        </p:spPr>
        <p:txBody>
          <a:bodyPr lIns="0" tIns="0" rIns="0" bIns="0"/>
          <a:lstStyle>
            <a:lvl1pPr marL="231632" indent="-231632">
              <a:lnSpc>
                <a:spcPct val="100000"/>
              </a:lnSpc>
              <a:spcBef>
                <a:spcPts val="1000"/>
              </a:spcBef>
              <a:spcAft>
                <a:spcPts val="0"/>
              </a:spcAft>
              <a:buClr>
                <a:schemeClr val="accent6"/>
              </a:buClr>
              <a:buFont typeface="Arial" panose="020B0604020202020204" pitchFamily="34" charset="0"/>
              <a:buChar char="•"/>
              <a:defRPr sz="2133" b="0">
                <a:solidFill>
                  <a:schemeClr val="tx1"/>
                </a:solidFill>
              </a:defRPr>
            </a:lvl1pPr>
            <a:lvl2pPr marL="768039" indent="-219440">
              <a:lnSpc>
                <a:spcPct val="100000"/>
              </a:lnSpc>
              <a:spcBef>
                <a:spcPts val="500"/>
              </a:spcBef>
              <a:spcAft>
                <a:spcPts val="0"/>
              </a:spcAft>
              <a:buClr>
                <a:schemeClr val="tx1"/>
              </a:buClr>
              <a:buFont typeface="Montserrat Light" panose="00000400000000000000" pitchFamily="2" charset="0"/>
              <a:buChar char="–"/>
              <a:defRPr sz="2133" b="0">
                <a:solidFill>
                  <a:schemeClr val="tx1"/>
                </a:solidFill>
              </a:defRPr>
            </a:lvl2pPr>
            <a:lvl3pPr marL="999670" indent="-231632">
              <a:lnSpc>
                <a:spcPct val="100000"/>
              </a:lnSpc>
              <a:spcBef>
                <a:spcPts val="500"/>
              </a:spcBef>
              <a:spcAft>
                <a:spcPts val="0"/>
              </a:spcAft>
              <a:buClr>
                <a:schemeClr val="tx1"/>
              </a:buClr>
              <a:buFont typeface="Wingdings" panose="05000000000000000000" pitchFamily="2" charset="2"/>
              <a:buChar char="§"/>
              <a:defRPr sz="1867" b="0">
                <a:solidFill>
                  <a:schemeClr val="tx1"/>
                </a:solidFill>
              </a:defRPr>
            </a:lvl3pPr>
            <a:lvl4pPr marL="1145962" indent="-256014">
              <a:lnSpc>
                <a:spcPct val="100000"/>
              </a:lnSpc>
              <a:spcBef>
                <a:spcPts val="500"/>
              </a:spcBef>
              <a:spcAft>
                <a:spcPts val="0"/>
              </a:spcAft>
              <a:buClr>
                <a:schemeClr val="tx1"/>
              </a:buClr>
              <a:buFont typeface="Courier New" panose="02070309020205020404" pitchFamily="49" charset="0"/>
              <a:buChar char="o"/>
              <a:defRPr sz="1867" b="0">
                <a:solidFill>
                  <a:schemeClr val="tx1"/>
                </a:solidFill>
              </a:defRPr>
            </a:lvl4pPr>
            <a:lvl5pPr marL="1377594" indent="-219440">
              <a:lnSpc>
                <a:spcPct val="100000"/>
              </a:lnSpc>
              <a:spcBef>
                <a:spcPts val="500"/>
              </a:spcBef>
              <a:spcAft>
                <a:spcPts val="0"/>
              </a:spcAft>
              <a:buClr>
                <a:schemeClr val="tx1"/>
              </a:buClr>
              <a:buFont typeface="Arial" panose="020B0604020202020204" pitchFamily="34" charset="0"/>
              <a:buChar char="•"/>
              <a:defRPr sz="1867" b="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772604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71.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1325405623"/>
              </p:ext>
            </p:extLst>
          </p:nvPr>
        </p:nvGraphicFramePr>
        <p:xfrm>
          <a:off x="1590" y="1590"/>
          <a:ext cx="1588" cy="1588"/>
        </p:xfrm>
        <a:graphic>
          <a:graphicData uri="http://schemas.openxmlformats.org/presentationml/2006/ole">
            <mc:AlternateContent xmlns:mc="http://schemas.openxmlformats.org/markup-compatibility/2006">
              <mc:Choice xmlns:v="urn:schemas-microsoft-com:vml" Requires="v">
                <p:oleObj name="think-cell Slide" r:id="rId8" imgW="413" imgH="416" progId="TCLayout.ActiveDocument.1">
                  <p:embed/>
                </p:oleObj>
              </mc:Choice>
              <mc:Fallback>
                <p:oleObj name="think-cell Slide" r:id="rId8"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9"/>
                      <a:stretch>
                        <a:fillRect/>
                      </a:stretch>
                    </p:blipFill>
                    <p:spPr>
                      <a:xfrm>
                        <a:off x="1590" y="1590"/>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2"/>
            </p:custDataLst>
          </p:nvPr>
        </p:nvSpPr>
        <p:spPr>
          <a:xfrm>
            <a:off x="2" y="2"/>
            <a:ext cx="158751" cy="158751"/>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err="1">
              <a:solidFill>
                <a:schemeClr val="bg1"/>
              </a:solidFill>
              <a:latin typeface="Arial" panose="020B0604020202020204" pitchFamily="34" charset="0"/>
              <a:ea typeface="+mj-ea"/>
              <a:cs typeface="+mj-cs"/>
              <a:sym typeface="Arial" panose="020B0604020202020204" pitchFamily="34"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4736" y="232728"/>
            <a:ext cx="10287000"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03052"/>
            <a:ext cx="10287000" cy="246221"/>
          </a:xfrm>
          <a:prstGeom prst="rect">
            <a:avLst/>
          </a:prstGeom>
        </p:spPr>
        <p:txBody>
          <a:bodyPr vert="horz" wrap="square" lIns="0" tIns="0" rIns="0" bIns="0" rtlCol="0">
            <a:spAutoFit/>
          </a:bodyPr>
          <a:lstStyle>
            <a:lvl1pPr>
              <a:defRPr lang="en-US" sz="1600"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5933252" y="6498756"/>
            <a:ext cx="325501" cy="138499"/>
          </a:xfrm>
          <a:prstGeom prst="rect">
            <a:avLst/>
          </a:prstGeom>
          <a:noFill/>
          <a:ln w="9525" algn="ctr">
            <a:noFill/>
            <a:miter lim="800000"/>
            <a:headEnd/>
            <a:tailEnd/>
          </a:ln>
          <a:effectLst/>
        </p:spPr>
        <p:txBody>
          <a:bodyPr wrap="square" lIns="0" tIns="0" rIns="0" bIns="0" anchor="b">
            <a:spAutoFit/>
          </a:bodyPr>
          <a:lstStyle/>
          <a:p>
            <a:pPr algn="ctr" defTabSz="610714"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ctr" defTabSz="610714"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12" name="5. Source" hidden="1">
            <a:extLst>
              <a:ext uri="{FF2B5EF4-FFF2-40B4-BE49-F238E27FC236}">
                <a16:creationId xmlns:a16="http://schemas.microsoft.com/office/drawing/2014/main" id="{B775EC72-DF08-4044-A10D-D71F98FE4E5E}"/>
              </a:ext>
            </a:extLst>
          </p:cNvPr>
          <p:cNvSpPr txBox="1"/>
          <p:nvPr userDrawn="1">
            <p:custDataLst>
              <p:tags r:id="rId6"/>
            </p:custDataLst>
          </p:nvPr>
        </p:nvSpPr>
        <p:spPr>
          <a:xfrm>
            <a:off x="554738" y="6498757"/>
            <a:ext cx="4295076"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spcBef>
                <a:spcPts val="0"/>
              </a:spcBef>
              <a:spcAft>
                <a:spcPts val="0"/>
              </a:spcAft>
            </a:pPr>
            <a:r>
              <a:rPr lang="en-US" sz="800"/>
              <a:t>Source: …</a:t>
            </a:r>
          </a:p>
        </p:txBody>
      </p:sp>
    </p:spTree>
    <p:extLst>
      <p:ext uri="{BB962C8B-B14F-4D97-AF65-F5344CB8AC3E}">
        <p14:creationId xmlns:p14="http://schemas.microsoft.com/office/powerpoint/2010/main" val="3424637357"/>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020731370"/>
      </p:ext>
    </p:extLst>
  </p:cSld>
  <p:clrMapOvr>
    <a:masterClrMapping/>
  </p:clrMapOvr>
  <p:extLst>
    <p:ext uri="{DCECCB84-F9BA-43D5-87BE-67443E8EF086}">
      <p15:sldGuideLst xmlns:p15="http://schemas.microsoft.com/office/powerpoint/2012/main"/>
    </p:ext>
  </p:extLst>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46D0E068-107B-47D9-A7EB-87F75C8B477A}"/>
              </a:ext>
            </a:extLst>
          </p:cNvPr>
          <p:cNvSpPr>
            <a:spLocks noGrp="1"/>
          </p:cNvSpPr>
          <p:nvPr>
            <p:ph type="dt" sz="half" idx="10"/>
          </p:nvPr>
        </p:nvSpPr>
        <p:spPr/>
        <p:txBody>
          <a:bodyPr/>
          <a:lstStyle/>
          <a:p>
            <a:pPr defTabSz="609570">
              <a:defRPr/>
            </a:pPr>
            <a:endParaRPr lang="en-US">
              <a:solidFill>
                <a:srgbClr val="171717">
                  <a:tint val="75000"/>
                </a:srgbClr>
              </a:solidFill>
            </a:endParaRPr>
          </a:p>
        </p:txBody>
      </p:sp>
      <p:sp>
        <p:nvSpPr>
          <p:cNvPr id="6" name="Slide Number Placeholder 5">
            <a:extLst>
              <a:ext uri="{FF2B5EF4-FFF2-40B4-BE49-F238E27FC236}">
                <a16:creationId xmlns:a16="http://schemas.microsoft.com/office/drawing/2014/main" id="{919AEA39-5E22-46D3-91BD-460976401ABC}"/>
              </a:ext>
            </a:extLst>
          </p:cNvPr>
          <p:cNvSpPr>
            <a:spLocks noGrp="1"/>
          </p:cNvSpPr>
          <p:nvPr>
            <p:ph type="sldNum" sz="quarter" idx="12"/>
          </p:nvPr>
        </p:nvSpPr>
        <p:spPr/>
        <p:txBody>
          <a:bodyPr/>
          <a:lstStyle/>
          <a:p>
            <a:pPr defTabSz="609570">
              <a:defRPr/>
            </a:pPr>
            <a:fld id="{7D18A8FE-DFC8-4843-AEF2-DE4DB0CF7D65}" type="slidenum">
              <a:rPr lang="en-US" smtClean="0">
                <a:solidFill>
                  <a:srgbClr val="171717">
                    <a:tint val="75000"/>
                  </a:srgbClr>
                </a:solidFill>
              </a:rPr>
              <a:pPr defTabSz="609570">
                <a:defRPr/>
              </a:pPr>
              <a:t>‹#›</a:t>
            </a:fld>
            <a:endParaRPr lang="en-US">
              <a:solidFill>
                <a:srgbClr val="171717">
                  <a:tint val="75000"/>
                </a:srgbClr>
              </a:solidFill>
            </a:endParaRPr>
          </a:p>
        </p:txBody>
      </p:sp>
      <p:sp>
        <p:nvSpPr>
          <p:cNvPr id="12" name="Slide Number Placeholder 5">
            <a:extLst>
              <a:ext uri="{FF2B5EF4-FFF2-40B4-BE49-F238E27FC236}">
                <a16:creationId xmlns:a16="http://schemas.microsoft.com/office/drawing/2014/main" id="{C2CC0855-9B07-490F-A215-5370D2F4E255}"/>
              </a:ext>
            </a:extLst>
          </p:cNvPr>
          <p:cNvSpPr txBox="1">
            <a:spLocks/>
          </p:cNvSpPr>
          <p:nvPr userDrawn="1"/>
        </p:nvSpPr>
        <p:spPr>
          <a:xfrm>
            <a:off x="5869051" y="6677398"/>
            <a:ext cx="419556" cy="192361"/>
          </a:xfrm>
          <a:prstGeom prst="rect">
            <a:avLst/>
          </a:prstGeom>
        </p:spPr>
        <p:txBody>
          <a:bodyPr vert="horz" lIns="121920" tIns="60960" rIns="121920" bIns="60960" rtlCol="0" anchor="ctr"/>
          <a:lstStyle>
            <a:defPPr>
              <a:defRPr lang="en-US"/>
            </a:defPPr>
            <a:lvl1pPr marL="0" algn="ctr" defTabSz="457200" rtl="0" eaLnBrk="1" latinLnBrk="0" hangingPunct="1">
              <a:defRPr sz="600" kern="1200">
                <a:solidFill>
                  <a:schemeClr val="tx2"/>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609570" rtl="0" eaLnBrk="1" fontAlgn="auto" latinLnBrk="0" hangingPunct="1">
              <a:lnSpc>
                <a:spcPct val="100000"/>
              </a:lnSpc>
              <a:spcBef>
                <a:spcPts val="0"/>
              </a:spcBef>
              <a:spcAft>
                <a:spcPts val="0"/>
              </a:spcAft>
              <a:buClrTx/>
              <a:buSzTx/>
              <a:buFont typeface="+mj-lt"/>
              <a:buNone/>
              <a:tabLst/>
              <a:defRPr/>
            </a:pPr>
            <a:fld id="{7D18A8FE-DFC8-4843-AEF2-DE4DB0CF7D65}" type="slidenum">
              <a:rPr kumimoji="0" lang="en-US" sz="800" b="0" i="0" u="none" strike="noStrike" kern="1200" cap="none" spc="0" normalizeH="0" baseline="0" noProof="0" smtClean="0">
                <a:ln>
                  <a:noFill/>
                </a:ln>
                <a:solidFill>
                  <a:srgbClr val="171717"/>
                </a:solidFill>
                <a:effectLst/>
                <a:uLnTx/>
                <a:uFillTx/>
                <a:latin typeface="Arial" panose="020B0604020202020204"/>
                <a:ea typeface="+mn-ea"/>
                <a:cs typeface="+mn-cs"/>
              </a:rPr>
              <a:pPr marL="0" marR="0" lvl="0" indent="0" algn="ctr" defTabSz="609570" rtl="0" eaLnBrk="1" fontAlgn="auto" latinLnBrk="0" hangingPunct="1">
                <a:lnSpc>
                  <a:spcPct val="100000"/>
                </a:lnSpc>
                <a:spcBef>
                  <a:spcPts val="0"/>
                </a:spcBef>
                <a:spcAft>
                  <a:spcPts val="0"/>
                </a:spcAft>
                <a:buClrTx/>
                <a:buSzTx/>
                <a:buFont typeface="+mj-lt"/>
                <a:buNone/>
                <a:tabLst/>
                <a:defRPr/>
              </a:pPr>
              <a:t>‹#›</a:t>
            </a:fld>
            <a:endParaRPr kumimoji="0" lang="en-US" sz="800" b="0" i="0" u="none" strike="noStrike" kern="1200" cap="none" spc="0" normalizeH="0" baseline="0" noProof="0">
              <a:ln>
                <a:noFill/>
              </a:ln>
              <a:solidFill>
                <a:srgbClr val="171717"/>
              </a:solidFill>
              <a:effectLst/>
              <a:uLnTx/>
              <a:uFillTx/>
              <a:latin typeface="Arial" panose="020B0604020202020204"/>
              <a:ea typeface="+mn-ea"/>
              <a:cs typeface="+mn-cs"/>
            </a:endParaRPr>
          </a:p>
        </p:txBody>
      </p:sp>
    </p:spTree>
    <p:extLst>
      <p:ext uri="{BB962C8B-B14F-4D97-AF65-F5344CB8AC3E}">
        <p14:creationId xmlns:p14="http://schemas.microsoft.com/office/powerpoint/2010/main" val="3540415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4.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E2EAE-13C5-4DA1-A405-2971755C5CC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D96B9A-B117-4765-9F18-34E9A4DDFEE8}"/>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16573B31-A726-437E-B7A5-1C0031D86CB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22F4E7-1961-47FB-9B3E-B3A9528B9782}"/>
              </a:ext>
            </a:extLst>
          </p:cNvPr>
          <p:cNvSpPr>
            <a:spLocks noGrp="1"/>
          </p:cNvSpPr>
          <p:nvPr>
            <p:ph type="sldNum" sz="quarter" idx="12"/>
          </p:nvPr>
        </p:nvSpPr>
        <p:spPr/>
        <p:txBody>
          <a:bodyPr/>
          <a:lstStyle/>
          <a:p>
            <a:fld id="{BB6ED9C7-1994-4284-ADA6-9FD3A0A890A5}" type="slidenum">
              <a:rPr lang="en-US" smtClean="0"/>
              <a:t>‹#›</a:t>
            </a:fld>
            <a:endParaRPr lang="en-US"/>
          </a:p>
        </p:txBody>
      </p:sp>
    </p:spTree>
    <p:extLst>
      <p:ext uri="{BB962C8B-B14F-4D97-AF65-F5344CB8AC3E}">
        <p14:creationId xmlns:p14="http://schemas.microsoft.com/office/powerpoint/2010/main" val="54302816"/>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10" name="Freeform 31">
            <a:extLst>
              <a:ext uri="{FF2B5EF4-FFF2-40B4-BE49-F238E27FC236}">
                <a16:creationId xmlns:a16="http://schemas.microsoft.com/office/drawing/2014/main" id="{F1A14EAF-63BC-40EC-988D-285239833860}"/>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4" cstate="screen">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Date Placeholder 8">
            <a:extLst>
              <a:ext uri="{FF2B5EF4-FFF2-40B4-BE49-F238E27FC236}">
                <a16:creationId xmlns:a16="http://schemas.microsoft.com/office/drawing/2014/main" id="{177EA1DE-E84A-4B2D-BC72-1B70F05294FE}"/>
              </a:ext>
            </a:extLst>
          </p:cNvPr>
          <p:cNvSpPr>
            <a:spLocks noGrp="1"/>
          </p:cNvSpPr>
          <p:nvPr>
            <p:ph type="dt" sz="half" idx="10"/>
          </p:nvPr>
        </p:nvSpPr>
        <p:spPr/>
        <p:txBody>
          <a:bodyPr/>
          <a:lstStyle/>
          <a:p>
            <a:endParaRPr lang="en-US"/>
          </a:p>
        </p:txBody>
      </p:sp>
      <p:sp>
        <p:nvSpPr>
          <p:cNvPr id="12" name="Footer Placeholder 11">
            <a:extLst>
              <a:ext uri="{FF2B5EF4-FFF2-40B4-BE49-F238E27FC236}">
                <a16:creationId xmlns:a16="http://schemas.microsoft.com/office/drawing/2014/main" id="{A741F0EE-B888-458F-B1B7-57EF2DCF26B6}"/>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0909059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1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274B4E5A-8641-4161-AD10-B856A2255B4A}"/>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B85FC9E9-2041-4EE9-9DEA-7AE33A6E7462}"/>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31719255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F7587F9E-0514-400F-A1DF-967B3512BFE7}"/>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6EAAFFC3-7983-47C3-89A0-9BD37DB9C94C}"/>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28621678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A1C2621B-A2CC-4381-A364-E65EE07136B3}"/>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B07EDB87-1860-4BCE-AA7A-997BB790E94A}"/>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392660306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06DB3FC5-7125-443E-8684-485123CFC8AF}"/>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7E34032A-52DA-4200-961E-4E476BAAF146}"/>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42574315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D220CA4F-59AE-442D-9572-EA77CAEB422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5BFAC733-674A-4117-A7EB-D4D0C65E91B0}"/>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15145244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406D4BD6-EF05-41D5-993A-5A6F847DEF7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7C97F6E-0540-4B39-922C-61DAA1A118CE}"/>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9116414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CCC0A504-44BF-40D1-883F-CE8B8C11F765}"/>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1C095611-268B-456B-ADDB-8A98029E792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821370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34A6204E-EC41-4962-A5D8-0C40DD4DBB31}"/>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01ECAAE4-6CFA-415B-99B1-74C3CB3A9572}"/>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75670948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81FBC310-C87D-4F80-A360-BDAAF1CAC1AE}"/>
              </a:ext>
            </a:extLst>
          </p:cNvPr>
          <p:cNvSpPr>
            <a:spLocks noGrp="1"/>
          </p:cNvSpPr>
          <p:nvPr>
            <p:ph type="dt" sz="half" idx="15"/>
          </p:nvPr>
        </p:nvSpPr>
        <p:spPr/>
        <p:txBody>
          <a:bodyPr/>
          <a:lstStyle/>
          <a:p>
            <a:endParaRPr lang="en-US"/>
          </a:p>
        </p:txBody>
      </p:sp>
      <p:sp>
        <p:nvSpPr>
          <p:cNvPr id="5" name="Footer Placeholder 4">
            <a:extLst>
              <a:ext uri="{FF2B5EF4-FFF2-40B4-BE49-F238E27FC236}">
                <a16:creationId xmlns:a16="http://schemas.microsoft.com/office/drawing/2014/main" id="{C69D0690-7709-4E23-8982-77A49CFFC75E}"/>
              </a:ext>
            </a:extLst>
          </p:cNvPr>
          <p:cNvSpPr>
            <a:spLocks noGrp="1"/>
          </p:cNvSpPr>
          <p:nvPr>
            <p:ph type="ftr" sz="quarter" idx="16"/>
          </p:nvPr>
        </p:nvSpPr>
        <p:spPr/>
        <p:txBody>
          <a:bodyPr/>
          <a:lstStyle/>
          <a:p>
            <a:endParaRPr lang="en-US"/>
          </a:p>
        </p:txBody>
      </p:sp>
    </p:spTree>
    <p:extLst>
      <p:ext uri="{BB962C8B-B14F-4D97-AF65-F5344CB8AC3E}">
        <p14:creationId xmlns:p14="http://schemas.microsoft.com/office/powerpoint/2010/main" val="223103924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3" name="Date Placeholder 2">
            <a:extLst>
              <a:ext uri="{FF2B5EF4-FFF2-40B4-BE49-F238E27FC236}">
                <a16:creationId xmlns:a16="http://schemas.microsoft.com/office/drawing/2014/main" id="{DCBAC311-172D-408D-BDF9-792AC2905B9D}"/>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7836081C-8134-4BD1-BF16-D324F8322D1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11013015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2" name="Date Placeholder 1">
            <a:extLst>
              <a:ext uri="{FF2B5EF4-FFF2-40B4-BE49-F238E27FC236}">
                <a16:creationId xmlns:a16="http://schemas.microsoft.com/office/drawing/2014/main" id="{DC2333AA-2BAB-4126-82DF-3DF1E29A94F7}"/>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68AD5FEE-B5AD-402B-B2E9-2F6B9E43672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1094849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2" name="Date Placeholder 1">
            <a:extLst>
              <a:ext uri="{FF2B5EF4-FFF2-40B4-BE49-F238E27FC236}">
                <a16:creationId xmlns:a16="http://schemas.microsoft.com/office/drawing/2014/main" id="{7C140565-1318-4AE0-9E36-90F3229F0731}"/>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A44EA94C-4620-4E7A-8BEE-7031E06E8070}"/>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234258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10" name="Freeform 31">
            <a:extLst>
              <a:ext uri="{FF2B5EF4-FFF2-40B4-BE49-F238E27FC236}">
                <a16:creationId xmlns:a16="http://schemas.microsoft.com/office/drawing/2014/main" id="{F1A14EAF-63BC-40EC-988D-285239833860}"/>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4" cstate="screen">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01326834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2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204890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1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545005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1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891526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1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97609936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8983198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1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778193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1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6254137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1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3844117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1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35560816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2413081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1_Blank w/footer">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2738934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1_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98366934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01.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Content Placeholder 2"/>
          <p:cNvSpPr>
            <a:spLocks noGrp="1"/>
          </p:cNvSpPr>
          <p:nvPr>
            <p:ph idx="1"/>
          </p:nvPr>
        </p:nvSpPr>
        <p:spPr>
          <a:xfrm>
            <a:off x="457200"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2"/>
          <p:cNvSpPr>
            <a:spLocks noGrp="1"/>
          </p:cNvSpPr>
          <p:nvPr>
            <p:ph idx="10"/>
          </p:nvPr>
        </p:nvSpPr>
        <p:spPr>
          <a:xfrm>
            <a:off x="6214059"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p:cNvSpPr>
            <a:spLocks noGrp="1"/>
          </p:cNvSpPr>
          <p:nvPr>
            <p:ph idx="12"/>
          </p:nvPr>
        </p:nvSpPr>
        <p:spPr>
          <a:xfrm>
            <a:off x="457200"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p:cNvSpPr>
            <a:spLocks noGrp="1"/>
          </p:cNvSpPr>
          <p:nvPr>
            <p:ph idx="13"/>
          </p:nvPr>
        </p:nvSpPr>
        <p:spPr>
          <a:xfrm>
            <a:off x="6214059"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Graphic 2">
            <a:extLst>
              <a:ext uri="{FF2B5EF4-FFF2-40B4-BE49-F238E27FC236}">
                <a16:creationId xmlns:a16="http://schemas.microsoft.com/office/drawing/2014/main" id="{B1FF74B4-650E-1DF9-6792-7401B206AFE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29734088"/>
      </p:ext>
    </p:extLst>
  </p:cSld>
  <p:clrMapOvr>
    <a:masterClrMapping/>
  </p:clrMapOvr>
  <p:extLst>
    <p:ext uri="{DCECCB84-F9BA-43D5-87BE-67443E8EF086}">
      <p15:sldGuideLst xmlns:p15="http://schemas.microsoft.com/office/powerpoint/2012/main"/>
    </p:ext>
  </p:extLst>
</p:sldLayout>
</file>

<file path=ppt/slideLayouts/slideLayout202.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31E2A-71F5-314A-8195-1C12263FADA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5E581B18-65FC-804C-9048-FBB6E446B7A0}"/>
              </a:ext>
            </a:extLst>
          </p:cNvPr>
          <p:cNvSpPr>
            <a:spLocks noGrp="1"/>
          </p:cNvSpPr>
          <p:nvPr>
            <p:ph sz="half" idx="1"/>
          </p:nvPr>
        </p:nvSpPr>
        <p:spPr>
          <a:xfrm>
            <a:off x="838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3706A9-D9EF-704C-8407-0A4E83A25B1D}"/>
              </a:ext>
            </a:extLst>
          </p:cNvPr>
          <p:cNvSpPr>
            <a:spLocks noGrp="1"/>
          </p:cNvSpPr>
          <p:nvPr>
            <p:ph sz="half" idx="2"/>
          </p:nvPr>
        </p:nvSpPr>
        <p:spPr>
          <a:xfrm>
            <a:off x="6172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44880770"/>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66992849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3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535971"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1652B725-837C-3E50-9417-CA3B860F72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7757691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10280"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C88EA027-8362-358A-10CE-32F6F5F08CD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0255043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369627"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CEF64109-CB6D-527B-A2B6-3BC78FBE0F8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313730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642808"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77DBC896-C298-998A-3389-17EF67379BB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7445093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16565"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A858F422-8C5D-3295-FB0C-8A42C047D67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534833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2" y="192361"/>
            <a:ext cx="8573679"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1A515063-0A6D-542A-5CAF-7DEAE6C042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2596974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479411"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E253508A-1B36-6B96-D6B2-2999D8F6253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522610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60557"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BC9CEDA8-E21F-B7C9-2C54-C26E1A4E208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126705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51325"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921935"/>
            <a:ext cx="8451325"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4" name="Graphic 3">
            <a:extLst>
              <a:ext uri="{FF2B5EF4-FFF2-40B4-BE49-F238E27FC236}">
                <a16:creationId xmlns:a16="http://schemas.microsoft.com/office/drawing/2014/main" id="{5F63B67D-C08A-41E5-7BC3-199B481110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7761115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202891"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3" name="Graphic 2">
            <a:extLst>
              <a:ext uri="{FF2B5EF4-FFF2-40B4-BE49-F238E27FC236}">
                <a16:creationId xmlns:a16="http://schemas.microsoft.com/office/drawing/2014/main" id="{09A8DB4B-60FB-9B41-DB0A-8A90E30755C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46891760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2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2" name="Graphic 1">
            <a:extLst>
              <a:ext uri="{FF2B5EF4-FFF2-40B4-BE49-F238E27FC236}">
                <a16:creationId xmlns:a16="http://schemas.microsoft.com/office/drawing/2014/main" id="{C04F6A2B-A520-476A-FC0C-C85CC62535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83757503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2_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2" name="Graphic 1">
            <a:extLst>
              <a:ext uri="{FF2B5EF4-FFF2-40B4-BE49-F238E27FC236}">
                <a16:creationId xmlns:a16="http://schemas.microsoft.com/office/drawing/2014/main" id="{3F0255F9-471F-75D3-F528-B6177452B91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4587357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2_Content">
    <p:spTree>
      <p:nvGrpSpPr>
        <p:cNvPr id="1" name=""/>
        <p:cNvGrpSpPr/>
        <p:nvPr/>
      </p:nvGrpSpPr>
      <p:grpSpPr>
        <a:xfrm>
          <a:off x="0" y="0"/>
          <a:ext cx="0" cy="0"/>
          <a:chOff x="0" y="0"/>
          <a:chExt cx="0" cy="0"/>
        </a:xfrm>
      </p:grpSpPr>
      <p:sp>
        <p:nvSpPr>
          <p:cNvPr id="4" name="Content Placeholder 11"/>
          <p:cNvSpPr>
            <a:spLocks noGrp="1"/>
          </p:cNvSpPr>
          <p:nvPr>
            <p:ph sz="quarter" idx="14"/>
          </p:nvPr>
        </p:nvSpPr>
        <p:spPr>
          <a:xfrm>
            <a:off x="609603" y="1128891"/>
            <a:ext cx="10972799" cy="1554272"/>
          </a:xfrm>
          <a:prstGeom prst="rect">
            <a:avLst/>
          </a:prstGeom>
        </p:spPr>
        <p:txBody>
          <a:bodyPr lIns="0" tIns="0" rIns="0" bIns="0"/>
          <a:lstStyle>
            <a:lvl1pPr marL="182870" indent="-182870">
              <a:lnSpc>
                <a:spcPct val="100000"/>
              </a:lnSpc>
              <a:spcBef>
                <a:spcPts val="400"/>
              </a:spcBef>
              <a:defRPr sz="1800">
                <a:solidFill>
                  <a:schemeClr val="tx1"/>
                </a:solidFill>
              </a:defRPr>
            </a:lvl1pPr>
            <a:lvl2pPr marL="365742" indent="-182870">
              <a:lnSpc>
                <a:spcPct val="100000"/>
              </a:lnSpc>
              <a:spcBef>
                <a:spcPts val="400"/>
              </a:spcBef>
              <a:buFont typeface="Liberation Sans" panose="020B0604020202020204" pitchFamily="34" charset="0"/>
              <a:buChar char="–"/>
              <a:defRPr sz="1600">
                <a:solidFill>
                  <a:schemeClr val="tx1"/>
                </a:solidFill>
              </a:defRPr>
            </a:lvl2pPr>
            <a:lvl3pPr marL="548613" indent="-182870">
              <a:lnSpc>
                <a:spcPct val="100000"/>
              </a:lnSpc>
              <a:spcBef>
                <a:spcPts val="400"/>
              </a:spcBef>
              <a:buFont typeface="Courier New" panose="02070309020205020404" pitchFamily="49" charset="0"/>
              <a:buChar char="o"/>
              <a:defRPr sz="1400">
                <a:solidFill>
                  <a:schemeClr val="tx1"/>
                </a:solidFill>
              </a:defRPr>
            </a:lvl3pPr>
            <a:lvl4pPr marL="731484" indent="-182870">
              <a:lnSpc>
                <a:spcPct val="100000"/>
              </a:lnSpc>
              <a:spcBef>
                <a:spcPts val="400"/>
              </a:spcBef>
              <a:buFont typeface="Wingdings" panose="05000000000000000000" pitchFamily="2" charset="2"/>
              <a:buChar char="§"/>
              <a:defRPr sz="1200">
                <a:solidFill>
                  <a:schemeClr val="tx1"/>
                </a:solidFill>
              </a:defRPr>
            </a:lvl4pPr>
            <a:lvl5pPr marL="914354" indent="-182870">
              <a:lnSpc>
                <a:spcPct val="100000"/>
              </a:lnSpc>
              <a:spcBef>
                <a:spcPts val="400"/>
              </a:spcBef>
              <a:buFont typeface="Wingdings" panose="05000000000000000000" pitchFamily="2" charset="2"/>
              <a:buChar char="v"/>
              <a:defRPr sz="11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itle 2"/>
          <p:cNvSpPr>
            <a:spLocks noGrp="1"/>
          </p:cNvSpPr>
          <p:nvPr>
            <p:ph type="title"/>
          </p:nvPr>
        </p:nvSpPr>
        <p:spPr/>
        <p:txBody>
          <a:bodyPr/>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2744795418"/>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7475FFD4-40DC-2340-9879-BB937094514D}"/>
              </a:ext>
            </a:extLst>
          </p:cNvPr>
          <p:cNvSpPr>
            <a:spLocks/>
          </p:cNvSpPr>
          <p:nvPr userDrawn="1"/>
        </p:nvSpPr>
        <p:spPr>
          <a:xfrm>
            <a:off x="4686531" y="8875"/>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4818843"/>
            <a:ext cx="9160412" cy="641701"/>
          </a:xfrm>
        </p:spPr>
        <p:txBody>
          <a:bodyPr lIns="0" tIns="0" rIns="0" bIns="0"/>
          <a:lstStyle>
            <a:lvl1pPr marL="0" indent="0" algn="l">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pic>
        <p:nvPicPr>
          <p:cNvPr id="12" name="Graphic 11">
            <a:extLst>
              <a:ext uri="{FF2B5EF4-FFF2-40B4-BE49-F238E27FC236}">
                <a16:creationId xmlns:a16="http://schemas.microsoft.com/office/drawing/2014/main" id="{1FE1D59E-B23B-EB40-95E5-ED140B58937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4569359" y="6159979"/>
            <a:ext cx="3070917" cy="508431"/>
          </a:xfrm>
          <a:prstGeom prst="rect">
            <a:avLst/>
          </a:prstGeom>
        </p:spPr>
      </p:pic>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p:spPr>
        <p:txBody>
          <a:bodyPr lIns="0" tIns="0" rIns="0" bIns="0" anchor="b"/>
          <a:lstStyle>
            <a:lvl1pPr algn="l">
              <a:defRPr sz="4267"/>
            </a:lvl1pPr>
          </a:lstStyle>
          <a:p>
            <a:r>
              <a:rPr lang="en-US"/>
              <a:t>Click to edit Master title style</a:t>
            </a:r>
          </a:p>
        </p:txBody>
      </p:sp>
    </p:spTree>
    <p:extLst>
      <p:ext uri="{BB962C8B-B14F-4D97-AF65-F5344CB8AC3E}">
        <p14:creationId xmlns:p14="http://schemas.microsoft.com/office/powerpoint/2010/main" val="101041951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8.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293130"/>
            <a:ext cx="414867" cy="564871"/>
          </a:xfrm>
        </p:spPr>
        <p:txBody>
          <a:bodyPr/>
          <a:lstStyle>
            <a:lvl1pPr algn="ctr">
              <a:defRPr sz="800">
                <a:solidFill>
                  <a:schemeClr val="tx1"/>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8324AB91-2D33-CDCF-ADEE-A4EE075DB57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33011256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pic>
        <p:nvPicPr>
          <p:cNvPr id="21" name="Graphic 20">
            <a:extLst>
              <a:ext uri="{FF2B5EF4-FFF2-40B4-BE49-F238E27FC236}">
                <a16:creationId xmlns:a16="http://schemas.microsoft.com/office/drawing/2014/main" id="{E1AFEA42-3EE1-094B-87A5-A1149CFA17D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9" name="Freeform 18">
            <a:extLst>
              <a:ext uri="{FF2B5EF4-FFF2-40B4-BE49-F238E27FC236}">
                <a16:creationId xmlns:a16="http://schemas.microsoft.com/office/drawing/2014/main" id="{80C5F9C2-BCC4-4F46-B53F-F73C108C9E1F}"/>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5302165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7" y="6293130"/>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6820399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2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0" name="Rectangle 19">
            <a:extLst>
              <a:ext uri="{FF2B5EF4-FFF2-40B4-BE49-F238E27FC236}">
                <a16:creationId xmlns:a16="http://schemas.microsoft.com/office/drawing/2014/main" id="{3FEA7481-30F1-CC4D-A84F-2128B87986F5}"/>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1" name="Graphic 20">
            <a:extLst>
              <a:ext uri="{FF2B5EF4-FFF2-40B4-BE49-F238E27FC236}">
                <a16:creationId xmlns:a16="http://schemas.microsoft.com/office/drawing/2014/main" id="{E1AFEA42-3EE1-094B-87A5-A1149CFA17D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9" name="Freeform 18">
            <a:extLst>
              <a:ext uri="{FF2B5EF4-FFF2-40B4-BE49-F238E27FC236}">
                <a16:creationId xmlns:a16="http://schemas.microsoft.com/office/drawing/2014/main" id="{80C5F9C2-BCC4-4F46-B53F-F73C108C9E1F}"/>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bjClassifierImageBottom">
            <a:extLst>
              <a:ext uri="{FF2B5EF4-FFF2-40B4-BE49-F238E27FC236}">
                <a16:creationId xmlns:a16="http://schemas.microsoft.com/office/drawing/2014/main" id="{1D8990EA-8C96-4A40-B1FD-742FC607ADCA}"/>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31337670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2_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9" name="Group 8">
            <a:extLst>
              <a:ext uri="{FF2B5EF4-FFF2-40B4-BE49-F238E27FC236}">
                <a16:creationId xmlns:a16="http://schemas.microsoft.com/office/drawing/2014/main" id="{235E8CC7-D4EC-D441-8699-AB07804E984E}"/>
              </a:ext>
            </a:extLst>
          </p:cNvPr>
          <p:cNvGrpSpPr/>
          <p:nvPr userDrawn="1"/>
        </p:nvGrpSpPr>
        <p:grpSpPr>
          <a:xfrm>
            <a:off x="418835" y="6436346"/>
            <a:ext cx="1155965" cy="299525"/>
            <a:chOff x="326826" y="4827265"/>
            <a:chExt cx="866974" cy="224644"/>
          </a:xfrm>
        </p:grpSpPr>
        <p:grpSp>
          <p:nvGrpSpPr>
            <p:cNvPr id="10" name="Group 9">
              <a:extLst>
                <a:ext uri="{FF2B5EF4-FFF2-40B4-BE49-F238E27FC236}">
                  <a16:creationId xmlns:a16="http://schemas.microsoft.com/office/drawing/2014/main" id="{206DCB4D-AC9D-1A4B-A216-E63CF093D9C7}"/>
                </a:ext>
              </a:extLst>
            </p:cNvPr>
            <p:cNvGrpSpPr/>
            <p:nvPr userDrawn="1"/>
          </p:nvGrpSpPr>
          <p:grpSpPr>
            <a:xfrm>
              <a:off x="326826" y="4827265"/>
              <a:ext cx="241691" cy="224644"/>
              <a:chOff x="387151" y="4122415"/>
              <a:chExt cx="241691" cy="224644"/>
            </a:xfrm>
          </p:grpSpPr>
          <p:sp>
            <p:nvSpPr>
              <p:cNvPr id="12" name="Triangle 11">
                <a:extLst>
                  <a:ext uri="{FF2B5EF4-FFF2-40B4-BE49-F238E27FC236}">
                    <a16:creationId xmlns:a16="http://schemas.microsoft.com/office/drawing/2014/main" id="{753E3630-3FBE-6E4C-8743-7FC846DE057D}"/>
                  </a:ext>
                </a:extLst>
              </p:cNvPr>
              <p:cNvSpPr/>
              <p:nvPr userDrawn="1"/>
            </p:nvSpPr>
            <p:spPr>
              <a:xfrm>
                <a:off x="415727" y="4122415"/>
                <a:ext cx="203591" cy="215444"/>
              </a:xfrm>
              <a:prstGeom prs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3" name="TextBox 12">
                <a:extLst>
                  <a:ext uri="{FF2B5EF4-FFF2-40B4-BE49-F238E27FC236}">
                    <a16:creationId xmlns:a16="http://schemas.microsoft.com/office/drawing/2014/main" id="{1CEAEB9D-7ED7-2B40-9B9C-B5B10400E564}"/>
                  </a:ext>
                </a:extLst>
              </p:cNvPr>
              <p:cNvSpPr txBox="1"/>
              <p:nvPr userDrawn="1"/>
            </p:nvSpPr>
            <p:spPr>
              <a:xfrm>
                <a:off x="387151" y="4154650"/>
                <a:ext cx="241691" cy="192409"/>
              </a:xfrm>
              <a:prstGeom prst="rect">
                <a:avLst/>
              </a:prstGeom>
              <a:noFill/>
            </p:spPr>
            <p:txBody>
              <a:bodyPr wrap="square" rtlCol="0">
                <a:spAutoFit/>
              </a:bodyPr>
              <a:lstStyle/>
              <a:p>
                <a:pPr marL="0" marR="0" lvl="0" indent="0" algn="l" defTabSz="609585" rtl="0" eaLnBrk="1" fontAlgn="auto" latinLnBrk="0" hangingPunct="1">
                  <a:lnSpc>
                    <a:spcPct val="100000"/>
                  </a:lnSpc>
                  <a:spcBef>
                    <a:spcPts val="0"/>
                  </a:spcBef>
                  <a:spcAft>
                    <a:spcPts val="0"/>
                  </a:spcAft>
                  <a:buClrTx/>
                  <a:buSzTx/>
                  <a:buFontTx/>
                  <a:buNone/>
                  <a:tabLst/>
                  <a:defRPr/>
                </a:pPr>
                <a:r>
                  <a:rPr lang="en-US" sz="1067" b="1" i="0">
                    <a:latin typeface="Arial Black" panose="020B0604020202020204" pitchFamily="34" charset="0"/>
                    <a:cs typeface="Arial Black" panose="020B0604020202020204" pitchFamily="34" charset="0"/>
                  </a:rPr>
                  <a:t>C</a:t>
                </a:r>
                <a:endParaRPr lang="en-US" sz="2400"/>
              </a:p>
            </p:txBody>
          </p:sp>
        </p:grpSp>
        <p:sp>
          <p:nvSpPr>
            <p:cNvPr id="11" name="TextBox 10">
              <a:extLst>
                <a:ext uri="{FF2B5EF4-FFF2-40B4-BE49-F238E27FC236}">
                  <a16:creationId xmlns:a16="http://schemas.microsoft.com/office/drawing/2014/main" id="{C3B01DB8-B751-024D-89C1-60E454AEDC32}"/>
                </a:ext>
              </a:extLst>
            </p:cNvPr>
            <p:cNvSpPr txBox="1"/>
            <p:nvPr userDrawn="1"/>
          </p:nvSpPr>
          <p:spPr>
            <a:xfrm>
              <a:off x="558601" y="4929481"/>
              <a:ext cx="635199" cy="70741"/>
            </a:xfrm>
            <a:prstGeom prst="rect">
              <a:avLst/>
            </a:prstGeom>
            <a:noFill/>
          </p:spPr>
          <p:txBody>
            <a:bodyPr wrap="square" lIns="0" tIns="0" rIns="0" bIns="0" rtlCol="0">
              <a:spAutoFit/>
            </a:bodyPr>
            <a:lstStyle/>
            <a:p>
              <a:pPr marL="0" marR="0" lvl="0" indent="0" algn="l" defTabSz="609585" rtl="0" eaLnBrk="1" fontAlgn="auto" latinLnBrk="0" hangingPunct="1">
                <a:lnSpc>
                  <a:spcPct val="100000"/>
                </a:lnSpc>
                <a:spcBef>
                  <a:spcPts val="0"/>
                </a:spcBef>
                <a:spcAft>
                  <a:spcPts val="0"/>
                </a:spcAft>
                <a:buClrTx/>
                <a:buSzTx/>
                <a:buFontTx/>
                <a:buNone/>
                <a:tabLst/>
                <a:defRPr/>
              </a:pPr>
              <a:r>
                <a:rPr lang="en-US" sz="613" b="1" i="0">
                  <a:solidFill>
                    <a:schemeClr val="tx2"/>
                  </a:solidFill>
                  <a:latin typeface="Arial" panose="020B0604020202020204" pitchFamily="34" charset="0"/>
                  <a:cs typeface="Arial" panose="020B0604020202020204" pitchFamily="34" charset="0"/>
                </a:rPr>
                <a:t>Confidential</a:t>
              </a:r>
            </a:p>
          </p:txBody>
        </p:sp>
      </p:gr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7" y="6293130"/>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pic>
        <p:nvPicPr>
          <p:cNvPr id="37" name="bjClassifierImageBottom">
            <a:extLst>
              <a:ext uri="{FF2B5EF4-FFF2-40B4-BE49-F238E27FC236}">
                <a16:creationId xmlns:a16="http://schemas.microsoft.com/office/drawing/2014/main" id="{D687813F-9E5F-4ECA-87CC-814169C268E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144364443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5" name="Freeform 14">
            <a:extLst>
              <a:ext uri="{FF2B5EF4-FFF2-40B4-BE49-F238E27FC236}">
                <a16:creationId xmlns:a16="http://schemas.microsoft.com/office/drawing/2014/main" id="{A034FCA3-B9CF-4A46-902A-DE88D9E5DFD3}"/>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8">
            <a:extLst>
              <a:ext uri="{FF2B5EF4-FFF2-40B4-BE49-F238E27FC236}">
                <a16:creationId xmlns:a16="http://schemas.microsoft.com/office/drawing/2014/main" id="{57B04881-B00D-4BBF-A6CB-22548AB0299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352263101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1"/>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8" name="Graphic 7">
            <a:extLst>
              <a:ext uri="{FF2B5EF4-FFF2-40B4-BE49-F238E27FC236}">
                <a16:creationId xmlns:a16="http://schemas.microsoft.com/office/drawing/2014/main" id="{8DADC014-5FFE-4A38-82B3-BE10256E645D}"/>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3623514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4140863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8">
            <a:extLst>
              <a:ext uri="{FF2B5EF4-FFF2-40B4-BE49-F238E27FC236}">
                <a16:creationId xmlns:a16="http://schemas.microsoft.com/office/drawing/2014/main" id="{25356831-4BEB-44F2-9E65-83FD3050DF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53261091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1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7" name="bjClassifierImageBottom">
            <a:extLst>
              <a:ext uri="{FF2B5EF4-FFF2-40B4-BE49-F238E27FC236}">
                <a16:creationId xmlns:a16="http://schemas.microsoft.com/office/drawing/2014/main" id="{D21BF3C7-DC6B-4A9C-9ED7-05041694A530}"/>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386605010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15" name="Rectangle 14">
            <a:extLst>
              <a:ext uri="{FF2B5EF4-FFF2-40B4-BE49-F238E27FC236}">
                <a16:creationId xmlns:a16="http://schemas.microsoft.com/office/drawing/2014/main" id="{7869CE8E-457C-2B44-A3C4-2AA4AC6914BD}"/>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E93BCCAD-04B1-844B-A3BA-B5565ADCB21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61" name="bjClassifierImageBottom">
            <a:extLst>
              <a:ext uri="{FF2B5EF4-FFF2-40B4-BE49-F238E27FC236}">
                <a16:creationId xmlns:a16="http://schemas.microsoft.com/office/drawing/2014/main" id="{317AD571-EA60-4A5D-8750-0938782DCEF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233617275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2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7" name="bjClassifierImageBottom">
            <a:extLst>
              <a:ext uri="{FF2B5EF4-FFF2-40B4-BE49-F238E27FC236}">
                <a16:creationId xmlns:a16="http://schemas.microsoft.com/office/drawing/2014/main" id="{36E84A54-8981-4009-9FA8-E3B728371F4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25171598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320773"/>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3" name="Rectangle 12">
            <a:extLst>
              <a:ext uri="{FF2B5EF4-FFF2-40B4-BE49-F238E27FC236}">
                <a16:creationId xmlns:a16="http://schemas.microsoft.com/office/drawing/2014/main" id="{2AB84457-27C7-B64B-B70A-AFA54AC59C9A}"/>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4" name="Graphic 23">
            <a:extLst>
              <a:ext uri="{FF2B5EF4-FFF2-40B4-BE49-F238E27FC236}">
                <a16:creationId xmlns:a16="http://schemas.microsoft.com/office/drawing/2014/main" id="{14B9BF78-85C2-6B49-B262-FE4EC24456B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4569359" y="6159979"/>
            <a:ext cx="3070917" cy="508431"/>
          </a:xfrm>
          <a:prstGeom prst="rect">
            <a:avLst/>
          </a:prstGeom>
        </p:spPr>
      </p:pic>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DengXian" panose="02010600030101010101" pitchFamily="2" charset="-122"/>
                <a:ea typeface="DengXian" panose="02010600030101010101" pitchFamily="2" charset="-122"/>
                <a:cs typeface="Arial" panose="020B0604020202020204" pitchFamily="34" charset="0"/>
              </a:rPr>
              <a:t>Thank you</a:t>
            </a:r>
            <a:endParaRPr lang="en-US" sz="2400">
              <a:latin typeface="DengXian" panose="02010600030101010101" pitchFamily="2" charset="-122"/>
              <a:ea typeface="DengXian" panose="02010600030101010101" pitchFamily="2" charset="-122"/>
            </a:endParaRPr>
          </a:p>
        </p:txBody>
      </p:sp>
    </p:spTree>
    <p:extLst>
      <p:ext uri="{BB962C8B-B14F-4D97-AF65-F5344CB8AC3E}">
        <p14:creationId xmlns:p14="http://schemas.microsoft.com/office/powerpoint/2010/main" val="220105898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1.xml><?xml version="1.0" encoding="utf-8"?>
<p:sldLayout xmlns:a="http://schemas.openxmlformats.org/drawingml/2006/main" xmlns:r="http://schemas.openxmlformats.org/officeDocument/2006/relationships" xmlns:p="http://schemas.openxmlformats.org/presentationml/2006/main" type="obj" preserve="1">
  <p:cSld name="Text and Content - Whit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3658435522"/>
              </p:ext>
            </p:extLst>
          </p:nvPr>
        </p:nvGraphicFramePr>
        <p:xfrm>
          <a:off x="1589" y="1589"/>
          <a:ext cx="1587" cy="1587"/>
        </p:xfrm>
        <a:graphic>
          <a:graphicData uri="http://schemas.openxmlformats.org/presentationml/2006/ole">
            <mc:AlternateContent xmlns:mc="http://schemas.openxmlformats.org/markup-compatibility/2006">
              <mc:Choice xmlns:v="urn:schemas-microsoft-com:vml" Requires="v">
                <p:oleObj name="think-cell Slide" r:id="rId4" imgW="352" imgH="355" progId="TCLayout.ActiveDocument.1">
                  <p:embed/>
                </p:oleObj>
              </mc:Choice>
              <mc:Fallback>
                <p:oleObj name="think-cell Slide" r:id="rId4" imgW="352" imgH="355" progId="TCLayout.ActiveDocument.1">
                  <p:embed/>
                  <p:pic>
                    <p:nvPicPr>
                      <p:cNvPr id="4" name="Object 3" hidden="1"/>
                      <p:cNvPicPr/>
                      <p:nvPr/>
                    </p:nvPicPr>
                    <p:blipFill>
                      <a:blip r:embed="rId5"/>
                      <a:stretch>
                        <a:fillRect/>
                      </a:stretch>
                    </p:blipFill>
                    <p:spPr>
                      <a:xfrm>
                        <a:off x="1589" y="1589"/>
                        <a:ext cx="1587" cy="1587"/>
                      </a:xfrm>
                      <a:prstGeom prst="rect">
                        <a:avLst/>
                      </a:prstGeom>
                    </p:spPr>
                  </p:pic>
                </p:oleObj>
              </mc:Fallback>
            </mc:AlternateContent>
          </a:graphicData>
        </a:graphic>
      </p:graphicFrame>
      <p:sp>
        <p:nvSpPr>
          <p:cNvPr id="6" name="Rectangle 5" hidden="1"/>
          <p:cNvSpPr/>
          <p:nvPr userDrawn="1">
            <p:custDataLst>
              <p:tags r:id="rId2"/>
            </p:custDataLst>
          </p:nvPr>
        </p:nvSpPr>
        <p:spPr>
          <a:xfrm>
            <a:off x="1" y="1"/>
            <a:ext cx="158751" cy="158751"/>
          </a:xfrm>
          <a:prstGeom prst="rect">
            <a:avLst/>
          </a:prstGeom>
          <a:solidFill>
            <a:schemeClr val="accent1"/>
          </a:solidFill>
          <a:ln w="6350" cap="flat" cmpd="sng" algn="ctr">
            <a:noFill/>
            <a:prstDash val="solid"/>
            <a:round/>
            <a:headEnd type="none" w="med" len="med"/>
            <a:tailEnd type="none" w="med" len="med"/>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lvl="0" indent="0" algn="ctr" eaLnBrk="1">
              <a:lnSpc>
                <a:spcPct val="90000"/>
              </a:lnSpc>
              <a:spcBef>
                <a:spcPct val="0"/>
              </a:spcBef>
              <a:spcAft>
                <a:spcPct val="0"/>
              </a:spcAft>
            </a:pPr>
            <a:endParaRPr lang="en-US" sz="3200" b="0" i="0" kern="600" spc="31" baseline="0">
              <a:latin typeface="Arial Narrow" panose="020B0606020202030204" pitchFamily="34" charset="0"/>
              <a:ea typeface="+mj-ea"/>
              <a:cs typeface="+mj-cs"/>
              <a:sym typeface="Arial Narrow" panose="020B0606020202030204" pitchFamily="34" charset="0"/>
            </a:endParaRPr>
          </a:p>
        </p:txBody>
      </p:sp>
      <p:sp>
        <p:nvSpPr>
          <p:cNvPr id="2" name="Title 1"/>
          <p:cNvSpPr>
            <a:spLocks noGrp="1"/>
          </p:cNvSpPr>
          <p:nvPr>
            <p:ph type="title" hasCustomPrompt="1"/>
          </p:nvPr>
        </p:nvSpPr>
        <p:spPr>
          <a:xfrm>
            <a:off x="619547" y="446260"/>
            <a:ext cx="10962696" cy="1076155"/>
          </a:xfrm>
        </p:spPr>
        <p:txBody>
          <a:bodyPr/>
          <a:lstStyle>
            <a:lvl1pPr>
              <a:defRPr>
                <a:latin typeface="+mj-lt"/>
                <a:sym typeface="+mj-lt"/>
              </a:defRPr>
            </a:lvl1pPr>
          </a:lstStyle>
          <a:p>
            <a:r>
              <a:rPr lang="en-US"/>
              <a:t>&lt;Title &amp; content layout&gt;</a:t>
            </a:r>
          </a:p>
        </p:txBody>
      </p:sp>
      <p:sp>
        <p:nvSpPr>
          <p:cNvPr id="3" name="Content Placeholder 2"/>
          <p:cNvSpPr>
            <a:spLocks noGrp="1"/>
          </p:cNvSpPr>
          <p:nvPr>
            <p:ph idx="1"/>
          </p:nvPr>
        </p:nvSpPr>
        <p:spPr>
          <a:xfrm>
            <a:off x="619544" y="1853401"/>
            <a:ext cx="10963491" cy="4290227"/>
          </a:xfrm>
        </p:spPr>
        <p:txBody>
          <a:bodyPr/>
          <a:lstStyle>
            <a:lvl1pPr>
              <a:spcBef>
                <a:spcPts val="10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Beacon_IFL_grey RGB 1.6.png"/>
          <p:cNvPicPr>
            <a:picLocks noChangeAspect="1"/>
          </p:cNvPicPr>
          <p:nvPr userDrawn="1"/>
        </p:nvPicPr>
        <p:blipFill>
          <a:blip r:embed="rId6" cstate="email">
            <a:extLst>
              <a:ext uri="{28A0092B-C50C-407E-A947-70E740481C1C}">
                <a14:useLocalDpi xmlns:a14="http://schemas.microsoft.com/office/drawing/2010/main"/>
              </a:ext>
            </a:extLst>
          </a:blip>
          <a:stretch>
            <a:fillRect/>
          </a:stretch>
        </p:blipFill>
        <p:spPr>
          <a:xfrm>
            <a:off x="9826834" y="6177223"/>
            <a:ext cx="1435981" cy="511435"/>
          </a:xfrm>
          <a:prstGeom prst="rect">
            <a:avLst/>
          </a:prstGeom>
        </p:spPr>
      </p:pic>
      <p:sp>
        <p:nvSpPr>
          <p:cNvPr id="11" name="TextBox 10"/>
          <p:cNvSpPr txBox="1"/>
          <p:nvPr userDrawn="1"/>
        </p:nvSpPr>
        <p:spPr>
          <a:xfrm>
            <a:off x="11262815" y="6433585"/>
            <a:ext cx="372540" cy="289247"/>
          </a:xfrm>
          <a:prstGeom prst="rect">
            <a:avLst/>
          </a:prstGeom>
        </p:spPr>
        <p:txBody>
          <a:bodyPr vert="horz" lIns="0" tIns="0" rIns="0" bIns="0" rtlCol="0" anchor="t" anchorCtr="0"/>
          <a:lstStyle>
            <a:defPPr>
              <a:defRPr lang="en-US"/>
            </a:defPPr>
            <a:lvl1pPr algn="r" defTabSz="457200">
              <a:defRPr sz="900" kern="600" spc="10">
                <a:solidFill>
                  <a:srgbClr val="37424A"/>
                </a:solidFill>
                <a:latin typeface="Arial Narrow"/>
              </a:defRPr>
            </a:lvl1pPr>
          </a:lstStyle>
          <a:p>
            <a:fld id="{DFCF27A5-1A5B-48D3-A060-2758FFBB1ADD}" type="slidenum">
              <a:rPr lang="en-US" sz="900" smtClean="0">
                <a:sym typeface="Trebuchet MS" panose="020B0603020202020204" pitchFamily="34" charset="0"/>
              </a:rPr>
              <a:pPr/>
              <a:t>‹#›</a:t>
            </a:fld>
            <a:endParaRPr lang="en-US" sz="900">
              <a:sym typeface="Trebuchet MS" panose="020B0603020202020204" pitchFamily="34" charset="0"/>
            </a:endParaRPr>
          </a:p>
        </p:txBody>
      </p:sp>
      <p:sp>
        <p:nvSpPr>
          <p:cNvPr id="5" name="Footer Placeholder 4"/>
          <p:cNvSpPr>
            <a:spLocks noGrp="1"/>
          </p:cNvSpPr>
          <p:nvPr>
            <p:ph type="ftr" sz="quarter" idx="11"/>
          </p:nvPr>
        </p:nvSpPr>
        <p:spPr>
          <a:xfrm>
            <a:off x="619547" y="6433582"/>
            <a:ext cx="3860800" cy="272020"/>
          </a:xfrm>
          <a:prstGeom prst="rect">
            <a:avLst/>
          </a:prstGeom>
        </p:spPr>
        <p:txBody>
          <a:bodyPr/>
          <a:lstStyle>
            <a:lvl1pPr>
              <a:defRPr>
                <a:solidFill>
                  <a:srgbClr val="000000"/>
                </a:solidFill>
              </a:defRPr>
            </a:lvl1pPr>
          </a:lstStyle>
          <a:p>
            <a:endParaRPr lang="en-US"/>
          </a:p>
        </p:txBody>
      </p:sp>
      <p:pic>
        <p:nvPicPr>
          <p:cNvPr id="268" name="bjClassifierImageBottom">
            <a:extLst>
              <a:ext uri="{FF2B5EF4-FFF2-40B4-BE49-F238E27FC236}">
                <a16:creationId xmlns:a16="http://schemas.microsoft.com/office/drawing/2014/main" id="{53B0D29D-E83E-424D-A1DC-1A737B801E29}"/>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3500" y="6468337"/>
            <a:ext cx="792549" cy="326164"/>
          </a:xfrm>
          <a:prstGeom prst="rect">
            <a:avLst/>
          </a:prstGeom>
        </p:spPr>
      </p:pic>
    </p:spTree>
    <p:extLst>
      <p:ext uri="{BB962C8B-B14F-4D97-AF65-F5344CB8AC3E}">
        <p14:creationId xmlns:p14="http://schemas.microsoft.com/office/powerpoint/2010/main" val="39086498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685783">
              <a:defRPr/>
            </a:pPr>
            <a:endParaRPr lang="en-IN">
              <a:solidFill>
                <a:prstClr val="black">
                  <a:tint val="75000"/>
                </a:prstClr>
              </a:solidFill>
            </a:endParaRPr>
          </a:p>
        </p:txBody>
      </p:sp>
      <p:sp>
        <p:nvSpPr>
          <p:cNvPr id="3" name="Footer Placeholder 2"/>
          <p:cNvSpPr>
            <a:spLocks noGrp="1"/>
          </p:cNvSpPr>
          <p:nvPr>
            <p:ph type="ftr" sz="quarter" idx="11"/>
          </p:nvPr>
        </p:nvSpPr>
        <p:spPr/>
        <p:txBody>
          <a:bodyPr/>
          <a:lstStyle/>
          <a:p>
            <a:pPr defTabSz="685783">
              <a:defRPr/>
            </a:pPr>
            <a:endParaRPr lang="en-IN">
              <a:solidFill>
                <a:prstClr val="black">
                  <a:tint val="75000"/>
                </a:prstClr>
              </a:solidFill>
            </a:endParaRPr>
          </a:p>
        </p:txBody>
      </p:sp>
      <p:sp>
        <p:nvSpPr>
          <p:cNvPr id="4" name="Slide Number Placeholder 3"/>
          <p:cNvSpPr>
            <a:spLocks noGrp="1"/>
          </p:cNvSpPr>
          <p:nvPr>
            <p:ph type="sldNum" sz="quarter" idx="12"/>
          </p:nvPr>
        </p:nvSpPr>
        <p:spPr/>
        <p:txBody>
          <a:bodyPr/>
          <a:lstStyle/>
          <a:p>
            <a:pPr defTabSz="685783">
              <a:defRPr/>
            </a:pPr>
            <a:fld id="{C57AA887-85A7-4CAD-8D10-B378C2E1B4A8}" type="slidenum">
              <a:rPr lang="en-IN" smtClean="0">
                <a:solidFill>
                  <a:prstClr val="black">
                    <a:tint val="75000"/>
                  </a:prstClr>
                </a:solidFill>
              </a:rPr>
              <a:pPr defTabSz="685783">
                <a:defRPr/>
              </a:pPr>
              <a:t>‹#›</a:t>
            </a:fld>
            <a:endParaRPr lang="en-IN">
              <a:solidFill>
                <a:prstClr val="black">
                  <a:tint val="75000"/>
                </a:prstClr>
              </a:solidFill>
            </a:endParaRPr>
          </a:p>
        </p:txBody>
      </p:sp>
    </p:spTree>
    <p:extLst>
      <p:ext uri="{BB962C8B-B14F-4D97-AF65-F5344CB8AC3E}">
        <p14:creationId xmlns:p14="http://schemas.microsoft.com/office/powerpoint/2010/main" val="529763101"/>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4" y="1359587"/>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921934"/>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sp>
        <p:nvSpPr>
          <p:cNvPr id="10" name="Slide Number Placeholder 5">
            <a:extLst>
              <a:ext uri="{FF2B5EF4-FFF2-40B4-BE49-F238E27FC236}">
                <a16:creationId xmlns:a16="http://schemas.microsoft.com/office/drawing/2014/main" id="{9CAD874C-4135-2F4B-9AE3-45F976F86B77}"/>
              </a:ext>
            </a:extLst>
          </p:cNvPr>
          <p:cNvSpPr txBox="1">
            <a:spLocks/>
          </p:cNvSpPr>
          <p:nvPr userDrawn="1"/>
        </p:nvSpPr>
        <p:spPr>
          <a:xfrm>
            <a:off x="5888567" y="6454693"/>
            <a:ext cx="414867" cy="273304"/>
          </a:xfrm>
          <a:prstGeom prst="rect">
            <a:avLst/>
          </a:prstGeom>
        </p:spPr>
        <p:txBody>
          <a:bodyPr/>
          <a:lstStyle>
            <a:defPPr>
              <a:defRPr lang="en-US"/>
            </a:defPPr>
            <a:lvl1pPr marL="0" algn="ctr" defTabSz="457200" rtl="0" eaLnBrk="1" latinLnBrk="0" hangingPunct="1">
              <a:defRPr sz="600" kern="1200">
                <a:solidFill>
                  <a:schemeClr val="tx2">
                    <a:lumMod val="10000"/>
                    <a:lumOff val="90000"/>
                  </a:schemeClr>
                </a:solidFill>
                <a:latin typeface="Montserrat" pitchFamily="2" charset="77"/>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D18A8FE-DFC8-4843-AEF2-DE4DB0CF7D65}" type="slidenum">
              <a:rPr lang="en-US" sz="800" smtClean="0"/>
              <a:pPr/>
              <a:t>‹#›</a:t>
            </a:fld>
            <a:endParaRPr lang="en-US" sz="800"/>
          </a:p>
        </p:txBody>
      </p:sp>
    </p:spTree>
    <p:extLst>
      <p:ext uri="{BB962C8B-B14F-4D97-AF65-F5344CB8AC3E}">
        <p14:creationId xmlns:p14="http://schemas.microsoft.com/office/powerpoint/2010/main" val="237289056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34.xml><?xml version="1.0" encoding="utf-8"?>
<p:sldLayout xmlns:a="http://schemas.openxmlformats.org/drawingml/2006/main" xmlns:r="http://schemas.openxmlformats.org/officeDocument/2006/relationships" xmlns:p="http://schemas.openxmlformats.org/presentationml/2006/main">
  <p:cSld name="1_Title and Content">
    <p:bg>
      <p:bgPr>
        <a:solidFill>
          <a:srgbClr val="FFFFFF"/>
        </a:solidFill>
        <a:effectLst/>
      </p:bgPr>
    </p:bg>
    <p:spTree>
      <p:nvGrpSpPr>
        <p:cNvPr id="1" name=""/>
        <p:cNvGrpSpPr/>
        <p:nvPr/>
      </p:nvGrpSpPr>
      <p:grpSpPr>
        <a:xfrm>
          <a:off x="0" y="0"/>
          <a:ext cx="0" cy="0"/>
          <a:chOff x="0" y="0"/>
          <a:chExt cx="0" cy="0"/>
        </a:xfrm>
      </p:grpSpPr>
      <p:sp>
        <p:nvSpPr>
          <p:cNvPr id="2" name="New shape"/>
          <p:cNvSpPr/>
          <p:nvPr/>
        </p:nvSpPr>
        <p:spPr>
          <a:xfrm>
            <a:off x="11032871" y="442849"/>
            <a:ext cx="486029" cy="486029"/>
          </a:xfrm>
          <a:prstGeom prst="ellipse">
            <a:avLst/>
          </a:prstGeom>
          <a:ln w="12700">
            <a:noFill/>
            <a:prstDash val="solid"/>
            <a:miter/>
          </a:ln>
        </p:spPr>
        <p:style>
          <a:lnRef idx="2">
            <a:schemeClr val="accent1">
              <a:shade val="50000"/>
            </a:schemeClr>
          </a:lnRef>
          <a:fillRef idx="1">
            <a:srgbClr val="54B948"/>
          </a:fillRef>
          <a:effectRef idx="0">
            <a:schemeClr val="accent1"/>
          </a:effectRef>
          <a:fontRef idx="minor">
            <a:schemeClr val="lt1"/>
          </a:fontRef>
        </p:style>
        <p:txBody>
          <a:bodyPr lIns="91440" tIns="53340" rIns="91440" bIns="91440" rtlCol="0" anchor="ctr"/>
          <a:lstStyle>
            <a:defPPr/>
          </a:lstStyle>
          <a:p>
            <a:endParaRPr/>
          </a:p>
        </p:txBody>
      </p:sp>
      <p:sp>
        <p:nvSpPr>
          <p:cNvPr id="3" name="New shape"/>
          <p:cNvSpPr/>
          <p:nvPr/>
        </p:nvSpPr>
        <p:spPr>
          <a:xfrm>
            <a:off x="0" y="442849"/>
            <a:ext cx="254254" cy="486029"/>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4" name="New picture"/>
          <p:cNvPicPr/>
          <p:nvPr/>
        </p:nvPicPr>
        <p:blipFill>
          <a:blip r:embed="rId2"/>
          <a:stretch>
            <a:fillRect/>
          </a:stretch>
        </p:blipFill>
        <p:spPr>
          <a:xfrm>
            <a:off x="0" y="442849"/>
            <a:ext cx="254254" cy="486029"/>
          </a:xfrm>
          <a:prstGeom prst="rect">
            <a:avLst/>
          </a:prstGeom>
        </p:spPr>
      </p:pic>
      <p:sp>
        <p:nvSpPr>
          <p:cNvPr id="5" name="New shape"/>
          <p:cNvSpPr/>
          <p:nvPr/>
        </p:nvSpPr>
        <p:spPr>
          <a:xfrm>
            <a:off x="11698224" y="446405"/>
            <a:ext cx="493649" cy="475361"/>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6" name="New picture"/>
          <p:cNvPicPr/>
          <p:nvPr/>
        </p:nvPicPr>
        <p:blipFill>
          <a:blip r:embed="rId3"/>
          <a:stretch>
            <a:fillRect/>
          </a:stretch>
        </p:blipFill>
        <p:spPr>
          <a:xfrm>
            <a:off x="11698224" y="446405"/>
            <a:ext cx="493649" cy="475361"/>
          </a:xfrm>
          <a:prstGeom prst="rect">
            <a:avLst/>
          </a:prstGeom>
        </p:spPr>
      </p:pic>
      <p:sp>
        <p:nvSpPr>
          <p:cNvPr id="7" name="New shape"/>
          <p:cNvSpPr/>
          <p:nvPr/>
        </p:nvSpPr>
        <p:spPr>
          <a:xfrm>
            <a:off x="9961499" y="6374892"/>
            <a:ext cx="2143125" cy="352425"/>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8" name="New picture"/>
          <p:cNvPicPr/>
          <p:nvPr/>
        </p:nvPicPr>
        <p:blipFill>
          <a:blip r:embed="rId4"/>
          <a:stretch>
            <a:fillRect/>
          </a:stretch>
        </p:blipFill>
        <p:spPr>
          <a:xfrm>
            <a:off x="9961499" y="6374892"/>
            <a:ext cx="2143125" cy="352425"/>
          </a:xfrm>
          <a:prstGeom prst="rect">
            <a:avLst/>
          </a:prstGeom>
        </p:spPr>
      </p:pic>
    </p:spTree>
    <p:extLst>
      <p:ext uri="{BB962C8B-B14F-4D97-AF65-F5344CB8AC3E}">
        <p14:creationId xmlns:p14="http://schemas.microsoft.com/office/powerpoint/2010/main" val="7192352"/>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7475FFD4-40DC-2340-9879-BB937094514D}"/>
              </a:ext>
            </a:extLst>
          </p:cNvPr>
          <p:cNvSpPr>
            <a:spLocks/>
          </p:cNvSpPr>
          <p:nvPr/>
        </p:nvSpPr>
        <p:spPr>
          <a:xfrm>
            <a:off x="4686532" y="2"/>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2"/>
            <a:stretch>
              <a:fillRect l="-12786" r="-12936" b="-62774"/>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0" name="Graphic 9">
            <a:extLst>
              <a:ext uri="{FF2B5EF4-FFF2-40B4-BE49-F238E27FC236}">
                <a16:creationId xmlns:a16="http://schemas.microsoft.com/office/drawing/2014/main" id="{AA79048B-771A-954F-BBD9-F77599C8B3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52721" y="6158765"/>
            <a:ext cx="3086561" cy="514427"/>
          </a:xfrm>
          <a:prstGeom prst="rect">
            <a:avLst/>
          </a:prstGeom>
        </p:spPr>
      </p:pic>
    </p:spTree>
    <p:extLst>
      <p:ext uri="{BB962C8B-B14F-4D97-AF65-F5344CB8AC3E}">
        <p14:creationId xmlns:p14="http://schemas.microsoft.com/office/powerpoint/2010/main" val="5027457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36.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p:nvSpPr>
        <p:spPr>
          <a:xfrm>
            <a:off x="2836648" y="5641961"/>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r>
              <a:rPr lang="en-US"/>
              <a:t>Click to edit Master title style</a:t>
            </a:r>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78" indent="0">
              <a:buNone/>
              <a:defRPr sz="2000">
                <a:solidFill>
                  <a:schemeClr val="tx1">
                    <a:tint val="75000"/>
                  </a:schemeClr>
                </a:solidFill>
              </a:defRPr>
            </a:lvl2pPr>
            <a:lvl3pPr marL="914354" indent="0">
              <a:buNone/>
              <a:defRPr sz="1800">
                <a:solidFill>
                  <a:schemeClr val="tx1">
                    <a:tint val="75000"/>
                  </a:schemeClr>
                </a:solidFill>
              </a:defRPr>
            </a:lvl3pPr>
            <a:lvl4pPr marL="1371532" indent="0">
              <a:buNone/>
              <a:defRPr sz="1600">
                <a:solidFill>
                  <a:schemeClr val="tx1">
                    <a:tint val="75000"/>
                  </a:schemeClr>
                </a:solidFill>
              </a:defRPr>
            </a:lvl4pPr>
            <a:lvl5pPr marL="1828709" indent="0">
              <a:buNone/>
              <a:defRPr sz="1600">
                <a:solidFill>
                  <a:schemeClr val="tx1">
                    <a:tint val="75000"/>
                  </a:schemeClr>
                </a:solidFill>
              </a:defRPr>
            </a:lvl5pPr>
            <a:lvl6pPr marL="2285886" indent="0">
              <a:buNone/>
              <a:defRPr sz="1600">
                <a:solidFill>
                  <a:schemeClr val="tx1">
                    <a:tint val="75000"/>
                  </a:schemeClr>
                </a:solidFill>
              </a:defRPr>
            </a:lvl6pPr>
            <a:lvl7pPr marL="2743062" indent="0">
              <a:buNone/>
              <a:defRPr sz="1600">
                <a:solidFill>
                  <a:schemeClr val="tx1">
                    <a:tint val="75000"/>
                  </a:schemeClr>
                </a:solidFill>
              </a:defRPr>
            </a:lvl7pPr>
            <a:lvl8pPr marL="3200240" indent="0">
              <a:buNone/>
              <a:defRPr sz="1600">
                <a:solidFill>
                  <a:schemeClr val="tx1">
                    <a:tint val="75000"/>
                  </a:schemeClr>
                </a:solidFill>
              </a:defRPr>
            </a:lvl8pPr>
            <a:lvl9pPr marL="3657418" indent="0">
              <a:buNone/>
              <a:defRPr sz="16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2" name="Freeform 21">
            <a:extLst>
              <a:ext uri="{FF2B5EF4-FFF2-40B4-BE49-F238E27FC236}">
                <a16:creationId xmlns:a16="http://schemas.microsoft.com/office/drawing/2014/main" id="{74AFD015-0D1F-3547-8CF1-90942E7ACF2E}"/>
              </a:ext>
            </a:extLst>
          </p:cNvPr>
          <p:cNvSpPr/>
          <p:nvPr/>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D3FE0F32-6A39-2143-8C31-4818256ECAE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305547491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CE7B9CF3-285F-B546-AEF3-9613CFF035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3870241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6" name="Picture 15">
            <a:extLst>
              <a:ext uri="{FF2B5EF4-FFF2-40B4-BE49-F238E27FC236}">
                <a16:creationId xmlns:a16="http://schemas.microsoft.com/office/drawing/2014/main" id="{62A68AA7-1A5F-0D40-A050-282CD59E9A29}"/>
              </a:ext>
            </a:extLst>
          </p:cNvPr>
          <p:cNvPicPr>
            <a:picLocks noChangeAspect="1"/>
          </p:cNvPicPr>
          <p:nvPr/>
        </p:nvPicPr>
        <p:blipFill rotWithShape="1">
          <a:blip r:embed="rId2"/>
          <a:srcRect b="64683"/>
          <a:stretch/>
        </p:blipFill>
        <p:spPr>
          <a:xfrm>
            <a:off x="438397" y="6376974"/>
            <a:ext cx="875601" cy="481028"/>
          </a:xfrm>
          <a:prstGeom prst="rect">
            <a:avLst/>
          </a:prstGeom>
        </p:spPr>
      </p:pic>
      <p:sp>
        <p:nvSpPr>
          <p:cNvPr id="11" name="Freeform 10">
            <a:extLst>
              <a:ext uri="{FF2B5EF4-FFF2-40B4-BE49-F238E27FC236}">
                <a16:creationId xmlns:a16="http://schemas.microsoft.com/office/drawing/2014/main" id="{0AE3A654-AF8F-9C41-8CAA-D5D2E5FA68F3}"/>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3F7914E0-DD0A-7149-8457-7EA2B491BDA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319650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6" name="Picture 15">
            <a:extLst>
              <a:ext uri="{FF2B5EF4-FFF2-40B4-BE49-F238E27FC236}">
                <a16:creationId xmlns:a16="http://schemas.microsoft.com/office/drawing/2014/main" id="{3E19D71C-12D7-D147-BD9F-5E37DC4B3B7C}"/>
              </a:ext>
            </a:extLst>
          </p:cNvPr>
          <p:cNvPicPr>
            <a:picLocks noChangeAspect="1"/>
          </p:cNvPicPr>
          <p:nvPr/>
        </p:nvPicPr>
        <p:blipFill rotWithShape="1">
          <a:blip r:embed="rId2"/>
          <a:srcRect t="33079" b="29362"/>
          <a:stretch/>
        </p:blipFill>
        <p:spPr>
          <a:xfrm>
            <a:off x="438397" y="6346433"/>
            <a:ext cx="875601" cy="511569"/>
          </a:xfrm>
          <a:prstGeom prst="rect">
            <a:avLst/>
          </a:prstGeom>
        </p:spPr>
      </p:pic>
      <p:sp>
        <p:nvSpPr>
          <p:cNvPr id="11" name="Freeform 10">
            <a:extLst>
              <a:ext uri="{FF2B5EF4-FFF2-40B4-BE49-F238E27FC236}">
                <a16:creationId xmlns:a16="http://schemas.microsoft.com/office/drawing/2014/main" id="{D1F5E3FD-9EE9-F543-BCED-F7397002C379}"/>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F8617F05-53D1-DA4B-84E3-704184D7814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39970746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Picture 13">
            <a:extLst>
              <a:ext uri="{FF2B5EF4-FFF2-40B4-BE49-F238E27FC236}">
                <a16:creationId xmlns:a16="http://schemas.microsoft.com/office/drawing/2014/main" id="{C1498909-D434-1E45-95DB-0D4FD9B2EB6C}"/>
              </a:ext>
            </a:extLst>
          </p:cNvPr>
          <p:cNvPicPr>
            <a:picLocks noChangeAspect="1"/>
          </p:cNvPicPr>
          <p:nvPr/>
        </p:nvPicPr>
        <p:blipFill rotWithShape="1">
          <a:blip r:embed="rId2"/>
          <a:srcRect t="70280" b="-6870"/>
          <a:stretch/>
        </p:blipFill>
        <p:spPr>
          <a:xfrm>
            <a:off x="438397" y="6359611"/>
            <a:ext cx="875601" cy="498388"/>
          </a:xfrm>
          <a:prstGeom prst="rect">
            <a:avLst/>
          </a:prstGeom>
        </p:spPr>
      </p:pic>
      <p:sp>
        <p:nvSpPr>
          <p:cNvPr id="11" name="Freeform 10">
            <a:extLst>
              <a:ext uri="{FF2B5EF4-FFF2-40B4-BE49-F238E27FC236}">
                <a16:creationId xmlns:a16="http://schemas.microsoft.com/office/drawing/2014/main" id="{1723D2C3-A3F8-5E47-8E0F-AFC4F9E60371}"/>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7F71FB1B-7C3B-3E41-BD7E-680F09B8F0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001731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34026742-9308-FF42-829B-88EE731350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787003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80CB42AE-896D-DF4F-B972-EA9A9B95E77C}"/>
              </a:ext>
            </a:extLst>
          </p:cNvPr>
          <p:cNvPicPr>
            <a:picLocks noChangeAspect="1"/>
          </p:cNvPicPr>
          <p:nvPr/>
        </p:nvPicPr>
        <p:blipFill rotWithShape="1">
          <a:blip r:embed="rId2"/>
          <a:srcRect b="64683"/>
          <a:stretch/>
        </p:blipFill>
        <p:spPr>
          <a:xfrm>
            <a:off x="457202" y="6376974"/>
            <a:ext cx="875601" cy="481028"/>
          </a:xfrm>
          <a:prstGeom prst="rect">
            <a:avLst/>
          </a:prstGeom>
        </p:spPr>
      </p:pic>
      <p:sp>
        <p:nvSpPr>
          <p:cNvPr id="10" name="Freeform 9">
            <a:extLst>
              <a:ext uri="{FF2B5EF4-FFF2-40B4-BE49-F238E27FC236}">
                <a16:creationId xmlns:a16="http://schemas.microsoft.com/office/drawing/2014/main" id="{E66CFD98-370D-C349-8E75-45FD459F0A2D}"/>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F6E0B5D4-690A-7C48-8149-CD5B23AE696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6022430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3BA5D44A-C379-AA40-8B2A-549744F2562B}"/>
              </a:ext>
            </a:extLst>
          </p:cNvPr>
          <p:cNvPicPr>
            <a:picLocks noChangeAspect="1"/>
          </p:cNvPicPr>
          <p:nvPr/>
        </p:nvPicPr>
        <p:blipFill rotWithShape="1">
          <a:blip r:embed="rId2"/>
          <a:srcRect t="33079" b="29362"/>
          <a:stretch/>
        </p:blipFill>
        <p:spPr>
          <a:xfrm>
            <a:off x="438397" y="6346433"/>
            <a:ext cx="875601" cy="511569"/>
          </a:xfrm>
          <a:prstGeom prst="rect">
            <a:avLst/>
          </a:prstGeom>
        </p:spPr>
      </p:pic>
      <p:sp>
        <p:nvSpPr>
          <p:cNvPr id="10" name="Freeform 9">
            <a:extLst>
              <a:ext uri="{FF2B5EF4-FFF2-40B4-BE49-F238E27FC236}">
                <a16:creationId xmlns:a16="http://schemas.microsoft.com/office/drawing/2014/main" id="{DDF1B54D-E97A-CF47-BE3E-CD6D03235A0D}"/>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73B6AD2-F980-7A45-B71E-6CFFA1D9B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7707976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0F2D0EB9-631C-3041-A6F6-892C0505696C}"/>
              </a:ext>
            </a:extLst>
          </p:cNvPr>
          <p:cNvPicPr>
            <a:picLocks noChangeAspect="1"/>
          </p:cNvPicPr>
          <p:nvPr/>
        </p:nvPicPr>
        <p:blipFill rotWithShape="1">
          <a:blip r:embed="rId2"/>
          <a:srcRect t="70280" b="-6870"/>
          <a:stretch/>
        </p:blipFill>
        <p:spPr>
          <a:xfrm>
            <a:off x="438397" y="6359611"/>
            <a:ext cx="875601" cy="498388"/>
          </a:xfrm>
          <a:prstGeom prst="rect">
            <a:avLst/>
          </a:prstGeom>
        </p:spPr>
      </p:pic>
      <p:sp>
        <p:nvSpPr>
          <p:cNvPr id="10" name="Freeform 9">
            <a:extLst>
              <a:ext uri="{FF2B5EF4-FFF2-40B4-BE49-F238E27FC236}">
                <a16:creationId xmlns:a16="http://schemas.microsoft.com/office/drawing/2014/main" id="{C9B31F19-03A0-594D-B3E9-CD87376E36D4}"/>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00273CEF-BA73-6440-8762-0183D161BF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17780028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pic>
        <p:nvPicPr>
          <p:cNvPr id="13" name="Graphic 12">
            <a:extLst>
              <a:ext uri="{FF2B5EF4-FFF2-40B4-BE49-F238E27FC236}">
                <a16:creationId xmlns:a16="http://schemas.microsoft.com/office/drawing/2014/main" id="{653E79F9-7B01-D041-ACD4-33CB057C9E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4616455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95015CD8-BC94-7143-91D3-2AEA503EE1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0420072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p:cSld name="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22C35CE9-D192-D04E-B6EC-488A5CBC0B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110500550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CED9E700-D112-DA41-BB71-D718751A784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52721" y="6158765"/>
            <a:ext cx="3086561" cy="514427"/>
          </a:xfrm>
          <a:prstGeom prst="rect">
            <a:avLst/>
          </a:prstGeom>
        </p:spPr>
      </p:pic>
    </p:spTree>
    <p:extLst>
      <p:ext uri="{BB962C8B-B14F-4D97-AF65-F5344CB8AC3E}">
        <p14:creationId xmlns:p14="http://schemas.microsoft.com/office/powerpoint/2010/main" val="4049146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9.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userDrawn="1">
            <p:custDataLst>
              <p:tags r:id="rId1"/>
            </p:custDataLst>
            <p:extLst>
              <p:ext uri="{D42A27DB-BD31-4B8C-83A1-F6EECF244321}">
                <p14:modId xmlns:p14="http://schemas.microsoft.com/office/powerpoint/2010/main" val="3175752558"/>
              </p:ext>
            </p:extLst>
          </p:nvPr>
        </p:nvGraphicFramePr>
        <p:xfrm>
          <a:off x="1589" y="1589"/>
          <a:ext cx="1587" cy="1587"/>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8" name="Object 7" hidden="1"/>
                      <p:cNvPicPr/>
                      <p:nvPr/>
                    </p:nvPicPr>
                    <p:blipFill>
                      <a:blip r:embed="rId4"/>
                      <a:stretch>
                        <a:fillRect/>
                      </a:stretch>
                    </p:blipFill>
                    <p:spPr>
                      <a:xfrm>
                        <a:off x="1589" y="1589"/>
                        <a:ext cx="1587" cy="1587"/>
                      </a:xfrm>
                      <a:prstGeom prst="rect">
                        <a:avLst/>
                      </a:prstGeom>
                    </p:spPr>
                  </p:pic>
                </p:oleObj>
              </mc:Fallback>
            </mc:AlternateContent>
          </a:graphicData>
        </a:graphic>
      </p:graphicFrame>
      <p:sp>
        <p:nvSpPr>
          <p:cNvPr id="13" name="Rectangle 12"/>
          <p:cNvSpPr/>
          <p:nvPr userDrawn="1"/>
        </p:nvSpPr>
        <p:spPr>
          <a:xfrm>
            <a:off x="11465057" y="6385301"/>
            <a:ext cx="391937" cy="4726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335008" y="510387"/>
            <a:ext cx="11521987" cy="498483"/>
          </a:xfrm>
        </p:spPr>
        <p:txBody>
          <a:bodyPr lIns="0" tIns="0" rIns="0" bIns="0" anchor="t" anchorCtr="0">
            <a:spAutoFit/>
          </a:bodyPr>
          <a:lstStyle>
            <a:lvl1pPr>
              <a:defRPr sz="3599" b="0">
                <a:solidFill>
                  <a:schemeClr val="accent4"/>
                </a:solidFill>
                <a:latin typeface="+mn-lt"/>
              </a:defRPr>
            </a:lvl1pPr>
          </a:lstStyle>
          <a:p>
            <a:r>
              <a:rPr lang="en-US"/>
              <a:t>Click to edit Master title style</a:t>
            </a:r>
          </a:p>
        </p:txBody>
      </p:sp>
      <p:sp>
        <p:nvSpPr>
          <p:cNvPr id="3" name="Content Placeholder 2"/>
          <p:cNvSpPr>
            <a:spLocks noGrp="1"/>
          </p:cNvSpPr>
          <p:nvPr>
            <p:ph idx="1"/>
          </p:nvPr>
        </p:nvSpPr>
        <p:spPr>
          <a:xfrm>
            <a:off x="335008" y="1616113"/>
            <a:ext cx="11521987" cy="4560851"/>
          </a:xfrm>
        </p:spPr>
        <p:txBody>
          <a:bodyPr>
            <a:norm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335007" y="6452190"/>
            <a:ext cx="2743200" cy="365125"/>
          </a:xfrm>
        </p:spPr>
        <p:txBody>
          <a:bodyPr/>
          <a:lstStyle>
            <a:lvl1pPr>
              <a:defRPr sz="1000"/>
            </a:lvl1pPr>
          </a:lstStyle>
          <a:p>
            <a:fld id="{C8EAA725-CC0B-4A16-AE77-83A5B67A2992}" type="datetime1">
              <a:rPr lang="en-US" smtClean="0"/>
              <a:t>9/17/2025</a:t>
            </a:fld>
            <a:endParaRPr lang="en-US"/>
          </a:p>
        </p:txBody>
      </p:sp>
      <p:sp>
        <p:nvSpPr>
          <p:cNvPr id="5" name="Footer Placeholder 4"/>
          <p:cNvSpPr>
            <a:spLocks noGrp="1"/>
          </p:cNvSpPr>
          <p:nvPr>
            <p:ph type="ftr" sz="quarter" idx="11"/>
          </p:nvPr>
        </p:nvSpPr>
        <p:spPr>
          <a:xfrm>
            <a:off x="4038601" y="6452190"/>
            <a:ext cx="4114800" cy="365125"/>
          </a:xfrm>
        </p:spPr>
        <p:txBody>
          <a:bodyPr/>
          <a:lstStyle>
            <a:lvl1pPr>
              <a:defRPr sz="1000"/>
            </a:lvl1pPr>
          </a:lstStyle>
          <a:p>
            <a:endParaRPr lang="en-US"/>
          </a:p>
        </p:txBody>
      </p:sp>
      <p:sp>
        <p:nvSpPr>
          <p:cNvPr id="6" name="Slide Number Placeholder 5"/>
          <p:cNvSpPr>
            <a:spLocks noGrp="1"/>
          </p:cNvSpPr>
          <p:nvPr>
            <p:ph type="sldNum" sz="quarter" idx="12"/>
          </p:nvPr>
        </p:nvSpPr>
        <p:spPr>
          <a:xfrm>
            <a:off x="11465057" y="6452190"/>
            <a:ext cx="391937" cy="365125"/>
          </a:xfrm>
        </p:spPr>
        <p:txBody>
          <a:bodyPr/>
          <a:lstStyle>
            <a:lvl1pPr algn="ctr">
              <a:defRPr sz="1000">
                <a:solidFill>
                  <a:schemeClr val="accent4"/>
                </a:solidFill>
              </a:defRPr>
            </a:lvl1pPr>
          </a:lstStyle>
          <a:p>
            <a:fld id="{B1EEA229-0096-49BD-81C1-58B039421B74}" type="slidenum">
              <a:rPr lang="en-US" smtClean="0"/>
              <a:pPr/>
              <a:t>‹#›</a:t>
            </a:fld>
            <a:endParaRPr lang="en-US"/>
          </a:p>
        </p:txBody>
      </p:sp>
      <p:sp>
        <p:nvSpPr>
          <p:cNvPr id="9" name="Text Placeholder 8"/>
          <p:cNvSpPr>
            <a:spLocks noGrp="1"/>
          </p:cNvSpPr>
          <p:nvPr userDrawn="1">
            <p:ph type="body" sz="quarter" idx="13"/>
          </p:nvPr>
        </p:nvSpPr>
        <p:spPr>
          <a:xfrm>
            <a:off x="335008" y="1001704"/>
            <a:ext cx="11521987" cy="317427"/>
          </a:xfrm>
        </p:spPr>
        <p:txBody>
          <a:bodyPr lIns="0" tIns="0" rIns="0" bIns="0">
            <a:noAutofit/>
          </a:bodyPr>
          <a:lstStyle>
            <a:lvl1pPr marL="0" indent="0" algn="l" defTabSz="914104" rtl="0" eaLnBrk="1" latinLnBrk="0" hangingPunct="1">
              <a:lnSpc>
                <a:spcPct val="90000"/>
              </a:lnSpc>
              <a:spcBef>
                <a:spcPct val="0"/>
              </a:spcBef>
              <a:buNone/>
              <a:defRPr lang="en-US" sz="2000" b="0" kern="1200" dirty="0" smtClean="0">
                <a:solidFill>
                  <a:schemeClr val="accent5"/>
                </a:solidFill>
                <a:latin typeface="+mn-lt"/>
                <a:ea typeface="+mj-ea"/>
                <a:cs typeface="+mj-cs"/>
              </a:defRPr>
            </a:lvl1pPr>
            <a:lvl2pPr marL="457051"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2pPr>
            <a:lvl3pPr marL="914104"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3pPr>
            <a:lvl4pPr marL="1371155"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4pPr>
            <a:lvl5pPr marL="1828205" indent="0" algn="l" defTabSz="914104" rtl="0" eaLnBrk="1" latinLnBrk="0" hangingPunct="1">
              <a:lnSpc>
                <a:spcPct val="90000"/>
              </a:lnSpc>
              <a:spcBef>
                <a:spcPct val="0"/>
              </a:spcBef>
              <a:buNone/>
              <a:defRPr lang="en-US" sz="2799" b="0" kern="1200" dirty="0">
                <a:solidFill>
                  <a:schemeClr val="accent4"/>
                </a:solidFill>
                <a:latin typeface="+mn-lt"/>
                <a:ea typeface="+mj-ea"/>
                <a:cs typeface="+mj-cs"/>
              </a:defRPr>
            </a:lvl5pPr>
          </a:lstStyle>
          <a:p>
            <a:pPr lvl="0"/>
            <a:r>
              <a:rPr lang="en-US"/>
              <a:t>Click to edit Master text styles</a:t>
            </a:r>
          </a:p>
        </p:txBody>
      </p:sp>
    </p:spTree>
    <p:extLst>
      <p:ext uri="{BB962C8B-B14F-4D97-AF65-F5344CB8AC3E}">
        <p14:creationId xmlns:p14="http://schemas.microsoft.com/office/powerpoint/2010/main" val="494564047"/>
      </p:ext>
    </p:extLst>
  </p:cSld>
  <p:clrMapOvr>
    <a:masterClrMapping/>
  </p:clrMapOvr>
  <p:extLst>
    <p:ext uri="{DCECCB84-F9BA-43D5-87BE-67443E8EF086}">
      <p15:sldGuideLst xmlns:p15="http://schemas.microsoft.com/office/powerpoint/2012/main">
        <p15:guide id="1" orient="horz" pos="686">
          <p15:clr>
            <a:srgbClr val="FBAE40"/>
          </p15:clr>
        </p15:guide>
        <p15:guide id="2" pos="211">
          <p15:clr>
            <a:srgbClr val="FBAE40"/>
          </p15:clr>
        </p15:guide>
        <p15:guide id="3" pos="7468">
          <p15:clr>
            <a:srgbClr val="FBAE40"/>
          </p15:clr>
        </p15:guide>
        <p15:guide id="4" orient="horz" pos="913">
          <p15:clr>
            <a:srgbClr val="FBAE40"/>
          </p15:clr>
        </p15:guide>
      </p15:sldGuideLst>
    </p:ext>
  </p:extLst>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userDrawn="1">
  <p:cSld name="3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de-DE"/>
              <a:t>Bild durch Klicken auf Symbol hinzufügen</a:t>
            </a:r>
            <a:endParaRPr lang="en-US"/>
          </a:p>
        </p:txBody>
      </p:sp>
      <p:pic>
        <p:nvPicPr>
          <p:cNvPr id="6" name="Graphic 12">
            <a:extLst>
              <a:ext uri="{FF2B5EF4-FFF2-40B4-BE49-F238E27FC236}">
                <a16:creationId xmlns:a16="http://schemas.microsoft.com/office/drawing/2014/main" id="{C29D1352-8422-4F4E-A99D-FAB5A11FC5B7}"/>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10237942" y="6393756"/>
            <a:ext cx="1451813" cy="362953"/>
          </a:xfrm>
          <a:prstGeom prst="rect">
            <a:avLst/>
          </a:prstGeom>
        </p:spPr>
      </p:pic>
    </p:spTree>
    <p:extLst>
      <p:ext uri="{BB962C8B-B14F-4D97-AF65-F5344CB8AC3E}">
        <p14:creationId xmlns:p14="http://schemas.microsoft.com/office/powerpoint/2010/main" val="41557507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060351"/>
            <a:ext cx="2451372" cy="612843"/>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41252768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2787299"/>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29"/>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060351"/>
            <a:ext cx="2451372" cy="612843"/>
          </a:xfrm>
          <a:prstGeom prst="rect">
            <a:avLst/>
          </a:prstGeom>
        </p:spPr>
      </p:pic>
    </p:spTree>
    <p:extLst>
      <p:ext uri="{BB962C8B-B14F-4D97-AF65-F5344CB8AC3E}">
        <p14:creationId xmlns:p14="http://schemas.microsoft.com/office/powerpoint/2010/main" val="36350215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8" name="Graphic 12">
            <a:extLst>
              <a:ext uri="{FF2B5EF4-FFF2-40B4-BE49-F238E27FC236}">
                <a16:creationId xmlns:a16="http://schemas.microsoft.com/office/drawing/2014/main" id="{948D3E60-DAA4-1D4C-BB9D-5B629BEA747F}"/>
              </a:ext>
            </a:extLst>
          </p:cNvPr>
          <p:cNvPicPr>
            <a:picLocks noChangeAspect="1"/>
          </p:cNvPicPr>
          <p:nvPr userDrawn="1"/>
        </p:nvPicPr>
        <p:blipFill>
          <a:blip r:embed="rId2"/>
          <a:srcRect/>
          <a:stretch/>
        </p:blipFill>
        <p:spPr>
          <a:xfrm>
            <a:off x="4870315" y="6060351"/>
            <a:ext cx="2451372" cy="612843"/>
          </a:xfrm>
          <a:prstGeom prst="rect">
            <a:avLst/>
          </a:prstGeom>
        </p:spPr>
      </p:pic>
    </p:spTree>
    <p:extLst>
      <p:ext uri="{BB962C8B-B14F-4D97-AF65-F5344CB8AC3E}">
        <p14:creationId xmlns:p14="http://schemas.microsoft.com/office/powerpoint/2010/main" val="301618097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BC3BA54-B2B6-4576-A4DD-A3A892F3D27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0" name="Graphic 12">
            <a:extLst>
              <a:ext uri="{FF2B5EF4-FFF2-40B4-BE49-F238E27FC236}">
                <a16:creationId xmlns:a16="http://schemas.microsoft.com/office/drawing/2014/main" id="{8E0C513D-380B-4D32-B4A1-6DB4FD0F6DE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Freeform 24">
            <a:extLst>
              <a:ext uri="{FF2B5EF4-FFF2-40B4-BE49-F238E27FC236}">
                <a16:creationId xmlns:a16="http://schemas.microsoft.com/office/drawing/2014/main" id="{A4991716-09B9-F64E-83D9-0061B1AFB6AE}"/>
              </a:ext>
            </a:extLst>
          </p:cNvPr>
          <p:cNvSpPr/>
          <p:nvPr userDrawn="1"/>
        </p:nvSpPr>
        <p:spPr>
          <a:xfrm flipH="1">
            <a:off x="1" y="303001"/>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5"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0"/>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947783511"/>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03420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629593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AADC39F7-C004-42C8-8747-8DBBB40A4094}"/>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9" name="Graphic 12">
            <a:extLst>
              <a:ext uri="{FF2B5EF4-FFF2-40B4-BE49-F238E27FC236}">
                <a16:creationId xmlns:a16="http://schemas.microsoft.com/office/drawing/2014/main" id="{C0F5C8E5-F253-40D4-9060-CFA80746CAE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6" name="Freeform 25">
            <a:extLst>
              <a:ext uri="{FF2B5EF4-FFF2-40B4-BE49-F238E27FC236}">
                <a16:creationId xmlns:a16="http://schemas.microsoft.com/office/drawing/2014/main" id="{37728E0E-A727-3344-B4A0-02F610225340}"/>
              </a:ext>
            </a:extLst>
          </p:cNvPr>
          <p:cNvSpPr/>
          <p:nvPr userDrawn="1"/>
        </p:nvSpPr>
        <p:spPr>
          <a:xfrm>
            <a:off x="-26214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5" y="61892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1" y="149095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3" y="24272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6" y="35223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09" y="448551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599" y="53438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1"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8"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0"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6"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4"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729714111"/>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205B56B-8584-4D06-89CD-E6F57E5C9028}"/>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9" name="Graphic 12">
            <a:extLst>
              <a:ext uri="{FF2B5EF4-FFF2-40B4-BE49-F238E27FC236}">
                <a16:creationId xmlns:a16="http://schemas.microsoft.com/office/drawing/2014/main" id="{9CF1D0CB-25DE-4DB1-946B-E3FD4F8898C6}"/>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Freeform 24">
            <a:extLst>
              <a:ext uri="{FF2B5EF4-FFF2-40B4-BE49-F238E27FC236}">
                <a16:creationId xmlns:a16="http://schemas.microsoft.com/office/drawing/2014/main" id="{CED53280-3164-824A-8AA0-5CA6139715BA}"/>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7"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6" y="6189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6" y="1490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1" y="239383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1" y="35223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6" y="448551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6" y="53438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2"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6"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1"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420342"/>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1771181422"/>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A5AE62E4-8A72-4A2A-988A-0520905FA72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7" name="Graphic 12">
            <a:extLst>
              <a:ext uri="{FF2B5EF4-FFF2-40B4-BE49-F238E27FC236}">
                <a16:creationId xmlns:a16="http://schemas.microsoft.com/office/drawing/2014/main" id="{1B225DFB-BE69-4F3F-B201-3BA5DD121C13}"/>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2" name="Freeform 31">
            <a:extLst>
              <a:ext uri="{FF2B5EF4-FFF2-40B4-BE49-F238E27FC236}">
                <a16:creationId xmlns:a16="http://schemas.microsoft.com/office/drawing/2014/main" id="{03C1C5D1-536D-AD42-ADF1-44F2EFD99432}"/>
              </a:ext>
            </a:extLst>
          </p:cNvPr>
          <p:cNvSpPr/>
          <p:nvPr userDrawn="1"/>
        </p:nvSpPr>
        <p:spPr>
          <a:xfrm>
            <a:off x="-25379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365061"/>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3" y="113450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5" y="299390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7" y="47650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4"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895050006"/>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14FEE92A-34E2-45DA-9629-6CBFE66DDA0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5" name="Graphic 12">
            <a:extLst>
              <a:ext uri="{FF2B5EF4-FFF2-40B4-BE49-F238E27FC236}">
                <a16:creationId xmlns:a16="http://schemas.microsoft.com/office/drawing/2014/main" id="{CCA2786B-901C-4285-95EC-35CBC584433A}"/>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6" name="Freeform 25">
            <a:extLst>
              <a:ext uri="{FF2B5EF4-FFF2-40B4-BE49-F238E27FC236}">
                <a16:creationId xmlns:a16="http://schemas.microsoft.com/office/drawing/2014/main" id="{9A5FF9B7-D734-F44B-B6EB-90019FA057EB}"/>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5" y="929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2" y="19006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1" y="29932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3" y="408338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5" y="505438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8"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899"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2"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543699"/>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054838905"/>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Rectangle 9">
            <a:extLst>
              <a:ext uri="{FF2B5EF4-FFF2-40B4-BE49-F238E27FC236}">
                <a16:creationId xmlns:a16="http://schemas.microsoft.com/office/drawing/2014/main" id="{C03DB85C-E318-4432-80E3-72F32C67905D}"/>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2" name="Graphic 12">
            <a:extLst>
              <a:ext uri="{FF2B5EF4-FFF2-40B4-BE49-F238E27FC236}">
                <a16:creationId xmlns:a16="http://schemas.microsoft.com/office/drawing/2014/main" id="{19809693-F2E3-42A1-87E3-A2739FFDAD82}"/>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934767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FAF5E5E-6EA4-4A43-983D-0C48CA9B0753}"/>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4" name="Graphic 12">
            <a:extLst>
              <a:ext uri="{FF2B5EF4-FFF2-40B4-BE49-F238E27FC236}">
                <a16:creationId xmlns:a16="http://schemas.microsoft.com/office/drawing/2014/main" id="{B0DFB78E-CD69-4F4C-AE45-6F40FCF86C6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64277586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292464"/>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0" name="Rectangle 9">
            <a:extLst>
              <a:ext uri="{FF2B5EF4-FFF2-40B4-BE49-F238E27FC236}">
                <a16:creationId xmlns:a16="http://schemas.microsoft.com/office/drawing/2014/main" id="{74B4345B-A524-488C-A063-AB52E74E7720}"/>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3" name="Graphic 12">
            <a:extLst>
              <a:ext uri="{FF2B5EF4-FFF2-40B4-BE49-F238E27FC236}">
                <a16:creationId xmlns:a16="http://schemas.microsoft.com/office/drawing/2014/main" id="{00BDBE5C-FAEC-4355-B53C-CB04DD0C3F3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775833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27243476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0510465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48512227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531102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0413943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4063010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907040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9883868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24348685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0755471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1554E-EAE4-4B4F-BD0C-EE22B6F11A1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2EA73D7A-E2A4-4A3A-85B0-9E9498CAF8E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9455265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8" name="Slide Number Placeholder 5">
            <a:extLst>
              <a:ext uri="{FF2B5EF4-FFF2-40B4-BE49-F238E27FC236}">
                <a16:creationId xmlns:a16="http://schemas.microsoft.com/office/drawing/2014/main" id="{584715DF-8F1D-4D98-BA52-64772637FED5}"/>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918386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3B465F0-03D2-4F19-9B30-B7B390891A5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7" name="Graphic 12">
            <a:extLst>
              <a:ext uri="{FF2B5EF4-FFF2-40B4-BE49-F238E27FC236}">
                <a16:creationId xmlns:a16="http://schemas.microsoft.com/office/drawing/2014/main" id="{3AFC19FE-03FC-4EBC-AEA3-3ABC9FD67FBD}"/>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71904899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C4351FD-D03E-466B-A677-D6028D5A69E5}"/>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9" name="Graphic 12">
            <a:extLst>
              <a:ext uri="{FF2B5EF4-FFF2-40B4-BE49-F238E27FC236}">
                <a16:creationId xmlns:a16="http://schemas.microsoft.com/office/drawing/2014/main" id="{328294B2-3E88-4EB3-A138-8B2BD56994A7}"/>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0345459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13731855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70995686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92614319"/>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1"/>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622179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7258258"/>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766415"/>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8" name="Rectangle 7">
            <a:extLst>
              <a:ext uri="{FF2B5EF4-FFF2-40B4-BE49-F238E27FC236}">
                <a16:creationId xmlns:a16="http://schemas.microsoft.com/office/drawing/2014/main" id="{FC3DFC7D-C32E-4AD7-9BD9-C7B1D9FB59D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1" name="Graphic 12">
            <a:extLst>
              <a:ext uri="{FF2B5EF4-FFF2-40B4-BE49-F238E27FC236}">
                <a16:creationId xmlns:a16="http://schemas.microsoft.com/office/drawing/2014/main" id="{DE6E563A-CD64-4F32-BC6F-E4EE5F4B4BC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8118683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5.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6" name="Rectangle 5">
            <a:extLst>
              <a:ext uri="{FF2B5EF4-FFF2-40B4-BE49-F238E27FC236}">
                <a16:creationId xmlns:a16="http://schemas.microsoft.com/office/drawing/2014/main" id="{53E30D83-BDA4-4DC1-9651-732FC429A4A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C29B246F-FB99-4E73-BF9B-CF89C2662FA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774522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6.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B9EC0EC0-A245-410F-9859-77595118E4BE}"/>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6" name="Graphic 12">
            <a:extLst>
              <a:ext uri="{FF2B5EF4-FFF2-40B4-BE49-F238E27FC236}">
                <a16:creationId xmlns:a16="http://schemas.microsoft.com/office/drawing/2014/main" id="{5025E076-DB38-406C-8F41-715C87947E2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spTree>
    <p:extLst>
      <p:ext uri="{BB962C8B-B14F-4D97-AF65-F5344CB8AC3E}">
        <p14:creationId xmlns:p14="http://schemas.microsoft.com/office/powerpoint/2010/main" val="3528657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203690476"/>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06638650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0"/>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198"/>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669658421"/>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0"/>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4"/>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49"/>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3"/>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3910317637"/>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1EA608C-0F52-497E-89CE-68D7FC37C49A}"/>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9" name="Graphic 12">
            <a:extLst>
              <a:ext uri="{FF2B5EF4-FFF2-40B4-BE49-F238E27FC236}">
                <a16:creationId xmlns:a16="http://schemas.microsoft.com/office/drawing/2014/main" id="{90728015-8B8E-47CC-84B3-FE9883D0F51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 name="Title 1"/>
          <p:cNvSpPr>
            <a:spLocks noGrp="1"/>
          </p:cNvSpPr>
          <p:nvPr>
            <p:ph type="title"/>
          </p:nvPr>
        </p:nvSpPr>
        <p:spPr>
          <a:xfrm>
            <a:off x="377825" y="1378817"/>
            <a:ext cx="9468000" cy="3214287"/>
          </a:xfrm>
        </p:spPr>
        <p:txBody>
          <a:bodyPr anchor="ctr"/>
          <a:lstStyle>
            <a:lvl1pPr>
              <a:defRPr sz="5751">
                <a:solidFill>
                  <a:schemeClr val="bg1"/>
                </a:solidFill>
              </a:defRPr>
            </a:lvl1pPr>
          </a:lstStyle>
          <a:p>
            <a:r>
              <a:rPr lang="en-US"/>
              <a:t>Click to edit Master title style</a:t>
            </a:r>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2506094994"/>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3BA434-4DC6-9643-BB32-06C61234CFD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5DAB46-F1DD-8C44-BD6C-FBE4C1AE1C0C}"/>
              </a:ext>
            </a:extLst>
          </p:cNvPr>
          <p:cNvSpPr>
            <a:spLocks noGrp="1"/>
          </p:cNvSpPr>
          <p:nvPr>
            <p:ph type="subTitle" idx="1"/>
          </p:nvPr>
        </p:nvSpPr>
        <p:spPr>
          <a:xfrm>
            <a:off x="1524000" y="3602037"/>
            <a:ext cx="9144000" cy="1655763"/>
          </a:xfrm>
          <a:prstGeom prst="rect">
            <a:avLst/>
          </a:prstGeo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Slide Number Placeholder 3">
            <a:extLst>
              <a:ext uri="{FF2B5EF4-FFF2-40B4-BE49-F238E27FC236}">
                <a16:creationId xmlns:a16="http://schemas.microsoft.com/office/drawing/2014/main" id="{1833327C-86EE-6447-9AD9-AAB246A4780A}"/>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431636775"/>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9C009-3FB8-4F4E-A482-AC79C73D06F8}"/>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71473403-38DE-7245-BBCC-89FA254EDD39}"/>
              </a:ext>
            </a:extLst>
          </p:cNvPr>
          <p:cNvSpPr>
            <a:spLocks noGrp="1"/>
          </p:cNvSpPr>
          <p:nvPr>
            <p:ph idx="1"/>
          </p:nvPr>
        </p:nvSpPr>
        <p:spPr>
          <a:xfrm>
            <a:off x="838200" y="1825625"/>
            <a:ext cx="10515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07142787"/>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708C3-C626-654D-A0FA-DB923469749D}"/>
              </a:ext>
            </a:extLst>
          </p:cNvPr>
          <p:cNvSpPr>
            <a:spLocks noGrp="1"/>
          </p:cNvSpPr>
          <p:nvPr>
            <p:ph type="title"/>
          </p:nvPr>
        </p:nvSpPr>
        <p:spPr>
          <a:xfrm>
            <a:off x="831851" y="1709740"/>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7F1E135-EB15-424A-B1F7-4FC562736B87}"/>
              </a:ext>
            </a:extLst>
          </p:cNvPr>
          <p:cNvSpPr>
            <a:spLocks noGrp="1"/>
          </p:cNvSpPr>
          <p:nvPr>
            <p:ph type="body" idx="1"/>
          </p:nvPr>
        </p:nvSpPr>
        <p:spPr>
          <a:xfrm>
            <a:off x="831851" y="4589464"/>
            <a:ext cx="10515600" cy="1500187"/>
          </a:xfrm>
          <a:prstGeom prst="rect">
            <a:avLst/>
          </a:prstGeo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1922331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31E2A-71F5-314A-8195-1C12263FADA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5E581B18-65FC-804C-9048-FBB6E446B7A0}"/>
              </a:ext>
            </a:extLst>
          </p:cNvPr>
          <p:cNvSpPr>
            <a:spLocks noGrp="1"/>
          </p:cNvSpPr>
          <p:nvPr>
            <p:ph sz="half" idx="1"/>
          </p:nvPr>
        </p:nvSpPr>
        <p:spPr>
          <a:xfrm>
            <a:off x="838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3706A9-D9EF-704C-8407-0A4E83A25B1D}"/>
              </a:ext>
            </a:extLst>
          </p:cNvPr>
          <p:cNvSpPr>
            <a:spLocks noGrp="1"/>
          </p:cNvSpPr>
          <p:nvPr>
            <p:ph sz="half" idx="2"/>
          </p:nvPr>
        </p:nvSpPr>
        <p:spPr>
          <a:xfrm>
            <a:off x="6172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02804831"/>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FCC3A-C895-414A-BDE1-5B80F1E60FA9}"/>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DA8186EE-C912-8D42-A89B-45D1C1D740AC}"/>
              </a:ext>
            </a:extLst>
          </p:cNvPr>
          <p:cNvSpPr>
            <a:spLocks noGrp="1"/>
          </p:cNvSpPr>
          <p:nvPr>
            <p:ph type="body" idx="1"/>
          </p:nvPr>
        </p:nvSpPr>
        <p:spPr>
          <a:xfrm>
            <a:off x="839789" y="1681163"/>
            <a:ext cx="5157787" cy="823912"/>
          </a:xfrm>
          <a:prstGeom prst="rect">
            <a:avLst/>
          </a:prstGeo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B74E58-BCB0-F244-B381-A4906AA48744}"/>
              </a:ext>
            </a:extLst>
          </p:cNvPr>
          <p:cNvSpPr>
            <a:spLocks noGrp="1"/>
          </p:cNvSpPr>
          <p:nvPr>
            <p:ph sz="half" idx="2"/>
          </p:nvPr>
        </p:nvSpPr>
        <p:spPr>
          <a:xfrm>
            <a:off x="839789"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3217A4E-A330-0546-87B2-BCCA9F06DA74}"/>
              </a:ext>
            </a:extLst>
          </p:cNvPr>
          <p:cNvSpPr>
            <a:spLocks noGrp="1"/>
          </p:cNvSpPr>
          <p:nvPr>
            <p:ph type="body" sz="quarter" idx="3"/>
          </p:nvPr>
        </p:nvSpPr>
        <p:spPr>
          <a:xfrm>
            <a:off x="6172201" y="1681163"/>
            <a:ext cx="5183188" cy="823912"/>
          </a:xfrm>
          <a:prstGeom prst="rect">
            <a:avLst/>
          </a:prstGeo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44BD0C7-D4E8-DB4E-9756-6310EEDB9EEF}"/>
              </a:ext>
            </a:extLst>
          </p:cNvPr>
          <p:cNvSpPr>
            <a:spLocks noGrp="1"/>
          </p:cNvSpPr>
          <p:nvPr>
            <p:ph sz="quarter" idx="4"/>
          </p:nvPr>
        </p:nvSpPr>
        <p:spPr>
          <a:xfrm>
            <a:off x="6172201"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16970020"/>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3B4C5-B772-164F-AB4C-23052772E0D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3558569353"/>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5241040"/>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D9266-609B-8645-BE71-EF0B0D038572}"/>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8EB0FA9-02F6-8643-8756-9DACD877BA79}"/>
              </a:ext>
            </a:extLst>
          </p:cNvPr>
          <p:cNvSpPr>
            <a:spLocks noGrp="1"/>
          </p:cNvSpPr>
          <p:nvPr>
            <p:ph idx="1"/>
          </p:nvPr>
        </p:nvSpPr>
        <p:spPr>
          <a:xfrm>
            <a:off x="5183188" y="987426"/>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1D38FE-0AE4-CA48-93BA-08D33D8CEF1A}"/>
              </a:ext>
            </a:extLst>
          </p:cNvPr>
          <p:cNvSpPr>
            <a:spLocks noGrp="1"/>
          </p:cNvSpPr>
          <p:nvPr>
            <p:ph type="body" sz="half" idx="2"/>
          </p:nvPr>
        </p:nvSpPr>
        <p:spPr>
          <a:xfrm>
            <a:off x="839788" y="2057401"/>
            <a:ext cx="3932237" cy="3811588"/>
          </a:xfrm>
          <a:prstGeom prst="rect">
            <a:avLst/>
          </a:prstGeo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Tree>
    <p:extLst>
      <p:ext uri="{BB962C8B-B14F-4D97-AF65-F5344CB8AC3E}">
        <p14:creationId xmlns:p14="http://schemas.microsoft.com/office/powerpoint/2010/main" val="2133932197"/>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BA00A-9CC3-5E4D-9918-EC4E1E2E953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2A38C11-C39C-D34A-9359-AD4F0D59F7FA}"/>
              </a:ext>
            </a:extLst>
          </p:cNvPr>
          <p:cNvSpPr>
            <a:spLocks noGrp="1"/>
          </p:cNvSpPr>
          <p:nvPr>
            <p:ph type="pic" idx="1"/>
          </p:nvPr>
        </p:nvSpPr>
        <p:spPr>
          <a:xfrm>
            <a:off x="5183188" y="987426"/>
            <a:ext cx="6172200" cy="4873625"/>
          </a:xfrm>
          <a:prstGeom prst="rect">
            <a:avLst/>
          </a:prstGeo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a:extLst>
              <a:ext uri="{FF2B5EF4-FFF2-40B4-BE49-F238E27FC236}">
                <a16:creationId xmlns:a16="http://schemas.microsoft.com/office/drawing/2014/main" id="{0543B0BE-CA42-7D42-BED3-179B34A03F36}"/>
              </a:ext>
            </a:extLst>
          </p:cNvPr>
          <p:cNvSpPr>
            <a:spLocks noGrp="1"/>
          </p:cNvSpPr>
          <p:nvPr>
            <p:ph type="body" sz="half" idx="2"/>
          </p:nvPr>
        </p:nvSpPr>
        <p:spPr>
          <a:xfrm>
            <a:off x="839788" y="2057401"/>
            <a:ext cx="3932237" cy="3811588"/>
          </a:xfrm>
          <a:prstGeom prst="rect">
            <a:avLst/>
          </a:prstGeo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Tree>
    <p:extLst>
      <p:ext uri="{BB962C8B-B14F-4D97-AF65-F5344CB8AC3E}">
        <p14:creationId xmlns:p14="http://schemas.microsoft.com/office/powerpoint/2010/main" val="702408607"/>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8560-8B5E-0940-A5EF-BFE6D7DD1F5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3B23376-6A63-1D4B-97A8-8DEDE9BD73E0}"/>
              </a:ext>
            </a:extLst>
          </p:cNvPr>
          <p:cNvSpPr>
            <a:spLocks noGrp="1"/>
          </p:cNvSpPr>
          <p:nvPr>
            <p:ph type="body" orient="vert" idx="1"/>
          </p:nvPr>
        </p:nvSpPr>
        <p:spPr>
          <a:xfrm>
            <a:off x="838200" y="1825625"/>
            <a:ext cx="10515600" cy="4351339"/>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80077326"/>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2D6992-FBD3-134B-851F-43544AEA3722}"/>
              </a:ext>
            </a:extLst>
          </p:cNvPr>
          <p:cNvSpPr>
            <a:spLocks noGrp="1"/>
          </p:cNvSpPr>
          <p:nvPr>
            <p:ph type="title" orient="vert"/>
          </p:nvPr>
        </p:nvSpPr>
        <p:spPr>
          <a:xfrm>
            <a:off x="8724901" y="365126"/>
            <a:ext cx="2628900" cy="5811839"/>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ED0467C-4C39-A543-AAF4-A55F046D5C26}"/>
              </a:ext>
            </a:extLst>
          </p:cNvPr>
          <p:cNvSpPr>
            <a:spLocks noGrp="1"/>
          </p:cNvSpPr>
          <p:nvPr>
            <p:ph type="body" orient="vert" idx="1"/>
          </p:nvPr>
        </p:nvSpPr>
        <p:spPr>
          <a:xfrm>
            <a:off x="838201" y="365126"/>
            <a:ext cx="7734300" cy="5811839"/>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17602096"/>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31E720-419D-A44C-8A39-3510D95330DB}"/>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a:srcRect/>
          <a:stretch/>
        </p:blipFill>
        <p:spPr>
          <a:xfrm>
            <a:off x="4870315" y="6060351"/>
            <a:ext cx="2451372" cy="612843"/>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2400">
              <a:latin typeface="+mj-lt"/>
            </a:endParaRPr>
          </a:p>
        </p:txBody>
      </p:sp>
    </p:spTree>
    <p:extLst>
      <p:ext uri="{BB962C8B-B14F-4D97-AF65-F5344CB8AC3E}">
        <p14:creationId xmlns:p14="http://schemas.microsoft.com/office/powerpoint/2010/main" val="347734643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theme" Target="../theme/theme1.xml"/><Relationship Id="rId75"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4.xml"/><Relationship Id="rId2" Type="http://schemas.openxmlformats.org/officeDocument/2006/relationships/slideLayout" Target="../slideLayouts/slideLayout75.xml"/><Relationship Id="rId3" Type="http://schemas.openxmlformats.org/officeDocument/2006/relationships/slideLayout" Target="../slideLayouts/slideLayout76.xml"/><Relationship Id="rId4" Type="http://schemas.openxmlformats.org/officeDocument/2006/relationships/slideLayout" Target="../slideLayouts/slideLayout77.xml"/><Relationship Id="rId5" Type="http://schemas.openxmlformats.org/officeDocument/2006/relationships/slideLayout" Target="../slideLayouts/slideLayout78.xml"/><Relationship Id="rId6" Type="http://schemas.openxmlformats.org/officeDocument/2006/relationships/slideLayout" Target="../slideLayouts/slideLayout79.xml"/><Relationship Id="rId7" Type="http://schemas.openxmlformats.org/officeDocument/2006/relationships/slideLayout" Target="../slideLayouts/slideLayout80.xml"/><Relationship Id="rId8" Type="http://schemas.openxmlformats.org/officeDocument/2006/relationships/slideLayout" Target="../slideLayouts/slideLayout81.xml"/><Relationship Id="rId9" Type="http://schemas.openxmlformats.org/officeDocument/2006/relationships/slideLayout" Target="../slideLayouts/slideLayout82.xml"/><Relationship Id="rId10" Type="http://schemas.openxmlformats.org/officeDocument/2006/relationships/slideLayout" Target="../slideLayouts/slideLayout83.xml"/><Relationship Id="rId11" Type="http://schemas.openxmlformats.org/officeDocument/2006/relationships/slideLayout" Target="../slideLayouts/slideLayout84.xml"/><Relationship Id="rId12" Type="http://schemas.openxmlformats.org/officeDocument/2006/relationships/slideLayout" Target="../slideLayouts/slideLayout85.xml"/><Relationship Id="rId13" Type="http://schemas.openxmlformats.org/officeDocument/2006/relationships/slideLayout" Target="../slideLayouts/slideLayout86.xml"/><Relationship Id="rId14" Type="http://schemas.openxmlformats.org/officeDocument/2006/relationships/slideLayout" Target="../slideLayouts/slideLayout87.xml"/><Relationship Id="rId15" Type="http://schemas.openxmlformats.org/officeDocument/2006/relationships/slideLayout" Target="../slideLayouts/slideLayout88.xml"/><Relationship Id="rId1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slideLayout" Target="../slideLayouts/slideLayout90.xml"/><Relationship Id="rId3" Type="http://schemas.openxmlformats.org/officeDocument/2006/relationships/slideLayout" Target="../slideLayouts/slideLayout91.xml"/><Relationship Id="rId4" Type="http://schemas.openxmlformats.org/officeDocument/2006/relationships/slideLayout" Target="../slideLayouts/slideLayout92.xml"/><Relationship Id="rId5" Type="http://schemas.openxmlformats.org/officeDocument/2006/relationships/slideLayout" Target="../slideLayouts/slideLayout93.xml"/><Relationship Id="rId6" Type="http://schemas.openxmlformats.org/officeDocument/2006/relationships/slideLayout" Target="../slideLayouts/slideLayout94.xml"/><Relationship Id="rId7" Type="http://schemas.openxmlformats.org/officeDocument/2006/relationships/slideLayout" Target="../slideLayouts/slideLayout95.xml"/><Relationship Id="rId8" Type="http://schemas.openxmlformats.org/officeDocument/2006/relationships/slideLayout" Target="../slideLayouts/slideLayout96.xml"/><Relationship Id="rId9" Type="http://schemas.openxmlformats.org/officeDocument/2006/relationships/slideLayout" Target="../slideLayouts/slideLayout97.xml"/><Relationship Id="rId10" Type="http://schemas.openxmlformats.org/officeDocument/2006/relationships/slideLayout" Target="../slideLayouts/slideLayout98.xml"/><Relationship Id="rId11" Type="http://schemas.openxmlformats.org/officeDocument/2006/relationships/slideLayout" Target="../slideLayouts/slideLayout99.xml"/><Relationship Id="rId12" Type="http://schemas.openxmlformats.org/officeDocument/2006/relationships/slideLayout" Target="../slideLayouts/slideLayout100.xml"/><Relationship Id="rId13" Type="http://schemas.openxmlformats.org/officeDocument/2006/relationships/slideLayout" Target="../slideLayouts/slideLayout101.xml"/><Relationship Id="rId14" Type="http://schemas.openxmlformats.org/officeDocument/2006/relationships/slideLayout" Target="../slideLayouts/slideLayout102.xml"/><Relationship Id="rId15" Type="http://schemas.openxmlformats.org/officeDocument/2006/relationships/slideLayout" Target="../slideLayouts/slideLayout103.xml"/><Relationship Id="rId16" Type="http://schemas.openxmlformats.org/officeDocument/2006/relationships/slideLayout" Target="../slideLayouts/slideLayout104.xml"/><Relationship Id="rId17" Type="http://schemas.openxmlformats.org/officeDocument/2006/relationships/slideLayout" Target="../slideLayouts/slideLayout105.xml"/><Relationship Id="rId18" Type="http://schemas.openxmlformats.org/officeDocument/2006/relationships/slideLayout" Target="../slideLayouts/slideLayout106.xml"/><Relationship Id="rId19" Type="http://schemas.openxmlformats.org/officeDocument/2006/relationships/slideLayout" Target="../slideLayouts/slideLayout107.xml"/><Relationship Id="rId20" Type="http://schemas.openxmlformats.org/officeDocument/2006/relationships/slideLayout" Target="../slideLayouts/slideLayout108.xml"/><Relationship Id="rId21" Type="http://schemas.openxmlformats.org/officeDocument/2006/relationships/slideLayout" Target="../slideLayouts/slideLayout109.xml"/><Relationship Id="rId22" Type="http://schemas.openxmlformats.org/officeDocument/2006/relationships/slideLayout" Target="../slideLayouts/slideLayout110.xml"/><Relationship Id="rId23" Type="http://schemas.openxmlformats.org/officeDocument/2006/relationships/slideLayout" Target="../slideLayouts/slideLayout111.xml"/><Relationship Id="rId24" Type="http://schemas.openxmlformats.org/officeDocument/2006/relationships/slideLayout" Target="../slideLayouts/slideLayout112.xml"/><Relationship Id="rId25" Type="http://schemas.openxmlformats.org/officeDocument/2006/relationships/slideLayout" Target="../slideLayouts/slideLayout113.xml"/><Relationship Id="rId26" Type="http://schemas.openxmlformats.org/officeDocument/2006/relationships/slideLayout" Target="../slideLayouts/slideLayout114.xml"/><Relationship Id="rId27" Type="http://schemas.openxmlformats.org/officeDocument/2006/relationships/slideLayout" Target="../slideLayouts/slideLayout115.xml"/><Relationship Id="rId28" Type="http://schemas.openxmlformats.org/officeDocument/2006/relationships/slideLayout" Target="../slideLayouts/slideLayout116.xml"/><Relationship Id="rId29" Type="http://schemas.openxmlformats.org/officeDocument/2006/relationships/slideLayout" Target="../slideLayouts/slideLayout117.xml"/><Relationship Id="rId30" Type="http://schemas.openxmlformats.org/officeDocument/2006/relationships/slideLayout" Target="../slideLayouts/slideLayout118.xml"/><Relationship Id="rId31" Type="http://schemas.openxmlformats.org/officeDocument/2006/relationships/slideLayout" Target="../slideLayouts/slideLayout119.xml"/><Relationship Id="rId32" Type="http://schemas.openxmlformats.org/officeDocument/2006/relationships/slideLayout" Target="../slideLayouts/slideLayout120.xml"/><Relationship Id="rId33" Type="http://schemas.openxmlformats.org/officeDocument/2006/relationships/slideLayout" Target="../slideLayouts/slideLayout121.xml"/><Relationship Id="rId34" Type="http://schemas.openxmlformats.org/officeDocument/2006/relationships/slideLayout" Target="../slideLayouts/slideLayout122.xml"/><Relationship Id="rId35" Type="http://schemas.openxmlformats.org/officeDocument/2006/relationships/slideLayout" Target="../slideLayouts/slideLayout123.xml"/><Relationship Id="rId36" Type="http://schemas.openxmlformats.org/officeDocument/2006/relationships/slideLayout" Target="../slideLayouts/slideLayout124.xml"/><Relationship Id="rId37" Type="http://schemas.openxmlformats.org/officeDocument/2006/relationships/slideLayout" Target="../slideLayouts/slideLayout125.xml"/><Relationship Id="rId38" Type="http://schemas.openxmlformats.org/officeDocument/2006/relationships/slideLayout" Target="../slideLayouts/slideLayout126.xml"/><Relationship Id="rId39" Type="http://schemas.openxmlformats.org/officeDocument/2006/relationships/slideLayout" Target="../slideLayouts/slideLayout127.xml"/><Relationship Id="rId40" Type="http://schemas.openxmlformats.org/officeDocument/2006/relationships/slideLayout" Target="../slideLayouts/slideLayout128.xml"/><Relationship Id="rId41" Type="http://schemas.openxmlformats.org/officeDocument/2006/relationships/slideLayout" Target="../slideLayouts/slideLayout129.xml"/><Relationship Id="rId42" Type="http://schemas.openxmlformats.org/officeDocument/2006/relationships/slideLayout" Target="../slideLayouts/slideLayout130.xml"/><Relationship Id="rId43" Type="http://schemas.openxmlformats.org/officeDocument/2006/relationships/slideLayout" Target="../slideLayouts/slideLayout131.xml"/><Relationship Id="rId44" Type="http://schemas.openxmlformats.org/officeDocument/2006/relationships/slideLayout" Target="../slideLayouts/slideLayout132.xml"/><Relationship Id="rId45" Type="http://schemas.openxmlformats.org/officeDocument/2006/relationships/slideLayout" Target="../slideLayouts/slideLayout133.xml"/><Relationship Id="rId46" Type="http://schemas.openxmlformats.org/officeDocument/2006/relationships/slideLayout" Target="../slideLayouts/slideLayout134.xml"/><Relationship Id="rId47" Type="http://schemas.openxmlformats.org/officeDocument/2006/relationships/slideLayout" Target="../slideLayouts/slideLayout135.xml"/><Relationship Id="rId48" Type="http://schemas.openxmlformats.org/officeDocument/2006/relationships/slideLayout" Target="../slideLayouts/slideLayout136.xml"/><Relationship Id="rId49" Type="http://schemas.openxmlformats.org/officeDocument/2006/relationships/slideLayout" Target="../slideLayouts/slideLayout137.xml"/><Relationship Id="rId50" Type="http://schemas.openxmlformats.org/officeDocument/2006/relationships/slideLayout" Target="../slideLayouts/slideLayout138.xml"/><Relationship Id="rId51" Type="http://schemas.openxmlformats.org/officeDocument/2006/relationships/slideLayout" Target="../slideLayouts/slideLayout139.xml"/><Relationship Id="rId52" Type="http://schemas.openxmlformats.org/officeDocument/2006/relationships/slideLayout" Target="../slideLayouts/slideLayout140.xml"/><Relationship Id="rId53" Type="http://schemas.openxmlformats.org/officeDocument/2006/relationships/slideLayout" Target="../slideLayouts/slideLayout141.xml"/><Relationship Id="rId54" Type="http://schemas.openxmlformats.org/officeDocument/2006/relationships/slideLayout" Target="../slideLayouts/slideLayout142.xml"/><Relationship Id="rId55" Type="http://schemas.openxmlformats.org/officeDocument/2006/relationships/slideLayout" Target="../slideLayouts/slideLayout143.xml"/><Relationship Id="rId56" Type="http://schemas.openxmlformats.org/officeDocument/2006/relationships/slideLayout" Target="../slideLayouts/slideLayout144.xml"/><Relationship Id="rId57" Type="http://schemas.openxmlformats.org/officeDocument/2006/relationships/slideLayout" Target="../slideLayouts/slideLayout145.xml"/><Relationship Id="rId58" Type="http://schemas.openxmlformats.org/officeDocument/2006/relationships/slideLayout" Target="../slideLayouts/slideLayout146.xml"/><Relationship Id="rId59" Type="http://schemas.openxmlformats.org/officeDocument/2006/relationships/slideLayout" Target="../slideLayouts/slideLayout147.xml"/><Relationship Id="rId60" Type="http://schemas.openxmlformats.org/officeDocument/2006/relationships/slideLayout" Target="../slideLayouts/slideLayout148.xml"/><Relationship Id="rId61" Type="http://schemas.openxmlformats.org/officeDocument/2006/relationships/slideLayout" Target="../slideLayouts/slideLayout149.xml"/><Relationship Id="rId62" Type="http://schemas.openxmlformats.org/officeDocument/2006/relationships/slideLayout" Target="../slideLayouts/slideLayout150.xml"/><Relationship Id="rId63" Type="http://schemas.openxmlformats.org/officeDocument/2006/relationships/slideLayout" Target="../slideLayouts/slideLayout151.xml"/><Relationship Id="rId64" Type="http://schemas.openxmlformats.org/officeDocument/2006/relationships/slideLayout" Target="../slideLayouts/slideLayout152.xml"/><Relationship Id="rId65" Type="http://schemas.openxmlformats.org/officeDocument/2006/relationships/slideLayout" Target="../slideLayouts/slideLayout153.xml"/><Relationship Id="rId66" Type="http://schemas.openxmlformats.org/officeDocument/2006/relationships/slideLayout" Target="../slideLayouts/slideLayout154.xml"/><Relationship Id="rId67" Type="http://schemas.openxmlformats.org/officeDocument/2006/relationships/slideLayout" Target="../slideLayouts/slideLayout155.xml"/><Relationship Id="rId68" Type="http://schemas.openxmlformats.org/officeDocument/2006/relationships/slideLayout" Target="../slideLayouts/slideLayout156.xml"/><Relationship Id="rId69" Type="http://schemas.openxmlformats.org/officeDocument/2006/relationships/slideLayout" Target="../slideLayouts/slideLayout157.xml"/><Relationship Id="rId70" Type="http://schemas.openxmlformats.org/officeDocument/2006/relationships/slideLayout" Target="../slideLayouts/slideLayout158.xml"/><Relationship Id="rId71" Type="http://schemas.openxmlformats.org/officeDocument/2006/relationships/slideLayout" Target="../slideLayouts/slideLayout159.xml"/><Relationship Id="rId72" Type="http://schemas.openxmlformats.org/officeDocument/2006/relationships/slideLayout" Target="../slideLayouts/slideLayout160.xml"/><Relationship Id="rId73" Type="http://schemas.openxmlformats.org/officeDocument/2006/relationships/slideLayout" Target="../slideLayouts/slideLayout161.xml"/><Relationship Id="rId74" Type="http://schemas.openxmlformats.org/officeDocument/2006/relationships/slideLayout" Target="../slideLayouts/slideLayout162.xml"/><Relationship Id="rId75" Type="http://schemas.openxmlformats.org/officeDocument/2006/relationships/slideLayout" Target="../slideLayouts/slideLayout163.xml"/><Relationship Id="rId76" Type="http://schemas.openxmlformats.org/officeDocument/2006/relationships/slideLayout" Target="../slideLayouts/slideLayout164.xml"/><Relationship Id="rId77" Type="http://schemas.openxmlformats.org/officeDocument/2006/relationships/slideLayout" Target="../slideLayouts/slideLayout165.xml"/><Relationship Id="rId78" Type="http://schemas.openxmlformats.org/officeDocument/2006/relationships/slideLayout" Target="../slideLayouts/slideLayout166.xml"/><Relationship Id="rId79" Type="http://schemas.openxmlformats.org/officeDocument/2006/relationships/slideLayout" Target="../slideLayouts/slideLayout167.xml"/><Relationship Id="rId80" Type="http://schemas.openxmlformats.org/officeDocument/2006/relationships/slideLayout" Target="../slideLayouts/slideLayout168.xml"/><Relationship Id="rId81" Type="http://schemas.openxmlformats.org/officeDocument/2006/relationships/slideLayout" Target="../slideLayouts/slideLayout169.xml"/><Relationship Id="rId82" Type="http://schemas.openxmlformats.org/officeDocument/2006/relationships/slideLayout" Target="../slideLayouts/slideLayout170.xml"/><Relationship Id="rId83" Type="http://schemas.openxmlformats.org/officeDocument/2006/relationships/slideLayout" Target="../slideLayouts/slideLayout171.xml"/><Relationship Id="rId84" Type="http://schemas.openxmlformats.org/officeDocument/2006/relationships/slideLayout" Target="../slideLayouts/slideLayout172.xml"/><Relationship Id="rId85" Type="http://schemas.openxmlformats.org/officeDocument/2006/relationships/theme" Target="../theme/theme3.xml"/><Relationship Id="rId86" Type="http://schemas.openxmlformats.org/officeDocument/2006/relationships/tags" Target="../tags/tag3.xml"/><Relationship Id="rId87" Type="http://schemas.openxmlformats.org/officeDocument/2006/relationships/oleObject" Target="../embeddings/oleObject2.bin"/><Relationship Id="rId88" Type="http://schemas.openxmlformats.org/officeDocument/2006/relationships/image" Target="../media/image12.emf"/><Relationship Id="rId89" Type="http://schemas.openxmlformats.org/officeDocument/2006/relationships/image" Target="../media/image13.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73.xml"/><Relationship Id="rId2" Type="http://schemas.openxmlformats.org/officeDocument/2006/relationships/slideLayout" Target="../slideLayouts/slideLayout174.xml"/><Relationship Id="rId3" Type="http://schemas.openxmlformats.org/officeDocument/2006/relationships/slideLayout" Target="../slideLayouts/slideLayout175.xml"/><Relationship Id="rId4" Type="http://schemas.openxmlformats.org/officeDocument/2006/relationships/slideLayout" Target="../slideLayouts/slideLayout176.xml"/><Relationship Id="rId5" Type="http://schemas.openxmlformats.org/officeDocument/2006/relationships/slideLayout" Target="../slideLayouts/slideLayout177.xml"/><Relationship Id="rId6" Type="http://schemas.openxmlformats.org/officeDocument/2006/relationships/slideLayout" Target="../slideLayouts/slideLayout178.xml"/><Relationship Id="rId7" Type="http://schemas.openxmlformats.org/officeDocument/2006/relationships/slideLayout" Target="../slideLayouts/slideLayout179.xml"/><Relationship Id="rId8" Type="http://schemas.openxmlformats.org/officeDocument/2006/relationships/slideLayout" Target="../slideLayouts/slideLayout180.xml"/><Relationship Id="rId9" Type="http://schemas.openxmlformats.org/officeDocument/2006/relationships/slideLayout" Target="../slideLayouts/slideLayout181.xml"/><Relationship Id="rId10" Type="http://schemas.openxmlformats.org/officeDocument/2006/relationships/slideLayout" Target="../slideLayouts/slideLayout182.xml"/><Relationship Id="rId11" Type="http://schemas.openxmlformats.org/officeDocument/2006/relationships/slideLayout" Target="../slideLayouts/slideLayout183.xml"/><Relationship Id="rId12" Type="http://schemas.openxmlformats.org/officeDocument/2006/relationships/slideLayout" Target="../slideLayouts/slideLayout184.xml"/><Relationship Id="rId13" Type="http://schemas.openxmlformats.org/officeDocument/2006/relationships/slideLayout" Target="../slideLayouts/slideLayout185.xml"/><Relationship Id="rId14" Type="http://schemas.openxmlformats.org/officeDocument/2006/relationships/slideLayout" Target="../slideLayouts/slideLayout186.xml"/><Relationship Id="rId15" Type="http://schemas.openxmlformats.org/officeDocument/2006/relationships/slideLayout" Target="../slideLayouts/slideLayout187.xml"/><Relationship Id="rId16" Type="http://schemas.openxmlformats.org/officeDocument/2006/relationships/slideLayout" Target="../slideLayouts/slideLayout188.xml"/><Relationship Id="rId17" Type="http://schemas.openxmlformats.org/officeDocument/2006/relationships/slideLayout" Target="../slideLayouts/slideLayout189.xml"/><Relationship Id="rId18" Type="http://schemas.openxmlformats.org/officeDocument/2006/relationships/slideLayout" Target="../slideLayouts/slideLayout190.xml"/><Relationship Id="rId19" Type="http://schemas.openxmlformats.org/officeDocument/2006/relationships/slideLayout" Target="../slideLayouts/slideLayout191.xml"/><Relationship Id="rId20" Type="http://schemas.openxmlformats.org/officeDocument/2006/relationships/slideLayout" Target="../slideLayouts/slideLayout192.xml"/><Relationship Id="rId21" Type="http://schemas.openxmlformats.org/officeDocument/2006/relationships/slideLayout" Target="../slideLayouts/slideLayout193.xml"/><Relationship Id="rId22" Type="http://schemas.openxmlformats.org/officeDocument/2006/relationships/slideLayout" Target="../slideLayouts/slideLayout194.xml"/><Relationship Id="rId23" Type="http://schemas.openxmlformats.org/officeDocument/2006/relationships/slideLayout" Target="../slideLayouts/slideLayout195.xml"/><Relationship Id="rId24" Type="http://schemas.openxmlformats.org/officeDocument/2006/relationships/slideLayout" Target="../slideLayouts/slideLayout196.xml"/><Relationship Id="rId25" Type="http://schemas.openxmlformats.org/officeDocument/2006/relationships/slideLayout" Target="../slideLayouts/slideLayout197.xml"/><Relationship Id="rId26" Type="http://schemas.openxmlformats.org/officeDocument/2006/relationships/slideLayout" Target="../slideLayouts/slideLayout198.xml"/><Relationship Id="rId27" Type="http://schemas.openxmlformats.org/officeDocument/2006/relationships/slideLayout" Target="../slideLayouts/slideLayout199.xml"/><Relationship Id="rId28" Type="http://schemas.openxmlformats.org/officeDocument/2006/relationships/slideLayout" Target="../slideLayouts/slideLayout200.xml"/><Relationship Id="rId29" Type="http://schemas.openxmlformats.org/officeDocument/2006/relationships/slideLayout" Target="../slideLayouts/slideLayout201.xml"/><Relationship Id="rId30" Type="http://schemas.openxmlformats.org/officeDocument/2006/relationships/slideLayout" Target="../slideLayouts/slideLayout202.xml"/><Relationship Id="rId31" Type="http://schemas.openxmlformats.org/officeDocument/2006/relationships/slideLayout" Target="../slideLayouts/slideLayout203.xml"/><Relationship Id="rId32" Type="http://schemas.openxmlformats.org/officeDocument/2006/relationships/slideLayout" Target="../slideLayouts/slideLayout204.xml"/><Relationship Id="rId33" Type="http://schemas.openxmlformats.org/officeDocument/2006/relationships/slideLayout" Target="../slideLayouts/slideLayout205.xml"/><Relationship Id="rId34" Type="http://schemas.openxmlformats.org/officeDocument/2006/relationships/slideLayout" Target="../slideLayouts/slideLayout206.xml"/><Relationship Id="rId35" Type="http://schemas.openxmlformats.org/officeDocument/2006/relationships/slideLayout" Target="../slideLayouts/slideLayout207.xml"/><Relationship Id="rId36" Type="http://schemas.openxmlformats.org/officeDocument/2006/relationships/slideLayout" Target="../slideLayouts/slideLayout208.xml"/><Relationship Id="rId37" Type="http://schemas.openxmlformats.org/officeDocument/2006/relationships/slideLayout" Target="../slideLayouts/slideLayout209.xml"/><Relationship Id="rId38" Type="http://schemas.openxmlformats.org/officeDocument/2006/relationships/slideLayout" Target="../slideLayouts/slideLayout210.xml"/><Relationship Id="rId39" Type="http://schemas.openxmlformats.org/officeDocument/2006/relationships/slideLayout" Target="../slideLayouts/slideLayout211.xml"/><Relationship Id="rId40" Type="http://schemas.openxmlformats.org/officeDocument/2006/relationships/slideLayout" Target="../slideLayouts/slideLayout212.xml"/><Relationship Id="rId41" Type="http://schemas.openxmlformats.org/officeDocument/2006/relationships/slideLayout" Target="../slideLayouts/slideLayout213.xml"/><Relationship Id="rId42" Type="http://schemas.openxmlformats.org/officeDocument/2006/relationships/slideLayout" Target="../slideLayouts/slideLayout214.xml"/><Relationship Id="rId43" Type="http://schemas.openxmlformats.org/officeDocument/2006/relationships/slideLayout" Target="../slideLayouts/slideLayout215.xml"/><Relationship Id="rId44" Type="http://schemas.openxmlformats.org/officeDocument/2006/relationships/slideLayout" Target="../slideLayouts/slideLayout216.xml"/><Relationship Id="rId45" Type="http://schemas.openxmlformats.org/officeDocument/2006/relationships/theme" Target="../theme/theme4.xml"/><Relationship Id="rId46" Type="http://schemas.openxmlformats.org/officeDocument/2006/relationships/tags" Target="../tags/tag12.xml"/><Relationship Id="rId47" Type="http://schemas.openxmlformats.org/officeDocument/2006/relationships/oleObject" Target="../embeddings/oleObject5.bin"/><Relationship Id="rId48"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theme" Target="../theme/theme5.xml"/><Relationship Id="rId20" Type="http://schemas.openxmlformats.org/officeDocument/2006/relationships/tags" Target="../tags/tag13.xml"/><Relationship Id="rId21" Type="http://schemas.openxmlformats.org/officeDocument/2006/relationships/oleObject" Target="../embeddings/oleObject6.bin"/><Relationship Id="rId22" Type="http://schemas.openxmlformats.org/officeDocument/2006/relationships/image" Target="../media/image18.emf"/></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35.xml"/><Relationship Id="rId2" Type="http://schemas.openxmlformats.org/officeDocument/2006/relationships/slideLayout" Target="../slideLayouts/slideLayout236.xml"/><Relationship Id="rId3" Type="http://schemas.openxmlformats.org/officeDocument/2006/relationships/slideLayout" Target="../slideLayouts/slideLayout237.xml"/><Relationship Id="rId4" Type="http://schemas.openxmlformats.org/officeDocument/2006/relationships/slideLayout" Target="../slideLayouts/slideLayout238.xml"/><Relationship Id="rId5" Type="http://schemas.openxmlformats.org/officeDocument/2006/relationships/slideLayout" Target="../slideLayouts/slideLayout239.xml"/><Relationship Id="rId6" Type="http://schemas.openxmlformats.org/officeDocument/2006/relationships/slideLayout" Target="../slideLayouts/slideLayout240.xml"/><Relationship Id="rId7" Type="http://schemas.openxmlformats.org/officeDocument/2006/relationships/slideLayout" Target="../slideLayouts/slideLayout241.xml"/><Relationship Id="rId8" Type="http://schemas.openxmlformats.org/officeDocument/2006/relationships/slideLayout" Target="../slideLayouts/slideLayout242.xml"/><Relationship Id="rId9" Type="http://schemas.openxmlformats.org/officeDocument/2006/relationships/slideLayout" Target="../slideLayouts/slideLayout243.xml"/><Relationship Id="rId10" Type="http://schemas.openxmlformats.org/officeDocument/2006/relationships/slideLayout" Target="../slideLayouts/slideLayout244.xml"/><Relationship Id="rId11" Type="http://schemas.openxmlformats.org/officeDocument/2006/relationships/slideLayout" Target="../slideLayouts/slideLayout245.xml"/><Relationship Id="rId12" Type="http://schemas.openxmlformats.org/officeDocument/2006/relationships/slideLayout" Target="../slideLayouts/slideLayout246.xml"/><Relationship Id="rId13" Type="http://schemas.openxmlformats.org/officeDocument/2006/relationships/slideLayout" Target="../slideLayouts/slideLayout247.xml"/><Relationship Id="rId14" Type="http://schemas.openxmlformats.org/officeDocument/2006/relationships/slideLayout" Target="../slideLayouts/slideLayout248.xml"/><Relationship Id="rId15" Type="http://schemas.openxmlformats.org/officeDocument/2006/relationships/slideLayout" Target="../slideLayouts/slideLayout249.xml"/><Relationship Id="rId16" Type="http://schemas.openxmlformats.org/officeDocument/2006/relationships/slideLayout" Target="../slideLayouts/slideLayout250.xml"/><Relationship Id="rId17" Type="http://schemas.openxmlformats.org/officeDocument/2006/relationships/theme" Target="../theme/theme6.xml"/><Relationship Id="rId18" Type="http://schemas.openxmlformats.org/officeDocument/2006/relationships/tags" Target="../tags/tag16.xml"/><Relationship Id="rId19" Type="http://schemas.openxmlformats.org/officeDocument/2006/relationships/oleObject" Target="../embeddings/oleObject8.bin"/><Relationship Id="rId20" Type="http://schemas.openxmlformats.org/officeDocument/2006/relationships/image" Target="../media/image26.emf"/></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251.xml"/><Relationship Id="rId2" Type="http://schemas.openxmlformats.org/officeDocument/2006/relationships/slideLayout" Target="../slideLayouts/slideLayout252.xml"/><Relationship Id="rId3" Type="http://schemas.openxmlformats.org/officeDocument/2006/relationships/slideLayout" Target="../slideLayouts/slideLayout253.xml"/><Relationship Id="rId4" Type="http://schemas.openxmlformats.org/officeDocument/2006/relationships/slideLayout" Target="../slideLayouts/slideLayout254.xml"/><Relationship Id="rId5" Type="http://schemas.openxmlformats.org/officeDocument/2006/relationships/slideLayout" Target="../slideLayouts/slideLayout255.xml"/><Relationship Id="rId6" Type="http://schemas.openxmlformats.org/officeDocument/2006/relationships/slideLayout" Target="../slideLayouts/slideLayout256.xml"/><Relationship Id="rId7" Type="http://schemas.openxmlformats.org/officeDocument/2006/relationships/slideLayout" Target="../slideLayouts/slideLayout257.xml"/><Relationship Id="rId8" Type="http://schemas.openxmlformats.org/officeDocument/2006/relationships/slideLayout" Target="../slideLayouts/slideLayout258.xml"/><Relationship Id="rId9" Type="http://schemas.openxmlformats.org/officeDocument/2006/relationships/slideLayout" Target="../slideLayouts/slideLayout259.xml"/><Relationship Id="rId10" Type="http://schemas.openxmlformats.org/officeDocument/2006/relationships/slideLayout" Target="../slideLayouts/slideLayout260.xml"/><Relationship Id="rId11" Type="http://schemas.openxmlformats.org/officeDocument/2006/relationships/slideLayout" Target="../slideLayouts/slideLayout261.xml"/><Relationship Id="rId12" Type="http://schemas.openxmlformats.org/officeDocument/2006/relationships/slideLayout" Target="../slideLayouts/slideLayout262.xml"/><Relationship Id="rId13" Type="http://schemas.openxmlformats.org/officeDocument/2006/relationships/slideLayout" Target="../slideLayouts/slideLayout263.xml"/><Relationship Id="rId14" Type="http://schemas.openxmlformats.org/officeDocument/2006/relationships/slideLayout" Target="../slideLayouts/slideLayout264.xml"/><Relationship Id="rId15" Type="http://schemas.openxmlformats.org/officeDocument/2006/relationships/slideLayout" Target="../slideLayouts/slideLayout265.xml"/><Relationship Id="rId16" Type="http://schemas.openxmlformats.org/officeDocument/2006/relationships/slideLayout" Target="../slideLayouts/slideLayout266.xml"/><Relationship Id="rId17" Type="http://schemas.openxmlformats.org/officeDocument/2006/relationships/slideLayout" Target="../slideLayouts/slideLayout267.xml"/><Relationship Id="rId18" Type="http://schemas.openxmlformats.org/officeDocument/2006/relationships/slideLayout" Target="../slideLayouts/slideLayout268.xml"/><Relationship Id="rId19" Type="http://schemas.openxmlformats.org/officeDocument/2006/relationships/slideLayout" Target="../slideLayouts/slideLayout269.xml"/><Relationship Id="rId20" Type="http://schemas.openxmlformats.org/officeDocument/2006/relationships/slideLayout" Target="../slideLayouts/slideLayout270.xml"/><Relationship Id="rId21" Type="http://schemas.openxmlformats.org/officeDocument/2006/relationships/slideLayout" Target="../slideLayouts/slideLayout271.xml"/><Relationship Id="rId22" Type="http://schemas.openxmlformats.org/officeDocument/2006/relationships/slideLayout" Target="../slideLayouts/slideLayout272.xml"/><Relationship Id="rId23" Type="http://schemas.openxmlformats.org/officeDocument/2006/relationships/slideLayout" Target="../slideLayouts/slideLayout273.xml"/><Relationship Id="rId24" Type="http://schemas.openxmlformats.org/officeDocument/2006/relationships/slideLayout" Target="../slideLayouts/slideLayout274.xml"/><Relationship Id="rId25" Type="http://schemas.openxmlformats.org/officeDocument/2006/relationships/slideLayout" Target="../slideLayouts/slideLayout275.xml"/><Relationship Id="rId26" Type="http://schemas.openxmlformats.org/officeDocument/2006/relationships/slideLayout" Target="../slideLayouts/slideLayout276.xml"/><Relationship Id="rId27" Type="http://schemas.openxmlformats.org/officeDocument/2006/relationships/slideLayout" Target="../slideLayouts/slideLayout277.xml"/><Relationship Id="rId28" Type="http://schemas.openxmlformats.org/officeDocument/2006/relationships/slideLayout" Target="../slideLayouts/slideLayout278.xml"/><Relationship Id="rId29" Type="http://schemas.openxmlformats.org/officeDocument/2006/relationships/slideLayout" Target="../slideLayouts/slideLayout279.xml"/><Relationship Id="rId30" Type="http://schemas.openxmlformats.org/officeDocument/2006/relationships/slideLayout" Target="../slideLayouts/slideLayout280.xml"/><Relationship Id="rId31" Type="http://schemas.openxmlformats.org/officeDocument/2006/relationships/slideLayout" Target="../slideLayouts/slideLayout281.xml"/><Relationship Id="rId32" Type="http://schemas.openxmlformats.org/officeDocument/2006/relationships/slideLayout" Target="../slideLayouts/slideLayout282.xml"/><Relationship Id="rId33" Type="http://schemas.openxmlformats.org/officeDocument/2006/relationships/slideLayout" Target="../slideLayouts/slideLayout283.xml"/><Relationship Id="rId34" Type="http://schemas.openxmlformats.org/officeDocument/2006/relationships/slideLayout" Target="../slideLayouts/slideLayout284.xml"/><Relationship Id="rId35" Type="http://schemas.openxmlformats.org/officeDocument/2006/relationships/slideLayout" Target="../slideLayouts/slideLayout285.xml"/><Relationship Id="rId36" Type="http://schemas.openxmlformats.org/officeDocument/2006/relationships/slideLayout" Target="../slideLayouts/slideLayout286.xml"/><Relationship Id="rId37" Type="http://schemas.openxmlformats.org/officeDocument/2006/relationships/slideLayout" Target="../slideLayouts/slideLayout287.xml"/><Relationship Id="rId38" Type="http://schemas.openxmlformats.org/officeDocument/2006/relationships/slideLayout" Target="../slideLayouts/slideLayout288.xml"/><Relationship Id="rId39" Type="http://schemas.openxmlformats.org/officeDocument/2006/relationships/slideLayout" Target="../slideLayouts/slideLayout289.xml"/><Relationship Id="rId40" Type="http://schemas.openxmlformats.org/officeDocument/2006/relationships/slideLayout" Target="../slideLayouts/slideLayout290.xml"/><Relationship Id="rId41" Type="http://schemas.openxmlformats.org/officeDocument/2006/relationships/slideLayout" Target="../slideLayouts/slideLayout291.xml"/><Relationship Id="rId42" Type="http://schemas.openxmlformats.org/officeDocument/2006/relationships/slideLayout" Target="../slideLayouts/slideLayout292.xml"/><Relationship Id="rId43" Type="http://schemas.openxmlformats.org/officeDocument/2006/relationships/slideLayout" Target="../slideLayouts/slideLayout293.xml"/><Relationship Id="rId44" Type="http://schemas.openxmlformats.org/officeDocument/2006/relationships/slideLayout" Target="../slideLayouts/slideLayout294.xml"/><Relationship Id="rId45" Type="http://schemas.openxmlformats.org/officeDocument/2006/relationships/slideLayout" Target="../slideLayouts/slideLayout295.xml"/><Relationship Id="rId46" Type="http://schemas.openxmlformats.org/officeDocument/2006/relationships/slideLayout" Target="../slideLayouts/slideLayout296.xml"/><Relationship Id="rId47" Type="http://schemas.openxmlformats.org/officeDocument/2006/relationships/slideLayout" Target="../slideLayouts/slideLayout297.xml"/><Relationship Id="rId48" Type="http://schemas.openxmlformats.org/officeDocument/2006/relationships/slideLayout" Target="../slideLayouts/slideLayout298.xml"/><Relationship Id="rId49" Type="http://schemas.openxmlformats.org/officeDocument/2006/relationships/slideLayout" Target="../slideLayouts/slideLayout299.xml"/><Relationship Id="rId50" Type="http://schemas.openxmlformats.org/officeDocument/2006/relationships/slideLayout" Target="../slideLayouts/slideLayout300.xml"/><Relationship Id="rId51" Type="http://schemas.openxmlformats.org/officeDocument/2006/relationships/slideLayout" Target="../slideLayouts/slideLayout301.xml"/><Relationship Id="rId52" Type="http://schemas.openxmlformats.org/officeDocument/2006/relationships/slideLayout" Target="../slideLayouts/slideLayout302.xml"/><Relationship Id="rId53" Type="http://schemas.openxmlformats.org/officeDocument/2006/relationships/slideLayout" Target="../slideLayouts/slideLayout303.xml"/><Relationship Id="rId54" Type="http://schemas.openxmlformats.org/officeDocument/2006/relationships/theme" Target="../theme/theme7.xml"/><Relationship Id="rId55" Type="http://schemas.openxmlformats.org/officeDocument/2006/relationships/image" Target="../media/image10.png"/><Relationship Id="rId56" Type="http://schemas.openxmlformats.org/officeDocument/2006/relationships/image" Target="../media/image1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3" name="Graphic 12">
            <a:extLst>
              <a:ext uri="{FF2B5EF4-FFF2-40B4-BE49-F238E27FC236}">
                <a16:creationId xmlns:a16="http://schemas.microsoft.com/office/drawing/2014/main" id="{9699151A-712D-4B42-B57E-14532744C92E}"/>
              </a:ext>
            </a:extLst>
          </p:cNvPr>
          <p:cNvPicPr>
            <a:picLocks noChangeAspect="1"/>
          </p:cNvPicPr>
          <p:nvPr userDrawn="1"/>
        </p:nvPicPr>
        <p:blipFill>
          <a:blip r:embed="rId75"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0" y="192969"/>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0" y="1576551"/>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7E38C402-0E2C-B297-29CD-2C929636C9C8}"/>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3751961532"/>
      </p:ext>
    </p:extLst>
  </p:cSld>
  <p:clrMap bg1="lt1" tx1="dk1" bg2="lt2" tx2="dk2" accent1="accent1" accent2="accent2" accent3="accent3" accent4="accent4" accent5="accent5" accent6="accent6" hlink="hlink" folHlink="folHlink"/>
  <p:sldLayoutIdLst>
    <p:sldLayoutId id="2147483995" r:id="rId1"/>
    <p:sldLayoutId id="2147483996" r:id="rId2"/>
    <p:sldLayoutId id="2147483997" r:id="rId3"/>
    <p:sldLayoutId id="2147483998" r:id="rId4"/>
    <p:sldLayoutId id="2147483999" r:id="rId5"/>
    <p:sldLayoutId id="2147484000" r:id="rId6"/>
    <p:sldLayoutId id="2147484001" r:id="rId7"/>
    <p:sldLayoutId id="2147484002" r:id="rId8"/>
    <p:sldLayoutId id="2147484003" r:id="rId9"/>
    <p:sldLayoutId id="2147484004" r:id="rId10"/>
    <p:sldLayoutId id="2147484005" r:id="rId11"/>
    <p:sldLayoutId id="2147484006" r:id="rId12"/>
    <p:sldLayoutId id="2147484007" r:id="rId13"/>
    <p:sldLayoutId id="2147484008" r:id="rId14"/>
    <p:sldLayoutId id="2147484009" r:id="rId15"/>
    <p:sldLayoutId id="2147484010" r:id="rId16"/>
    <p:sldLayoutId id="2147484011" r:id="rId17"/>
    <p:sldLayoutId id="2147484012" r:id="rId18"/>
    <p:sldLayoutId id="2147484013" r:id="rId19"/>
    <p:sldLayoutId id="2147484014" r:id="rId20"/>
    <p:sldLayoutId id="2147484015" r:id="rId21"/>
    <p:sldLayoutId id="2147484016" r:id="rId22"/>
    <p:sldLayoutId id="2147484017" r:id="rId23"/>
    <p:sldLayoutId id="2147484018" r:id="rId24"/>
    <p:sldLayoutId id="2147484019" r:id="rId25"/>
    <p:sldLayoutId id="2147484020" r:id="rId26"/>
    <p:sldLayoutId id="2147484021" r:id="rId27"/>
    <p:sldLayoutId id="2147484022" r:id="rId28"/>
    <p:sldLayoutId id="2147484023" r:id="rId29"/>
    <p:sldLayoutId id="2147484024" r:id="rId30"/>
    <p:sldLayoutId id="2147484025" r:id="rId31"/>
    <p:sldLayoutId id="2147484026" r:id="rId32"/>
    <p:sldLayoutId id="2147484027" r:id="rId33"/>
    <p:sldLayoutId id="2147484028" r:id="rId34"/>
    <p:sldLayoutId id="2147484029" r:id="rId35"/>
    <p:sldLayoutId id="2147484030" r:id="rId36"/>
    <p:sldLayoutId id="2147484031" r:id="rId37"/>
    <p:sldLayoutId id="2147484032" r:id="rId38"/>
    <p:sldLayoutId id="2147484033" r:id="rId39"/>
    <p:sldLayoutId id="2147484034" r:id="rId40"/>
    <p:sldLayoutId id="2147484035" r:id="rId41"/>
    <p:sldLayoutId id="2147484036" r:id="rId42"/>
    <p:sldLayoutId id="2147484037" r:id="rId43"/>
    <p:sldLayoutId id="2147484038" r:id="rId44"/>
    <p:sldLayoutId id="2147484039" r:id="rId45"/>
    <p:sldLayoutId id="2147483837" r:id="rId46"/>
    <p:sldLayoutId id="2147483838" r:id="rId47"/>
    <p:sldLayoutId id="2147483858" r:id="rId48"/>
    <p:sldLayoutId id="2147483860" r:id="rId49"/>
    <p:sldLayoutId id="2147483802" r:id="rId50"/>
    <p:sldLayoutId id="2147483803" r:id="rId51"/>
    <p:sldLayoutId id="2147483804" r:id="rId52"/>
    <p:sldLayoutId id="2147483807" r:id="rId53"/>
    <p:sldLayoutId id="2147483828" r:id="rId54"/>
    <p:sldLayoutId id="2147483725" r:id="rId55"/>
    <p:sldLayoutId id="2147483726" r:id="rId56"/>
    <p:sldLayoutId id="2147483734" r:id="rId57"/>
    <p:sldLayoutId id="2147483735" r:id="rId58"/>
    <p:sldLayoutId id="2147483736" r:id="rId59"/>
    <p:sldLayoutId id="2147483737" r:id="rId60"/>
    <p:sldLayoutId id="2147483738" r:id="rId61"/>
    <p:sldLayoutId id="2147483739" r:id="rId62"/>
    <p:sldLayoutId id="2147483740" r:id="rId63"/>
    <p:sldLayoutId id="2147483741" r:id="rId64"/>
    <p:sldLayoutId id="2147483742" r:id="rId65"/>
    <p:sldLayoutId id="2147483743" r:id="rId66"/>
    <p:sldLayoutId id="2147483744" r:id="rId67"/>
    <p:sldLayoutId id="2147483745" r:id="rId68"/>
    <p:sldLayoutId id="2147483746" r:id="rId69"/>
    <p:sldLayoutId id="2147483747" r:id="rId70"/>
    <p:sldLayoutId id="2147483754" r:id="rId71"/>
    <p:sldLayoutId id="2147483755" r:id="rId72"/>
    <p:sldLayoutId id="2147483756" r:id="rId73"/>
  </p:sldLayoutIdLst>
  <p:hf hdr="0" ftr="0" dt="0"/>
  <p:txStyles>
    <p:titleStyle>
      <a:lvl1pPr algn="l" defTabSz="914377"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77"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85" indent="-243834" algn="l" defTabSz="914377"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419" indent="-243834" algn="l" defTabSz="914377"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70" indent="-243834" algn="l" defTabSz="914377"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77"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latin typeface="Montserrat" panose="00000500000000000000" pitchFamily="2" charset="0"/>
              </a:defRPr>
            </a:lvl1pPr>
          </a:lstStyle>
          <a:p>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latin typeface="Montserrat" panose="00000500000000000000" pitchFamily="2" charset="0"/>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9" name="TextBox 8">
            <a:extLst>
              <a:ext uri="{FF2B5EF4-FFF2-40B4-BE49-F238E27FC236}">
                <a16:creationId xmlns:a16="http://schemas.microsoft.com/office/drawing/2014/main" id="{57B9AC3F-FE8D-59C2-8CB1-CAA3EED831E8}"/>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745451976"/>
      </p:ext>
    </p:extLst>
  </p:cSld>
  <p:clrMap bg1="lt1" tx1="dk1" bg2="lt2" tx2="dk2" accent1="accent1" accent2="accent2" accent3="accent3" accent4="accent4" accent5="accent5" accent6="accent6" hlink="hlink" folHlink="folHlink"/>
  <p:sldLayoutIdLst>
    <p:sldLayoutId id="2147484120" r:id="rId1"/>
    <p:sldLayoutId id="2147484121" r:id="rId2"/>
    <p:sldLayoutId id="2147484122" r:id="rId3"/>
    <p:sldLayoutId id="2147484123" r:id="rId4"/>
    <p:sldLayoutId id="2147484124" r:id="rId5"/>
    <p:sldLayoutId id="2147484125" r:id="rId6"/>
    <p:sldLayoutId id="2147484126" r:id="rId7"/>
    <p:sldLayoutId id="2147484127" r:id="rId8"/>
    <p:sldLayoutId id="2147484128" r:id="rId9"/>
    <p:sldLayoutId id="2147484129" r:id="rId10"/>
    <p:sldLayoutId id="2147484130" r:id="rId11"/>
    <p:sldLayoutId id="2147484131" r:id="rId12"/>
    <p:sldLayoutId id="2147484132" r:id="rId13"/>
    <p:sldLayoutId id="2147484133" r:id="rId14"/>
    <p:sldLayoutId id="2147484134" r:id="rId15"/>
  </p:sldLayoutIdLst>
  <p:hf hdr="0" ftr="0" dt="0"/>
  <p:txStyles>
    <p:titleStyle>
      <a:lvl1pPr algn="l" defTabSz="914332" rtl="0" eaLnBrk="1" latinLnBrk="0" hangingPunct="1">
        <a:lnSpc>
          <a:spcPct val="90000"/>
        </a:lnSpc>
        <a:spcBef>
          <a:spcPct val="0"/>
        </a:spcBef>
        <a:buNone/>
        <a:defRPr sz="4800" b="1" i="0" kern="1200">
          <a:solidFill>
            <a:schemeClr val="tx1"/>
          </a:solidFill>
          <a:latin typeface="Montserrat" panose="00000500000000000000" pitchFamily="2" charset="0"/>
          <a:ea typeface="+mj-ea"/>
          <a:cs typeface="Arial" panose="020B0604020202020204" pitchFamily="34" charset="0"/>
        </a:defRPr>
      </a:lvl1pPr>
    </p:titleStyle>
    <p:bodyStyle>
      <a:lvl1pPr marL="228584" indent="-228584" algn="l" defTabSz="914332"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ontserrat" panose="00000500000000000000" pitchFamily="2" charset="0"/>
          <a:ea typeface="+mn-ea"/>
          <a:cs typeface="+mn-cs"/>
        </a:defRPr>
      </a:lvl1pPr>
      <a:lvl2pPr marL="764061" indent="-224350" algn="l" defTabSz="914332" rtl="0" eaLnBrk="1" latinLnBrk="0" hangingPunct="1">
        <a:lnSpc>
          <a:spcPct val="90000"/>
        </a:lnSpc>
        <a:spcBef>
          <a:spcPts val="500"/>
        </a:spcBef>
        <a:buFont typeface="System Font Regular"/>
        <a:buChar char="–"/>
        <a:tabLst/>
        <a:defRPr sz="2400" kern="1200">
          <a:solidFill>
            <a:schemeClr val="tx1"/>
          </a:solidFill>
          <a:latin typeface="Montserrat" panose="00000500000000000000" pitchFamily="2" charset="0"/>
          <a:ea typeface="+mn-ea"/>
          <a:cs typeface="+mn-cs"/>
        </a:defRPr>
      </a:lvl2pPr>
      <a:lvl3pPr marL="998994" indent="-234933" algn="l" defTabSz="914332" rtl="0" eaLnBrk="1" latinLnBrk="0" hangingPunct="1">
        <a:lnSpc>
          <a:spcPct val="90000"/>
        </a:lnSpc>
        <a:spcBef>
          <a:spcPts val="500"/>
        </a:spcBef>
        <a:buFont typeface="Wingdings" pitchFamily="2" charset="2"/>
        <a:buChar char="§"/>
        <a:tabLst/>
        <a:defRPr sz="2400" kern="1200">
          <a:solidFill>
            <a:schemeClr val="tx1"/>
          </a:solidFill>
          <a:latin typeface="Montserrat" panose="00000500000000000000" pitchFamily="2" charset="0"/>
          <a:ea typeface="+mn-ea"/>
          <a:cs typeface="+mn-cs"/>
        </a:defRPr>
      </a:lvl3pPr>
      <a:lvl4pPr marL="1151382" indent="-253982" algn="l" defTabSz="914332"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ontserrat" panose="00000500000000000000" pitchFamily="2" charset="0"/>
          <a:ea typeface="+mn-ea"/>
          <a:cs typeface="+mn-cs"/>
        </a:defRPr>
      </a:lvl4pPr>
      <a:lvl5pPr marL="1375730" indent="-224350" algn="l" defTabSz="914332" rtl="0" eaLnBrk="1" latinLnBrk="0" hangingPunct="1">
        <a:lnSpc>
          <a:spcPct val="90000"/>
        </a:lnSpc>
        <a:spcBef>
          <a:spcPts val="500"/>
        </a:spcBef>
        <a:buFont typeface="Arial" panose="020B0604020202020204" pitchFamily="34" charset="0"/>
        <a:buChar char="•"/>
        <a:tabLst/>
        <a:defRPr sz="2400" kern="1200">
          <a:solidFill>
            <a:schemeClr val="tx1"/>
          </a:solidFill>
          <a:latin typeface="Montserrat" panose="00000500000000000000" pitchFamily="2" charset="0"/>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32" rtl="0" eaLnBrk="1" latinLnBrk="0" hangingPunct="1">
        <a:defRPr sz="1800" kern="1200">
          <a:solidFill>
            <a:schemeClr val="tx1"/>
          </a:solidFill>
          <a:latin typeface="+mn-lt"/>
          <a:ea typeface="+mn-ea"/>
          <a:cs typeface="+mn-cs"/>
        </a:defRPr>
      </a:lvl1pPr>
      <a:lvl2pPr marL="457167" algn="l" defTabSz="914332" rtl="0" eaLnBrk="1" latinLnBrk="0" hangingPunct="1">
        <a:defRPr sz="1800" kern="1200">
          <a:solidFill>
            <a:schemeClr val="tx1"/>
          </a:solidFill>
          <a:latin typeface="+mn-lt"/>
          <a:ea typeface="+mn-ea"/>
          <a:cs typeface="+mn-cs"/>
        </a:defRPr>
      </a:lvl2pPr>
      <a:lvl3pPr marL="914332" algn="l" defTabSz="914332" rtl="0" eaLnBrk="1" latinLnBrk="0" hangingPunct="1">
        <a:defRPr sz="1800" kern="1200">
          <a:solidFill>
            <a:schemeClr val="tx1"/>
          </a:solidFill>
          <a:latin typeface="+mn-lt"/>
          <a:ea typeface="+mn-ea"/>
          <a:cs typeface="+mn-cs"/>
        </a:defRPr>
      </a:lvl3pPr>
      <a:lvl4pPr marL="1371498" algn="l" defTabSz="914332" rtl="0" eaLnBrk="1" latinLnBrk="0" hangingPunct="1">
        <a:defRPr sz="1800" kern="1200">
          <a:solidFill>
            <a:schemeClr val="tx1"/>
          </a:solidFill>
          <a:latin typeface="+mn-lt"/>
          <a:ea typeface="+mn-ea"/>
          <a:cs typeface="+mn-cs"/>
        </a:defRPr>
      </a:lvl4pPr>
      <a:lvl5pPr marL="1828664" algn="l" defTabSz="914332" rtl="0" eaLnBrk="1" latinLnBrk="0" hangingPunct="1">
        <a:defRPr sz="1800" kern="1200">
          <a:solidFill>
            <a:schemeClr val="tx1"/>
          </a:solidFill>
          <a:latin typeface="+mn-lt"/>
          <a:ea typeface="+mn-ea"/>
          <a:cs typeface="+mn-cs"/>
        </a:defRPr>
      </a:lvl5pPr>
      <a:lvl6pPr marL="2285830" algn="l" defTabSz="914332" rtl="0" eaLnBrk="1" latinLnBrk="0" hangingPunct="1">
        <a:defRPr sz="1800" kern="1200">
          <a:solidFill>
            <a:schemeClr val="tx1"/>
          </a:solidFill>
          <a:latin typeface="+mn-lt"/>
          <a:ea typeface="+mn-ea"/>
          <a:cs typeface="+mn-cs"/>
        </a:defRPr>
      </a:lvl6pPr>
      <a:lvl7pPr marL="2742994" algn="l" defTabSz="914332" rtl="0" eaLnBrk="1" latinLnBrk="0" hangingPunct="1">
        <a:defRPr sz="1800" kern="1200">
          <a:solidFill>
            <a:schemeClr val="tx1"/>
          </a:solidFill>
          <a:latin typeface="+mn-lt"/>
          <a:ea typeface="+mn-ea"/>
          <a:cs typeface="+mn-cs"/>
        </a:defRPr>
      </a:lvl7pPr>
      <a:lvl8pPr marL="3200160" algn="l" defTabSz="914332" rtl="0" eaLnBrk="1" latinLnBrk="0" hangingPunct="1">
        <a:defRPr sz="1800" kern="1200">
          <a:solidFill>
            <a:schemeClr val="tx1"/>
          </a:solidFill>
          <a:latin typeface="+mn-lt"/>
          <a:ea typeface="+mn-ea"/>
          <a:cs typeface="+mn-cs"/>
        </a:defRPr>
      </a:lvl8pPr>
      <a:lvl9pPr marL="3657327" algn="l" defTabSz="914332"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70BF4795-A953-60A9-3498-599F9EF3BE0E}"/>
              </a:ext>
            </a:extLst>
          </p:cNvPr>
          <p:cNvGraphicFramePr>
            <a:graphicFrameLocks noChangeAspect="1"/>
          </p:cNvGraphicFramePr>
          <p:nvPr userDrawn="1">
            <p:custDataLst>
              <p:tags r:id="rId86"/>
            </p:custDataLst>
            <p:extLst>
              <p:ext uri="{D42A27DB-BD31-4B8C-83A1-F6EECF244321}">
                <p14:modId xmlns:p14="http://schemas.microsoft.com/office/powerpoint/2010/main" val="4219877220"/>
              </p:ext>
            </p:extLst>
          </p:nvPr>
        </p:nvGraphicFramePr>
        <p:xfrm>
          <a:off x="1590" y="1590"/>
          <a:ext cx="1588" cy="1588"/>
        </p:xfrm>
        <a:graphic>
          <a:graphicData uri="http://schemas.openxmlformats.org/presentationml/2006/ole">
            <mc:AlternateContent xmlns:mc="http://schemas.openxmlformats.org/markup-compatibility/2006">
              <mc:Choice xmlns:v="urn:schemas-microsoft-com:vml" Requires="v">
                <p:oleObj name="think-cell Slide" r:id="rId87" imgW="395" imgH="396" progId="TCLayout.ActiveDocument.1">
                  <p:embed/>
                </p:oleObj>
              </mc:Choice>
              <mc:Fallback>
                <p:oleObj name="think-cell Slide" r:id="rId87" imgW="395" imgH="396" progId="TCLayout.ActiveDocument.1">
                  <p:embed/>
                  <p:pic>
                    <p:nvPicPr>
                      <p:cNvPr id="5" name="Object 4" hidden="1">
                        <a:extLst>
                          <a:ext uri="{FF2B5EF4-FFF2-40B4-BE49-F238E27FC236}">
                            <a16:creationId xmlns:a16="http://schemas.microsoft.com/office/drawing/2014/main" id="{70BF4795-A953-60A9-3498-599F9EF3BE0E}"/>
                          </a:ext>
                        </a:extLst>
                      </p:cNvPr>
                      <p:cNvPicPr/>
                      <p:nvPr/>
                    </p:nvPicPr>
                    <p:blipFill>
                      <a:blip r:embed="rId88"/>
                      <a:stretch>
                        <a:fillRect/>
                      </a:stretch>
                    </p:blipFill>
                    <p:spPr>
                      <a:xfrm>
                        <a:off x="1590" y="1590"/>
                        <a:ext cx="1588" cy="1588"/>
                      </a:xfrm>
                      <a:prstGeom prst="rect">
                        <a:avLst/>
                      </a:prstGeom>
                    </p:spPr>
                  </p:pic>
                </p:oleObj>
              </mc:Fallback>
            </mc:AlternateContent>
          </a:graphicData>
        </a:graphic>
      </p:graphicFrame>
      <p:pic>
        <p:nvPicPr>
          <p:cNvPr id="13" name="Graphic 12">
            <a:extLst>
              <a:ext uri="{FF2B5EF4-FFF2-40B4-BE49-F238E27FC236}">
                <a16:creationId xmlns:a16="http://schemas.microsoft.com/office/drawing/2014/main" id="{9699151A-712D-4B42-B57E-14532744C92E}"/>
              </a:ext>
            </a:extLst>
          </p:cNvPr>
          <p:cNvPicPr>
            <a:picLocks noChangeAspect="1"/>
          </p:cNvPicPr>
          <p:nvPr userDrawn="1"/>
        </p:nvPicPr>
        <p:blipFill>
          <a:blip r:embed="rId89"/>
          <a:srcRect/>
          <a:stretch/>
        </p:blipFill>
        <p:spPr>
          <a:xfrm>
            <a:off x="9860955" y="6338369"/>
            <a:ext cx="1828800" cy="392763"/>
          </a:xfrm>
          <a:prstGeom prst="rect">
            <a:avLst/>
          </a:prstGeom>
        </p:spPr>
      </p:pic>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1" y="192971"/>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1" y="1576553"/>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C992DDE8-1968-5339-2D79-486784B51AC6}"/>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3443887171"/>
      </p:ext>
    </p:extLst>
  </p:cSld>
  <p:clrMap bg1="lt1" tx1="dk1" bg2="lt2" tx2="dk2" accent1="accent1" accent2="accent2" accent3="accent3" accent4="accent4" accent5="accent5" accent6="accent6" hlink="hlink" folHlink="folHlink"/>
  <p:sldLayoutIdLst>
    <p:sldLayoutId id="2147484137" r:id="rId1"/>
    <p:sldLayoutId id="2147484138" r:id="rId2"/>
    <p:sldLayoutId id="2147484139" r:id="rId3"/>
    <p:sldLayoutId id="2147484140" r:id="rId4"/>
    <p:sldLayoutId id="2147484141" r:id="rId5"/>
    <p:sldLayoutId id="2147484142" r:id="rId6"/>
    <p:sldLayoutId id="2147484143" r:id="rId7"/>
    <p:sldLayoutId id="2147484144" r:id="rId8"/>
    <p:sldLayoutId id="2147484145" r:id="rId9"/>
    <p:sldLayoutId id="2147484146" r:id="rId10"/>
    <p:sldLayoutId id="2147484147" r:id="rId11"/>
    <p:sldLayoutId id="2147484148" r:id="rId12"/>
    <p:sldLayoutId id="2147484149" r:id="rId13"/>
    <p:sldLayoutId id="2147484150" r:id="rId14"/>
    <p:sldLayoutId id="2147484151" r:id="rId15"/>
    <p:sldLayoutId id="2147484152" r:id="rId16"/>
    <p:sldLayoutId id="2147484153" r:id="rId17"/>
    <p:sldLayoutId id="2147484154" r:id="rId18"/>
    <p:sldLayoutId id="2147484155" r:id="rId19"/>
    <p:sldLayoutId id="2147484156" r:id="rId20"/>
    <p:sldLayoutId id="2147484157" r:id="rId21"/>
    <p:sldLayoutId id="2147484158" r:id="rId22"/>
    <p:sldLayoutId id="2147484159" r:id="rId23"/>
    <p:sldLayoutId id="2147484160" r:id="rId24"/>
    <p:sldLayoutId id="2147484161" r:id="rId25"/>
    <p:sldLayoutId id="2147484162" r:id="rId26"/>
    <p:sldLayoutId id="2147484163" r:id="rId27"/>
    <p:sldLayoutId id="2147484164" r:id="rId28"/>
    <p:sldLayoutId id="2147484165" r:id="rId29"/>
    <p:sldLayoutId id="2147484166" r:id="rId30"/>
    <p:sldLayoutId id="2147484167" r:id="rId31"/>
    <p:sldLayoutId id="2147484168" r:id="rId32"/>
    <p:sldLayoutId id="2147484169" r:id="rId33"/>
    <p:sldLayoutId id="2147484170" r:id="rId34"/>
    <p:sldLayoutId id="2147484171" r:id="rId35"/>
    <p:sldLayoutId id="2147484172" r:id="rId36"/>
    <p:sldLayoutId id="2147484173" r:id="rId37"/>
    <p:sldLayoutId id="2147484174" r:id="rId38"/>
    <p:sldLayoutId id="2147484175" r:id="rId39"/>
    <p:sldLayoutId id="2147484176" r:id="rId40"/>
    <p:sldLayoutId id="2147484177" r:id="rId41"/>
    <p:sldLayoutId id="2147484178" r:id="rId42"/>
    <p:sldLayoutId id="2147484179" r:id="rId43"/>
    <p:sldLayoutId id="2147484180" r:id="rId44"/>
    <p:sldLayoutId id="2147484181" r:id="rId45"/>
    <p:sldLayoutId id="2147484182" r:id="rId46"/>
    <p:sldLayoutId id="2147484183" r:id="rId47"/>
    <p:sldLayoutId id="2147484184" r:id="rId48"/>
    <p:sldLayoutId id="2147484185" r:id="rId49"/>
    <p:sldLayoutId id="2147484186" r:id="rId50"/>
    <p:sldLayoutId id="2147484187" r:id="rId51"/>
    <p:sldLayoutId id="2147484188" r:id="rId52"/>
    <p:sldLayoutId id="2147484189" r:id="rId53"/>
    <p:sldLayoutId id="2147484190" r:id="rId54"/>
    <p:sldLayoutId id="2147484191" r:id="rId55"/>
    <p:sldLayoutId id="2147484192" r:id="rId56"/>
    <p:sldLayoutId id="2147484193" r:id="rId57"/>
    <p:sldLayoutId id="2147484194" r:id="rId58"/>
    <p:sldLayoutId id="2147484195" r:id="rId59"/>
    <p:sldLayoutId id="2147484196" r:id="rId60"/>
    <p:sldLayoutId id="2147484197" r:id="rId61"/>
    <p:sldLayoutId id="2147484198" r:id="rId62"/>
    <p:sldLayoutId id="2147484199" r:id="rId63"/>
    <p:sldLayoutId id="2147484200" r:id="rId64"/>
    <p:sldLayoutId id="2147484201" r:id="rId65"/>
    <p:sldLayoutId id="2147484202" r:id="rId66"/>
    <p:sldLayoutId id="2147484203" r:id="rId67"/>
    <p:sldLayoutId id="2147484204" r:id="rId68"/>
    <p:sldLayoutId id="2147484205" r:id="rId69"/>
    <p:sldLayoutId id="2147484206" r:id="rId70"/>
    <p:sldLayoutId id="2147484207" r:id="rId71"/>
    <p:sldLayoutId id="2147484208" r:id="rId72"/>
    <p:sldLayoutId id="2147484209" r:id="rId73"/>
    <p:sldLayoutId id="2147484210" r:id="rId74"/>
    <p:sldLayoutId id="2147484211" r:id="rId75"/>
    <p:sldLayoutId id="2147484212" r:id="rId76"/>
    <p:sldLayoutId id="2147484213" r:id="rId77"/>
    <p:sldLayoutId id="2147484214" r:id="rId78"/>
    <p:sldLayoutId id="2147484215" r:id="rId79"/>
    <p:sldLayoutId id="2147484216" r:id="rId80"/>
    <p:sldLayoutId id="2147484217" r:id="rId81"/>
    <p:sldLayoutId id="2147484218" r:id="rId82"/>
    <p:sldLayoutId id="2147484219" r:id="rId83"/>
    <p:sldLayoutId id="2147484220" r:id="rId84"/>
  </p:sldLayoutIdLst>
  <p:hf hdr="0" ftr="0" dt="0"/>
  <p:txStyles>
    <p:titleStyle>
      <a:lvl1pPr algn="l" defTabSz="914332"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32"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55" indent="-243823" algn="l" defTabSz="914332"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376" indent="-243823" algn="l" defTabSz="914332"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10" indent="-243823" algn="l" defTabSz="914332"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32"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32" rtl="0" eaLnBrk="1" latinLnBrk="0" hangingPunct="1">
        <a:defRPr sz="1800" kern="1200">
          <a:solidFill>
            <a:schemeClr val="tx1"/>
          </a:solidFill>
          <a:latin typeface="+mn-lt"/>
          <a:ea typeface="+mn-ea"/>
          <a:cs typeface="+mn-cs"/>
        </a:defRPr>
      </a:lvl1pPr>
      <a:lvl2pPr marL="457167" algn="l" defTabSz="914332" rtl="0" eaLnBrk="1" latinLnBrk="0" hangingPunct="1">
        <a:defRPr sz="1800" kern="1200">
          <a:solidFill>
            <a:schemeClr val="tx1"/>
          </a:solidFill>
          <a:latin typeface="+mn-lt"/>
          <a:ea typeface="+mn-ea"/>
          <a:cs typeface="+mn-cs"/>
        </a:defRPr>
      </a:lvl2pPr>
      <a:lvl3pPr marL="914332" algn="l" defTabSz="914332" rtl="0" eaLnBrk="1" latinLnBrk="0" hangingPunct="1">
        <a:defRPr sz="1800" kern="1200">
          <a:solidFill>
            <a:schemeClr val="tx1"/>
          </a:solidFill>
          <a:latin typeface="+mn-lt"/>
          <a:ea typeface="+mn-ea"/>
          <a:cs typeface="+mn-cs"/>
        </a:defRPr>
      </a:lvl3pPr>
      <a:lvl4pPr marL="1371498" algn="l" defTabSz="914332" rtl="0" eaLnBrk="1" latinLnBrk="0" hangingPunct="1">
        <a:defRPr sz="1800" kern="1200">
          <a:solidFill>
            <a:schemeClr val="tx1"/>
          </a:solidFill>
          <a:latin typeface="+mn-lt"/>
          <a:ea typeface="+mn-ea"/>
          <a:cs typeface="+mn-cs"/>
        </a:defRPr>
      </a:lvl4pPr>
      <a:lvl5pPr marL="1828664" algn="l" defTabSz="914332" rtl="0" eaLnBrk="1" latinLnBrk="0" hangingPunct="1">
        <a:defRPr sz="1800" kern="1200">
          <a:solidFill>
            <a:schemeClr val="tx1"/>
          </a:solidFill>
          <a:latin typeface="+mn-lt"/>
          <a:ea typeface="+mn-ea"/>
          <a:cs typeface="+mn-cs"/>
        </a:defRPr>
      </a:lvl5pPr>
      <a:lvl6pPr marL="2285830" algn="l" defTabSz="914332" rtl="0" eaLnBrk="1" latinLnBrk="0" hangingPunct="1">
        <a:defRPr sz="1800" kern="1200">
          <a:solidFill>
            <a:schemeClr val="tx1"/>
          </a:solidFill>
          <a:latin typeface="+mn-lt"/>
          <a:ea typeface="+mn-ea"/>
          <a:cs typeface="+mn-cs"/>
        </a:defRPr>
      </a:lvl6pPr>
      <a:lvl7pPr marL="2742994" algn="l" defTabSz="914332" rtl="0" eaLnBrk="1" latinLnBrk="0" hangingPunct="1">
        <a:defRPr sz="1800" kern="1200">
          <a:solidFill>
            <a:schemeClr val="tx1"/>
          </a:solidFill>
          <a:latin typeface="+mn-lt"/>
          <a:ea typeface="+mn-ea"/>
          <a:cs typeface="+mn-cs"/>
        </a:defRPr>
      </a:lvl7pPr>
      <a:lvl8pPr marL="3200160" algn="l" defTabSz="914332" rtl="0" eaLnBrk="1" latinLnBrk="0" hangingPunct="1">
        <a:defRPr sz="1800" kern="1200">
          <a:solidFill>
            <a:schemeClr val="tx1"/>
          </a:solidFill>
          <a:latin typeface="+mn-lt"/>
          <a:ea typeface="+mn-ea"/>
          <a:cs typeface="+mn-cs"/>
        </a:defRPr>
      </a:lvl8pPr>
      <a:lvl9pPr marL="3657327" algn="l" defTabSz="914332"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7ECB8AFA-45A1-4F8E-99F7-63D8EA4D4868}"/>
              </a:ext>
            </a:extLst>
          </p:cNvPr>
          <p:cNvGraphicFramePr>
            <a:graphicFrameLocks noChangeAspect="1"/>
          </p:cNvGraphicFramePr>
          <p:nvPr userDrawn="1">
            <p:custDataLst>
              <p:tags r:id="rId46"/>
            </p:custDataLst>
            <p:extLst>
              <p:ext uri="{D42A27DB-BD31-4B8C-83A1-F6EECF244321}">
                <p14:modId xmlns:p14="http://schemas.microsoft.com/office/powerpoint/2010/main" val="3684554543"/>
              </p:ext>
            </p:extLst>
          </p:nvPr>
        </p:nvGraphicFramePr>
        <p:xfrm>
          <a:off x="2119" y="2119"/>
          <a:ext cx="2117" cy="2117"/>
        </p:xfrm>
        <a:graphic>
          <a:graphicData uri="http://schemas.openxmlformats.org/presentationml/2006/ole">
            <mc:AlternateContent xmlns:mc="http://schemas.openxmlformats.org/markup-compatibility/2006">
              <mc:Choice xmlns:v="urn:schemas-microsoft-com:vml" Requires="v">
                <p:oleObj name="think-cell Slide" r:id="rId47" imgW="395" imgH="396" progId="TCLayout.ActiveDocument.1">
                  <p:embed/>
                </p:oleObj>
              </mc:Choice>
              <mc:Fallback>
                <p:oleObj name="think-cell Slide" r:id="rId47" imgW="395" imgH="396" progId="TCLayout.ActiveDocument.1">
                  <p:embed/>
                  <p:pic>
                    <p:nvPicPr>
                      <p:cNvPr id="8" name="Object 7" hidden="1">
                        <a:extLst>
                          <a:ext uri="{FF2B5EF4-FFF2-40B4-BE49-F238E27FC236}">
                            <a16:creationId xmlns:a16="http://schemas.microsoft.com/office/drawing/2014/main" id="{7ECB8AFA-45A1-4F8E-99F7-63D8EA4D4868}"/>
                          </a:ext>
                        </a:extLst>
                      </p:cNvPr>
                      <p:cNvPicPr/>
                      <p:nvPr/>
                    </p:nvPicPr>
                    <p:blipFill>
                      <a:blip r:embed="rId48"/>
                      <a:stretch>
                        <a:fillRect/>
                      </a:stretch>
                    </p:blipFill>
                    <p:spPr>
                      <a:xfrm>
                        <a:off x="2119" y="2119"/>
                        <a:ext cx="2117" cy="2117"/>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latin typeface="Montserrat" panose="00000500000000000000" pitchFamily="2" charset="0"/>
              </a:defRPr>
            </a:lvl1pPr>
          </a:lstStyle>
          <a:p>
            <a:pPr defTabSz="609570">
              <a:defRPr/>
            </a:pPr>
            <a:endParaRPr lang="en-US">
              <a:solidFill>
                <a:srgbClr val="171717">
                  <a:tint val="75000"/>
                </a:srgbClr>
              </a:solidFil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latin typeface="Montserrat" panose="00000500000000000000" pitchFamily="2" charset="0"/>
              </a:defRPr>
            </a:lvl1pPr>
          </a:lstStyle>
          <a:p>
            <a:pPr defTabSz="609570">
              <a:defRPr/>
            </a:pPr>
            <a:endParaRPr lang="en-US">
              <a:solidFill>
                <a:srgbClr val="171717">
                  <a:tint val="75000"/>
                </a:srgbClr>
              </a:solidFil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pPr defTabSz="609570">
              <a:defRPr/>
            </a:pPr>
            <a:fld id="{7D18A8FE-DFC8-4843-AEF2-DE4DB0CF7D65}" type="slidenum">
              <a:rPr lang="en-US" smtClean="0">
                <a:solidFill>
                  <a:srgbClr val="171717">
                    <a:tint val="75000"/>
                  </a:srgbClr>
                </a:solidFill>
              </a:rPr>
              <a:pPr defTabSz="609570">
                <a:defRPr/>
              </a:pPr>
              <a:t>‹#›</a:t>
            </a:fld>
            <a:endParaRPr lang="en-US">
              <a:solidFill>
                <a:srgbClr val="171717">
                  <a:tint val="75000"/>
                </a:srgbClr>
              </a:solidFill>
            </a:endParaRPr>
          </a:p>
        </p:txBody>
      </p:sp>
      <p:sp>
        <p:nvSpPr>
          <p:cNvPr id="10" name="TextBox 9">
            <a:extLst>
              <a:ext uri="{FF2B5EF4-FFF2-40B4-BE49-F238E27FC236}">
                <a16:creationId xmlns:a16="http://schemas.microsoft.com/office/drawing/2014/main" id="{F52836D8-AEC6-CA45-4060-AF2604770E49}"/>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733118750"/>
      </p:ext>
    </p:extLst>
  </p:cSld>
  <p:clrMap bg1="lt1" tx1="dk1" bg2="lt2" tx2="dk2" accent1="accent1" accent2="accent2" accent3="accent3" accent4="accent4" accent5="accent5" accent6="accent6" hlink="hlink" folHlink="folHlink"/>
  <p:sldLayoutIdLst>
    <p:sldLayoutId id="2147484222" r:id="rId1"/>
    <p:sldLayoutId id="2147484223" r:id="rId2"/>
    <p:sldLayoutId id="2147484224" r:id="rId3"/>
    <p:sldLayoutId id="2147484225" r:id="rId4"/>
    <p:sldLayoutId id="2147484226" r:id="rId5"/>
    <p:sldLayoutId id="2147484227" r:id="rId6"/>
    <p:sldLayoutId id="2147484228" r:id="rId7"/>
    <p:sldLayoutId id="2147484229" r:id="rId8"/>
    <p:sldLayoutId id="2147484230" r:id="rId9"/>
    <p:sldLayoutId id="2147484231" r:id="rId10"/>
    <p:sldLayoutId id="2147484232" r:id="rId11"/>
    <p:sldLayoutId id="2147484233" r:id="rId12"/>
    <p:sldLayoutId id="2147484234" r:id="rId13"/>
    <p:sldLayoutId id="2147484235" r:id="rId14"/>
    <p:sldLayoutId id="2147484236" r:id="rId15"/>
    <p:sldLayoutId id="2147484237" r:id="rId16"/>
    <p:sldLayoutId id="2147484238" r:id="rId17"/>
    <p:sldLayoutId id="2147484239" r:id="rId18"/>
    <p:sldLayoutId id="2147484240" r:id="rId19"/>
    <p:sldLayoutId id="2147484241" r:id="rId20"/>
    <p:sldLayoutId id="2147484242" r:id="rId21"/>
    <p:sldLayoutId id="2147484243" r:id="rId22"/>
    <p:sldLayoutId id="2147484244" r:id="rId23"/>
    <p:sldLayoutId id="2147484245" r:id="rId24"/>
    <p:sldLayoutId id="2147484246" r:id="rId25"/>
    <p:sldLayoutId id="2147484247" r:id="rId26"/>
    <p:sldLayoutId id="2147484248" r:id="rId27"/>
    <p:sldLayoutId id="2147484249" r:id="rId28"/>
    <p:sldLayoutId id="2147484250" r:id="rId29"/>
    <p:sldLayoutId id="2147484251" r:id="rId30"/>
    <p:sldLayoutId id="2147484252" r:id="rId31"/>
    <p:sldLayoutId id="2147484253" r:id="rId32"/>
    <p:sldLayoutId id="2147484254" r:id="rId33"/>
    <p:sldLayoutId id="2147484255" r:id="rId34"/>
    <p:sldLayoutId id="2147484256" r:id="rId35"/>
    <p:sldLayoutId id="2147484257" r:id="rId36"/>
    <p:sldLayoutId id="2147484258" r:id="rId37"/>
    <p:sldLayoutId id="2147484259" r:id="rId38"/>
    <p:sldLayoutId id="2147484260" r:id="rId39"/>
    <p:sldLayoutId id="2147484261" r:id="rId40"/>
    <p:sldLayoutId id="2147484262" r:id="rId41"/>
    <p:sldLayoutId id="2147484263" r:id="rId42"/>
    <p:sldLayoutId id="2147484264" r:id="rId43"/>
    <p:sldLayoutId id="2147484265" r:id="rId44"/>
  </p:sldLayoutIdLst>
  <p:hf hdr="0" ftr="0" dt="0"/>
  <p:txStyles>
    <p:titleStyle>
      <a:lvl1pPr algn="l" defTabSz="914354" rtl="0" eaLnBrk="1" latinLnBrk="0" hangingPunct="1">
        <a:lnSpc>
          <a:spcPct val="90000"/>
        </a:lnSpc>
        <a:spcBef>
          <a:spcPct val="0"/>
        </a:spcBef>
        <a:buNone/>
        <a:defRPr sz="4800" b="1" i="0" kern="1200">
          <a:solidFill>
            <a:schemeClr val="tx1"/>
          </a:solidFill>
          <a:latin typeface="Montserrat" panose="00000500000000000000" pitchFamily="2" charset="0"/>
          <a:ea typeface="+mj-ea"/>
          <a:cs typeface="Arial" panose="020B0604020202020204" pitchFamily="34" charset="0"/>
        </a:defRPr>
      </a:lvl1pPr>
    </p:titleStyle>
    <p:bodyStyle>
      <a:lvl1pPr marL="228589" indent="-228589" algn="l" defTabSz="914354"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ontserrat" panose="00000500000000000000" pitchFamily="2" charset="0"/>
          <a:ea typeface="+mn-ea"/>
          <a:cs typeface="+mn-cs"/>
        </a:defRPr>
      </a:lvl1pPr>
      <a:lvl2pPr marL="764080" indent="-224356" algn="l" defTabSz="914354" rtl="0" eaLnBrk="1" latinLnBrk="0" hangingPunct="1">
        <a:lnSpc>
          <a:spcPct val="90000"/>
        </a:lnSpc>
        <a:spcBef>
          <a:spcPts val="500"/>
        </a:spcBef>
        <a:buFont typeface="System Font Regular"/>
        <a:buChar char="–"/>
        <a:tabLst/>
        <a:defRPr sz="2400" kern="1200">
          <a:solidFill>
            <a:schemeClr val="tx1"/>
          </a:solidFill>
          <a:latin typeface="Montserrat" panose="00000500000000000000" pitchFamily="2" charset="0"/>
          <a:ea typeface="+mn-ea"/>
          <a:cs typeface="+mn-cs"/>
        </a:defRPr>
      </a:lvl2pPr>
      <a:lvl3pPr marL="999018" indent="-234939" algn="l" defTabSz="914354" rtl="0" eaLnBrk="1" latinLnBrk="0" hangingPunct="1">
        <a:lnSpc>
          <a:spcPct val="90000"/>
        </a:lnSpc>
        <a:spcBef>
          <a:spcPts val="500"/>
        </a:spcBef>
        <a:buFont typeface="Wingdings" pitchFamily="2" charset="2"/>
        <a:buChar char="§"/>
        <a:tabLst/>
        <a:defRPr sz="2400" kern="1200">
          <a:solidFill>
            <a:schemeClr val="tx1"/>
          </a:solidFill>
          <a:latin typeface="Montserrat" panose="00000500000000000000" pitchFamily="2" charset="0"/>
          <a:ea typeface="+mn-ea"/>
          <a:cs typeface="+mn-cs"/>
        </a:defRPr>
      </a:lvl3pPr>
      <a:lvl4pPr marL="1151410" indent="-253988" algn="l" defTabSz="914354"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ontserrat" panose="00000500000000000000" pitchFamily="2" charset="0"/>
          <a:ea typeface="+mn-ea"/>
          <a:cs typeface="+mn-cs"/>
        </a:defRPr>
      </a:lvl4pPr>
      <a:lvl5pPr marL="1375764" indent="-224356" algn="l" defTabSz="914354" rtl="0" eaLnBrk="1" latinLnBrk="0" hangingPunct="1">
        <a:lnSpc>
          <a:spcPct val="90000"/>
        </a:lnSpc>
        <a:spcBef>
          <a:spcPts val="500"/>
        </a:spcBef>
        <a:buFont typeface="Arial" panose="020B0604020202020204" pitchFamily="34" charset="0"/>
        <a:buChar char="•"/>
        <a:tabLst/>
        <a:defRPr sz="2400" kern="1200">
          <a:solidFill>
            <a:schemeClr val="tx1"/>
          </a:solidFill>
          <a:latin typeface="Montserrat" panose="00000500000000000000" pitchFamily="2" charset="0"/>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F950B339-5CC0-40B5-8836-660AF82E984D}"/>
              </a:ext>
            </a:extLst>
          </p:cNvPr>
          <p:cNvGraphicFramePr>
            <a:graphicFrameLocks noChangeAspect="1"/>
          </p:cNvGraphicFramePr>
          <p:nvPr userDrawn="1">
            <p:custDataLst>
              <p:tags r:id="rId20"/>
            </p:custDataLst>
            <p:extLst>
              <p:ext uri="{D42A27DB-BD31-4B8C-83A1-F6EECF244321}">
                <p14:modId xmlns:p14="http://schemas.microsoft.com/office/powerpoint/2010/main" val="22810742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1" imgW="306" imgH="306" progId="TCLayout.ActiveDocument.1">
                  <p:embed/>
                </p:oleObj>
              </mc:Choice>
              <mc:Fallback>
                <p:oleObj name="think-cell Slide" r:id="rId21" imgW="306" imgH="306" progId="TCLayout.ActiveDocument.1">
                  <p:embed/>
                  <p:pic>
                    <p:nvPicPr>
                      <p:cNvPr id="9" name="Object 8" hidden="1">
                        <a:extLst>
                          <a:ext uri="{FF2B5EF4-FFF2-40B4-BE49-F238E27FC236}">
                            <a16:creationId xmlns:a16="http://schemas.microsoft.com/office/drawing/2014/main" id="{F950B339-5CC0-40B5-8836-660AF82E984D}"/>
                          </a:ext>
                        </a:extLst>
                      </p:cNvPr>
                      <p:cNvPicPr/>
                      <p:nvPr/>
                    </p:nvPicPr>
                    <p:blipFill>
                      <a:blip r:embed="rId22"/>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10" name="TextBox 9">
            <a:extLst>
              <a:ext uri="{FF2B5EF4-FFF2-40B4-BE49-F238E27FC236}">
                <a16:creationId xmlns:a16="http://schemas.microsoft.com/office/drawing/2014/main" id="{AD0E1EFB-12D9-8987-277D-004C2B16E69C}"/>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574980470"/>
      </p:ext>
    </p:extLst>
  </p:cSld>
  <p:clrMap bg1="lt1" tx1="dk1" bg2="lt2" tx2="dk2" accent1="accent1" accent2="accent2" accent3="accent3" accent4="accent4" accent5="accent5" accent6="accent6" hlink="hlink" folHlink="folHlink"/>
  <p:sldLayoutIdLst>
    <p:sldLayoutId id="2147484450" r:id="rId1"/>
    <p:sldLayoutId id="2147484451" r:id="rId2"/>
    <p:sldLayoutId id="2147484452" r:id="rId3"/>
    <p:sldLayoutId id="2147484453" r:id="rId4"/>
    <p:sldLayoutId id="2147484454" r:id="rId5"/>
    <p:sldLayoutId id="2147484455" r:id="rId6"/>
    <p:sldLayoutId id="2147484456" r:id="rId7"/>
    <p:sldLayoutId id="2147484457" r:id="rId8"/>
    <p:sldLayoutId id="2147484458" r:id="rId9"/>
    <p:sldLayoutId id="2147484459" r:id="rId10"/>
    <p:sldLayoutId id="2147484460" r:id="rId11"/>
    <p:sldLayoutId id="2147484461" r:id="rId12"/>
    <p:sldLayoutId id="2147484462" r:id="rId13"/>
    <p:sldLayoutId id="2147484463" r:id="rId14"/>
    <p:sldLayoutId id="2147484464" r:id="rId15"/>
    <p:sldLayoutId id="2147484465" r:id="rId16"/>
    <p:sldLayoutId id="2147484466" r:id="rId17"/>
    <p:sldLayoutId id="2147484467" r:id="rId18"/>
  </p:sldLayoutIdLst>
  <p:hf hdr="0" ftr="0" dt="0"/>
  <p:txStyles>
    <p:titleStyle>
      <a:lvl1pPr algn="l" defTabSz="914377" rtl="0" eaLnBrk="1" latinLnBrk="0" hangingPunct="1">
        <a:lnSpc>
          <a:spcPct val="90000"/>
        </a:lnSpc>
        <a:spcBef>
          <a:spcPct val="0"/>
        </a:spcBef>
        <a:buNone/>
        <a:defRPr sz="4800" b="1" i="0" kern="1200">
          <a:solidFill>
            <a:schemeClr val="tx1"/>
          </a:solidFill>
          <a:latin typeface="Arial" panose="020B0604020202020204" pitchFamily="34" charset="0"/>
          <a:ea typeface="+mj-ea"/>
          <a:cs typeface="Arial" panose="020B0604020202020204" pitchFamily="34" charset="0"/>
        </a:defRPr>
      </a:lvl1pPr>
    </p:titleStyle>
    <p:bodyStyle>
      <a:lvl1pPr marL="228594" indent="-228594" algn="l" defTabSz="914377"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n-lt"/>
          <a:ea typeface="+mn-ea"/>
          <a:cs typeface="+mn-cs"/>
        </a:defRPr>
      </a:lvl1pPr>
      <a:lvl2pPr marL="764098" indent="-224361" algn="l" defTabSz="914377" rtl="0" eaLnBrk="1" latinLnBrk="0" hangingPunct="1">
        <a:lnSpc>
          <a:spcPct val="90000"/>
        </a:lnSpc>
        <a:spcBef>
          <a:spcPts val="500"/>
        </a:spcBef>
        <a:buFont typeface="System Font Regular"/>
        <a:buChar char="–"/>
        <a:tabLst/>
        <a:defRPr sz="2400" kern="1200">
          <a:solidFill>
            <a:schemeClr val="tx1"/>
          </a:solidFill>
          <a:latin typeface="+mn-lt"/>
          <a:ea typeface="+mn-ea"/>
          <a:cs typeface="+mn-cs"/>
        </a:defRPr>
      </a:lvl2pPr>
      <a:lvl3pPr marL="999042" indent="-234945" algn="l" defTabSz="914377" rtl="0" eaLnBrk="1" latinLnBrk="0" hangingPunct="1">
        <a:lnSpc>
          <a:spcPct val="90000"/>
        </a:lnSpc>
        <a:spcBef>
          <a:spcPts val="500"/>
        </a:spcBef>
        <a:buFont typeface="Wingdings" pitchFamily="2" charset="2"/>
        <a:buChar char="§"/>
        <a:tabLst/>
        <a:defRPr sz="2400" kern="1200">
          <a:solidFill>
            <a:schemeClr val="tx1"/>
          </a:solidFill>
          <a:latin typeface="+mn-lt"/>
          <a:ea typeface="+mn-ea"/>
          <a:cs typeface="+mn-cs"/>
        </a:defRPr>
      </a:lvl3pPr>
      <a:lvl4pPr marL="1151438" indent="-253994" algn="l" defTabSz="914377"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n-lt"/>
          <a:ea typeface="+mn-ea"/>
          <a:cs typeface="+mn-cs"/>
        </a:defRPr>
      </a:lvl4pPr>
      <a:lvl5pPr marL="1375799" indent="-224361" algn="l" defTabSz="914377" rtl="0" eaLnBrk="1" latinLnBrk="0" hangingPunct="1">
        <a:lnSpc>
          <a:spcPct val="90000"/>
        </a:lnSpc>
        <a:spcBef>
          <a:spcPts val="500"/>
        </a:spcBef>
        <a:buFont typeface="Arial" panose="020B0604020202020204" pitchFamily="34" charset="0"/>
        <a:buChar char="•"/>
        <a:tabLst/>
        <a:defRPr sz="24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82E2BF7C-9174-DE83-24EA-FCA77DE33CCA}"/>
              </a:ext>
            </a:extLst>
          </p:cNvPr>
          <p:cNvGraphicFramePr>
            <a:graphicFrameLocks noChangeAspect="1"/>
          </p:cNvGraphicFramePr>
          <p:nvPr userDrawn="1">
            <p:custDataLst>
              <p:tags r:id="rId18"/>
            </p:custDataLst>
            <p:extLst>
              <p:ext uri="{D42A27DB-BD31-4B8C-83A1-F6EECF244321}">
                <p14:modId xmlns:p14="http://schemas.microsoft.com/office/powerpoint/2010/main" val="1526455365"/>
              </p:ext>
            </p:extLst>
          </p:nvPr>
        </p:nvGraphicFramePr>
        <p:xfrm>
          <a:off x="2118" y="2118"/>
          <a:ext cx="1636" cy="2117"/>
        </p:xfrm>
        <a:graphic>
          <a:graphicData uri="http://schemas.openxmlformats.org/presentationml/2006/ole">
            <mc:AlternateContent xmlns:mc="http://schemas.openxmlformats.org/markup-compatibility/2006">
              <mc:Choice xmlns:v="urn:schemas-microsoft-com:vml" Requires="v">
                <p:oleObj name="think-cell Slide" r:id="rId19" imgW="7772400" imgH="10058400" progId="TCLayout.ActiveDocument.1">
                  <p:embed/>
                </p:oleObj>
              </mc:Choice>
              <mc:Fallback>
                <p:oleObj name="think-cell Slide" r:id="rId19" imgW="7772400" imgH="10058400" progId="TCLayout.ActiveDocument.1">
                  <p:embed/>
                  <p:pic>
                    <p:nvPicPr>
                      <p:cNvPr id="9" name="think-cell data - do not delete" hidden="1">
                        <a:extLst>
                          <a:ext uri="{FF2B5EF4-FFF2-40B4-BE49-F238E27FC236}">
                            <a16:creationId xmlns:a16="http://schemas.microsoft.com/office/drawing/2014/main" id="{82E2BF7C-9174-DE83-24EA-FCA77DE33CCA}"/>
                          </a:ext>
                        </a:extLst>
                      </p:cNvPr>
                      <p:cNvPicPr/>
                      <p:nvPr/>
                    </p:nvPicPr>
                    <p:blipFill>
                      <a:blip r:embed="rId20"/>
                      <a:stretch>
                        <a:fillRect/>
                      </a:stretch>
                    </p:blipFill>
                    <p:spPr>
                      <a:xfrm>
                        <a:off x="2118" y="2118"/>
                        <a:ext cx="1636" cy="2117"/>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10" name="TextBox 9">
            <a:extLst>
              <a:ext uri="{FF2B5EF4-FFF2-40B4-BE49-F238E27FC236}">
                <a16:creationId xmlns:a16="http://schemas.microsoft.com/office/drawing/2014/main" id="{E30B032F-0740-678D-B1A3-6AD1735A52FA}"/>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189807336"/>
      </p:ext>
    </p:extLst>
  </p:cSld>
  <p:clrMap bg1="lt1" tx1="dk1" bg2="lt2" tx2="dk2" accent1="accent1" accent2="accent2" accent3="accent3" accent4="accent4" accent5="accent5" accent6="accent6" hlink="hlink" folHlink="folHlink"/>
  <p:sldLayoutIdLst>
    <p:sldLayoutId id="2147484501" r:id="rId1"/>
    <p:sldLayoutId id="2147484502" r:id="rId2"/>
    <p:sldLayoutId id="2147484503" r:id="rId3"/>
    <p:sldLayoutId id="2147484504" r:id="rId4"/>
    <p:sldLayoutId id="2147484505" r:id="rId5"/>
    <p:sldLayoutId id="2147484506" r:id="rId6"/>
    <p:sldLayoutId id="2147484507" r:id="rId7"/>
    <p:sldLayoutId id="2147484508" r:id="rId8"/>
    <p:sldLayoutId id="2147484509" r:id="rId9"/>
    <p:sldLayoutId id="2147484510" r:id="rId10"/>
    <p:sldLayoutId id="2147484511" r:id="rId11"/>
    <p:sldLayoutId id="2147484512" r:id="rId12"/>
    <p:sldLayoutId id="2147484513" r:id="rId13"/>
    <p:sldLayoutId id="2147484514" r:id="rId14"/>
    <p:sldLayoutId id="2147484515" r:id="rId15"/>
    <p:sldLayoutId id="2147484516" r:id="rId16"/>
  </p:sldLayoutIdLst>
  <p:hf hdr="0" ftr="0" dt="0"/>
  <p:txStyles>
    <p:titleStyle>
      <a:lvl1pPr algn="l" defTabSz="914354" rtl="0" eaLnBrk="1" latinLnBrk="0" hangingPunct="1">
        <a:lnSpc>
          <a:spcPct val="90000"/>
        </a:lnSpc>
        <a:spcBef>
          <a:spcPct val="0"/>
        </a:spcBef>
        <a:buNone/>
        <a:defRPr sz="4800" b="1" i="0" kern="1200">
          <a:solidFill>
            <a:schemeClr val="tx1"/>
          </a:solidFill>
          <a:latin typeface="Arial" panose="020B0604020202020204" pitchFamily="34" charset="0"/>
          <a:ea typeface="+mj-ea"/>
          <a:cs typeface="Arial" panose="020B0604020202020204" pitchFamily="34" charset="0"/>
        </a:defRPr>
      </a:lvl1pPr>
    </p:titleStyle>
    <p:bodyStyle>
      <a:lvl1pPr marL="228589" indent="-228589" algn="l" defTabSz="914354"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n-lt"/>
          <a:ea typeface="+mn-ea"/>
          <a:cs typeface="+mn-cs"/>
        </a:defRPr>
      </a:lvl1pPr>
      <a:lvl2pPr marL="764080" indent="-224356" algn="l" defTabSz="914354" rtl="0" eaLnBrk="1" latinLnBrk="0" hangingPunct="1">
        <a:lnSpc>
          <a:spcPct val="90000"/>
        </a:lnSpc>
        <a:spcBef>
          <a:spcPts val="500"/>
        </a:spcBef>
        <a:buFont typeface="System Font Regular"/>
        <a:buChar char="–"/>
        <a:tabLst/>
        <a:defRPr sz="2400" kern="1200">
          <a:solidFill>
            <a:schemeClr val="tx1"/>
          </a:solidFill>
          <a:latin typeface="+mn-lt"/>
          <a:ea typeface="+mn-ea"/>
          <a:cs typeface="+mn-cs"/>
        </a:defRPr>
      </a:lvl2pPr>
      <a:lvl3pPr marL="999018" indent="-234939" algn="l" defTabSz="914354" rtl="0" eaLnBrk="1" latinLnBrk="0" hangingPunct="1">
        <a:lnSpc>
          <a:spcPct val="90000"/>
        </a:lnSpc>
        <a:spcBef>
          <a:spcPts val="500"/>
        </a:spcBef>
        <a:buFont typeface="Wingdings" pitchFamily="2" charset="2"/>
        <a:buChar char="§"/>
        <a:tabLst/>
        <a:defRPr sz="2400" kern="1200">
          <a:solidFill>
            <a:schemeClr val="tx1"/>
          </a:solidFill>
          <a:latin typeface="+mn-lt"/>
          <a:ea typeface="+mn-ea"/>
          <a:cs typeface="+mn-cs"/>
        </a:defRPr>
      </a:lvl3pPr>
      <a:lvl4pPr marL="1151410" indent="-253988" algn="l" defTabSz="914354"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n-lt"/>
          <a:ea typeface="+mn-ea"/>
          <a:cs typeface="+mn-cs"/>
        </a:defRPr>
      </a:lvl4pPr>
      <a:lvl5pPr marL="1375764" indent="-224356" algn="l" defTabSz="914354" rtl="0" eaLnBrk="1" latinLnBrk="0" hangingPunct="1">
        <a:lnSpc>
          <a:spcPct val="90000"/>
        </a:lnSpc>
        <a:spcBef>
          <a:spcPts val="500"/>
        </a:spcBef>
        <a:buFont typeface="Arial" panose="020B0604020202020204" pitchFamily="34" charset="0"/>
        <a:buChar char="•"/>
        <a:tabLst/>
        <a:defRPr sz="2400" kern="1200">
          <a:solidFill>
            <a:schemeClr val="tx1"/>
          </a:solidFill>
          <a:latin typeface="+mn-lt"/>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0" y="192969"/>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0" y="1576551"/>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F00690A2-18E7-4995-D97A-69C81CB916C7}"/>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pic>
        <p:nvPicPr>
          <p:cNvPr id="2" name="Graphic 1">
            <a:extLst>
              <a:ext uri="{FF2B5EF4-FFF2-40B4-BE49-F238E27FC236}">
                <a16:creationId xmlns:a16="http://schemas.microsoft.com/office/drawing/2014/main" id="{2C1CB57B-7019-0C40-EBA8-97CDCF1184B7}"/>
              </a:ext>
            </a:extLst>
          </p:cNvPr>
          <p:cNvPicPr>
            <a:picLocks noChangeAspect="1"/>
          </p:cNvPicPr>
          <p:nvPr userDrawn="1"/>
        </p:nvPicPr>
        <p:blipFill>
          <a:blip r:embed="rId55" cstate="screen">
            <a:extLst>
              <a:ext uri="{28A0092B-C50C-407E-A947-70E740481C1C}">
                <a14:useLocalDpi xmlns:a14="http://schemas.microsoft.com/office/drawing/2010/main"/>
              </a:ext>
              <a:ext uri="{96DAC541-7B7A-43D3-8B79-37D633B846F1}">
                <asvg:svgBlip xmlns:asvg="http://schemas.microsoft.com/office/drawing/2016/SVG/main" r:embed="rId56"/>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806079918"/>
      </p:ext>
    </p:extLst>
  </p:cSld>
  <p:clrMap bg1="lt1" tx1="dk1" bg2="lt2" tx2="dk2" accent1="accent1" accent2="accent2" accent3="accent3" accent4="accent4" accent5="accent5" accent6="accent6" hlink="hlink" folHlink="folHlink"/>
  <p:sldLayoutIdLst>
    <p:sldLayoutId id="2147484519" r:id="rId1"/>
    <p:sldLayoutId id="2147484520" r:id="rId2"/>
    <p:sldLayoutId id="2147484521" r:id="rId3"/>
    <p:sldLayoutId id="2147484522" r:id="rId4"/>
    <p:sldLayoutId id="2147484523" r:id="rId5"/>
    <p:sldLayoutId id="2147484524" r:id="rId6"/>
    <p:sldLayoutId id="2147484525" r:id="rId7"/>
    <p:sldLayoutId id="2147484526" r:id="rId8"/>
    <p:sldLayoutId id="2147484527" r:id="rId9"/>
    <p:sldLayoutId id="2147484528" r:id="rId10"/>
    <p:sldLayoutId id="2147484529" r:id="rId11"/>
    <p:sldLayoutId id="2147484530" r:id="rId12"/>
    <p:sldLayoutId id="2147484531" r:id="rId13"/>
    <p:sldLayoutId id="2147484532" r:id="rId14"/>
    <p:sldLayoutId id="2147484533" r:id="rId15"/>
    <p:sldLayoutId id="2147484534" r:id="rId16"/>
    <p:sldLayoutId id="2147484535" r:id="rId17"/>
    <p:sldLayoutId id="2147484536" r:id="rId18"/>
    <p:sldLayoutId id="2147484537" r:id="rId19"/>
    <p:sldLayoutId id="2147484538" r:id="rId20"/>
    <p:sldLayoutId id="2147484539" r:id="rId21"/>
    <p:sldLayoutId id="2147484540" r:id="rId22"/>
    <p:sldLayoutId id="2147484541" r:id="rId23"/>
    <p:sldLayoutId id="2147484542" r:id="rId24"/>
    <p:sldLayoutId id="2147484543" r:id="rId25"/>
    <p:sldLayoutId id="2147484544" r:id="rId26"/>
    <p:sldLayoutId id="2147484545" r:id="rId27"/>
    <p:sldLayoutId id="2147484546" r:id="rId28"/>
    <p:sldLayoutId id="2147484547" r:id="rId29"/>
    <p:sldLayoutId id="2147484548" r:id="rId30"/>
    <p:sldLayoutId id="2147484549" r:id="rId31"/>
    <p:sldLayoutId id="2147484550" r:id="rId32"/>
    <p:sldLayoutId id="2147484551" r:id="rId33"/>
    <p:sldLayoutId id="2147484552" r:id="rId34"/>
    <p:sldLayoutId id="2147484553" r:id="rId35"/>
    <p:sldLayoutId id="2147484554" r:id="rId36"/>
    <p:sldLayoutId id="2147484555" r:id="rId37"/>
    <p:sldLayoutId id="2147484556" r:id="rId38"/>
    <p:sldLayoutId id="2147484557" r:id="rId39"/>
    <p:sldLayoutId id="2147484558" r:id="rId40"/>
    <p:sldLayoutId id="2147484559" r:id="rId41"/>
    <p:sldLayoutId id="2147484560" r:id="rId42"/>
    <p:sldLayoutId id="2147484561" r:id="rId43"/>
    <p:sldLayoutId id="2147484562" r:id="rId44"/>
    <p:sldLayoutId id="2147484563" r:id="rId45"/>
    <p:sldLayoutId id="2147484564" r:id="rId46"/>
    <p:sldLayoutId id="2147484565" r:id="rId47"/>
    <p:sldLayoutId id="2147484566" r:id="rId48"/>
    <p:sldLayoutId id="2147484567" r:id="rId49"/>
    <p:sldLayoutId id="2147484568" r:id="rId50"/>
    <p:sldLayoutId id="2147484569" r:id="rId51"/>
    <p:sldLayoutId id="2147484570" r:id="rId52"/>
    <p:sldLayoutId id="2147484571" r:id="rId53"/>
  </p:sldLayoutIdLst>
  <p:hf hdr="0" ftr="0" dt="0"/>
  <p:txStyles>
    <p:titleStyle>
      <a:lvl1pPr algn="l" defTabSz="914377"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77"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85" indent="-243834" algn="l" defTabSz="914377"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419" indent="-243834" algn="l" defTabSz="914377"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70" indent="-243834" algn="l" defTabSz="914377"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77"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rPr sz="1400">
                <a:solidFill>
                  <a:srgbClr val="595C62"/>
                </a:solidFill>
                <a:latin typeface="Montserrat"/>
              </a:rPr>
              <a:t>Treatment patterns in prescribed analgesics  |  Feasibility results</a:t>
            </a:r>
          </a:p>
          <a:p>
            <a:r>
              <a:rPr sz="1400">
                <a:solidFill>
                  <a:srgbClr val="595C62"/>
                </a:solidFill>
                <a:latin typeface="Montserrat"/>
              </a:rPr>
              <a:t>Study 25P01  ·  THIN Germany  ·  August 2026</a:t>
            </a:r>
          </a:p>
        </p:txBody>
      </p:sp>
      <p:sp>
        <p:nvSpPr>
          <p:cNvPr id="3" name="Title 2"/>
          <p:cNvSpPr>
            <a:spLocks noGrp="1"/>
          </p:cNvSpPr>
          <p:nvPr>
            <p:ph type="ctrTitle"/>
          </p:nvPr>
        </p:nvSpPr>
        <p:spPr/>
        <p:txBody>
          <a:bodyPr/>
          <a:lstStyle/>
          <a:p>
            <a:r>
              <a:rPr sz="3400">
                <a:latin typeface="Montserrat"/>
              </a:rPr>
              <a:t>Headache &amp; Migraine in Germany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What we set out to answer</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Once someone is diagnosed with a headache disorder, what pain medication do they actually receive?</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1</a:t>
            </a:r>
          </a:p>
        </p:txBody>
      </p:sp>
      <p:sp>
        <p:nvSpPr>
          <p:cNvPr id="5" name="TextBox 4"/>
          <p:cNvSpPr txBox="1"/>
          <p:nvPr/>
        </p:nvSpPr>
        <p:spPr>
          <a:xfrm>
            <a:off x="502920" y="1325880"/>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325880"/>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How much?</a:t>
            </a:r>
          </a:p>
        </p:txBody>
      </p:sp>
      <p:sp>
        <p:nvSpPr>
          <p:cNvPr id="7" name="TextBox 6"/>
          <p:cNvSpPr txBox="1"/>
          <p:nvPr/>
        </p:nvSpPr>
        <p:spPr>
          <a:xfrm>
            <a:off x="731520" y="1581912"/>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Volume of painkiller prescriptions per patient, compared with a matched person without headache.</a:t>
            </a:r>
          </a:p>
        </p:txBody>
      </p:sp>
      <p:sp>
        <p:nvSpPr>
          <p:cNvPr id="8" name="TextBox 7"/>
          <p:cNvSpPr txBox="1"/>
          <p:nvPr/>
        </p:nvSpPr>
        <p:spPr>
          <a:xfrm>
            <a:off x="502920" y="1984248"/>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1984248"/>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What kind?</a:t>
            </a:r>
          </a:p>
        </p:txBody>
      </p:sp>
      <p:sp>
        <p:nvSpPr>
          <p:cNvPr id="10" name="TextBox 9"/>
          <p:cNvSpPr txBox="1"/>
          <p:nvPr/>
        </p:nvSpPr>
        <p:spPr>
          <a:xfrm>
            <a:off x="731520" y="2240280"/>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Which of the three painkiller families they receive, and how much is migraine-specific.</a:t>
            </a:r>
          </a:p>
        </p:txBody>
      </p:sp>
      <p:sp>
        <p:nvSpPr>
          <p:cNvPr id="11" name="TextBox 10"/>
          <p:cNvSpPr txBox="1"/>
          <p:nvPr/>
        </p:nvSpPr>
        <p:spPr>
          <a:xfrm>
            <a:off x="502920" y="2642615"/>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2642615"/>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For how long?</a:t>
            </a:r>
          </a:p>
        </p:txBody>
      </p:sp>
      <p:sp>
        <p:nvSpPr>
          <p:cNvPr id="13" name="TextBox 12"/>
          <p:cNvSpPr txBox="1"/>
          <p:nvPr/>
        </p:nvSpPr>
        <p:spPr>
          <a:xfrm>
            <a:off x="731520" y="2898648"/>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Whether treatment is sustained, whether patients switch drugs, and whether they keep collecting them.</a:t>
            </a:r>
          </a:p>
        </p:txBody>
      </p:sp>
      <p:sp>
        <p:nvSpPr>
          <p:cNvPr id="14" name="TextBox 13"/>
          <p:cNvSpPr txBox="1"/>
          <p:nvPr/>
        </p:nvSpPr>
        <p:spPr>
          <a:xfrm>
            <a:off x="502920" y="3429000"/>
            <a:ext cx="54864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Who is in the study</a:t>
            </a:r>
          </a:p>
        </p:txBody>
      </p:sp>
      <p:sp>
        <p:nvSpPr>
          <p:cNvPr id="15" name="TextBox 14"/>
          <p:cNvSpPr txBox="1"/>
          <p:nvPr/>
        </p:nvSpPr>
        <p:spPr>
          <a:xfrm>
            <a:off x="502920" y="3794760"/>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10,466,929</a:t>
            </a:r>
          </a:p>
        </p:txBody>
      </p:sp>
      <p:sp>
        <p:nvSpPr>
          <p:cNvPr id="16" name="TextBox 15"/>
          <p:cNvSpPr txBox="1"/>
          <p:nvPr/>
        </p:nvSpPr>
        <p:spPr>
          <a:xfrm>
            <a:off x="2240280" y="3813048"/>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patients observable in THIN Germany from Dec 2016</a:t>
            </a:r>
          </a:p>
        </p:txBody>
      </p:sp>
      <p:sp>
        <p:nvSpPr>
          <p:cNvPr id="17" name="TextBox 16"/>
          <p:cNvSpPr txBox="1"/>
          <p:nvPr/>
        </p:nvSpPr>
        <p:spPr>
          <a:xfrm>
            <a:off x="502920" y="4178808"/>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359,425</a:t>
            </a:r>
          </a:p>
        </p:txBody>
      </p:sp>
      <p:sp>
        <p:nvSpPr>
          <p:cNvPr id="18" name="TextBox 17"/>
          <p:cNvSpPr txBox="1"/>
          <p:nvPr/>
        </p:nvSpPr>
        <p:spPr>
          <a:xfrm>
            <a:off x="2240280" y="4197096"/>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with a confirmed headache disorder diagnosis</a:t>
            </a:r>
          </a:p>
        </p:txBody>
      </p:sp>
      <p:sp>
        <p:nvSpPr>
          <p:cNvPr id="19" name="TextBox 18"/>
          <p:cNvSpPr txBox="1"/>
          <p:nvPr/>
        </p:nvSpPr>
        <p:spPr>
          <a:xfrm>
            <a:off x="502920" y="4562856"/>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273,957</a:t>
            </a:r>
          </a:p>
        </p:txBody>
      </p:sp>
      <p:sp>
        <p:nvSpPr>
          <p:cNvPr id="20" name="TextBox 19"/>
          <p:cNvSpPr txBox="1"/>
          <p:nvPr/>
        </p:nvSpPr>
        <p:spPr>
          <a:xfrm>
            <a:off x="2240280" y="4581144"/>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with at least 1 year of follow-up after diagnosis</a:t>
            </a:r>
          </a:p>
        </p:txBody>
      </p:sp>
      <p:sp>
        <p:nvSpPr>
          <p:cNvPr id="21" name="TextBox 20"/>
          <p:cNvSpPr txBox="1"/>
          <p:nvPr/>
        </p:nvSpPr>
        <p:spPr>
          <a:xfrm>
            <a:off x="502920" y="4946904"/>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242,446</a:t>
            </a:r>
          </a:p>
        </p:txBody>
      </p:sp>
      <p:sp>
        <p:nvSpPr>
          <p:cNvPr id="22" name="TextBox 21"/>
          <p:cNvSpPr txBox="1"/>
          <p:nvPr/>
        </p:nvSpPr>
        <p:spPr>
          <a:xfrm>
            <a:off x="2240280" y="4965192"/>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matched 1:1 to a person with no headache history</a:t>
            </a:r>
          </a:p>
        </p:txBody>
      </p:sp>
      <p:sp>
        <p:nvSpPr>
          <p:cNvPr id="23" name="TextBox 22"/>
          <p:cNvSpPr txBox="1"/>
          <p:nvPr/>
        </p:nvSpPr>
        <p:spPr>
          <a:xfrm>
            <a:off x="502920" y="5532120"/>
            <a:ext cx="10607040" cy="36576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Matching was on year of birth, sex and practice site, so the two groups are comparable and each pair is followed over the same window of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How to read these results: the N02 painkiller family</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Everything here concerns ATC group N02, prescribed painkillers. It splits into three types.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2</a:t>
            </a:r>
          </a:p>
        </p:txBody>
      </p:sp>
      <p:sp>
        <p:nvSpPr>
          <p:cNvPr id="5" name="TextBox 4"/>
          <p:cNvSpPr txBox="1"/>
          <p:nvPr/>
        </p:nvSpPr>
        <p:spPr>
          <a:xfrm>
            <a:off x="502920" y="1371600"/>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N02A  Opioids</a:t>
            </a:r>
          </a:p>
        </p:txBody>
      </p:sp>
      <p:sp>
        <p:nvSpPr>
          <p:cNvPr id="6" name="TextBox 5"/>
          <p:cNvSpPr txBox="1"/>
          <p:nvPr/>
        </p:nvSpPr>
        <p:spPr>
          <a:xfrm>
            <a:off x="3931920" y="1371600"/>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Strong pain relief: tramadol, tilidine, oxycodone, fentanyl. Not a headache treatment; their presence signals escalation or other pain.</a:t>
            </a:r>
          </a:p>
        </p:txBody>
      </p:sp>
      <p:sp>
        <p:nvSpPr>
          <p:cNvPr id="7" name="Rectangle 6"/>
          <p:cNvSpPr/>
          <p:nvPr/>
        </p:nvSpPr>
        <p:spPr>
          <a:xfrm>
            <a:off x="502920" y="1938528"/>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231136"/>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N02B  Everyday analgesics</a:t>
            </a:r>
          </a:p>
        </p:txBody>
      </p:sp>
      <p:sp>
        <p:nvSpPr>
          <p:cNvPr id="9" name="TextBox 8"/>
          <p:cNvSpPr txBox="1"/>
          <p:nvPr/>
        </p:nvSpPr>
        <p:spPr>
          <a:xfrm>
            <a:off x="3931920" y="2231136"/>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Metamizole, paracetamol, aspirin, plus gabapentin and pregabalin for nerve pain. General-purpose, not migraine-specific.</a:t>
            </a:r>
          </a:p>
        </p:txBody>
      </p:sp>
      <p:sp>
        <p:nvSpPr>
          <p:cNvPr id="10" name="Rectangle 9"/>
          <p:cNvSpPr/>
          <p:nvPr/>
        </p:nvSpPr>
        <p:spPr>
          <a:xfrm>
            <a:off x="502920" y="2798064"/>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90672"/>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N02C  Migraine-specific</a:t>
            </a:r>
          </a:p>
        </p:txBody>
      </p:sp>
      <p:sp>
        <p:nvSpPr>
          <p:cNvPr id="12" name="TextBox 11"/>
          <p:cNvSpPr txBox="1"/>
          <p:nvPr/>
        </p:nvSpPr>
        <p:spPr>
          <a:xfrm>
            <a:off x="3931920" y="3090672"/>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Triptans (sumatriptan, rizatriptan) and the newer CGRP antibodies. Prescribed for migraine and essentially nothing else.</a:t>
            </a:r>
          </a:p>
        </p:txBody>
      </p:sp>
      <p:sp>
        <p:nvSpPr>
          <p:cNvPr id="13" name="Rectangle 12"/>
          <p:cNvSpPr/>
          <p:nvPr/>
        </p:nvSpPr>
        <p:spPr>
          <a:xfrm>
            <a:off x="502920" y="3657600"/>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977639"/>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N02C is the only family that tells us a doctor is treating migraine as migraine. N02A and N02B tell us pain is being managed. They do not tell us it is being managed as a headache disorder.</a:t>
            </a:r>
          </a:p>
        </p:txBody>
      </p:sp>
      <p:sp>
        <p:nvSpPr>
          <p:cNvPr id="15" name="TextBox 14"/>
          <p:cNvSpPr txBox="1"/>
          <p:nvPr/>
        </p:nvSpPr>
        <p:spPr>
          <a:xfrm>
            <a:off x="502920" y="4892040"/>
            <a:ext cx="10607040" cy="36576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Note on what is counted: a “prescription line” is one drug on one prescription. Percentages in this deck are that arm's share of its own prescription lines.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Headache patients receive far more pain medication</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Prescription volume over follow-up, among patients receiving at least one N02 prescription.</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3</a:t>
            </a:r>
          </a:p>
        </p:txBody>
      </p:sp>
      <p:sp>
        <p:nvSpPr>
          <p:cNvPr id="5" name="TextBox 4"/>
          <p:cNvSpPr txBox="1"/>
          <p:nvPr/>
        </p:nvSpPr>
        <p:spPr>
          <a:xfrm>
            <a:off x="5029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E20177"/>
                </a:solidFill>
                <a:latin typeface="Montserrat"/>
              </a:rPr>
              <a:t>6.9</a:t>
            </a:r>
          </a:p>
        </p:txBody>
      </p:sp>
      <p:sp>
        <p:nvSpPr>
          <p:cNvPr id="6" name="TextBox 5"/>
          <p:cNvSpPr txBox="1"/>
          <p:nvPr/>
        </p:nvSpPr>
        <p:spPr>
          <a:xfrm>
            <a:off x="5029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prescriptions per headache patient</a:t>
            </a:r>
          </a:p>
        </p:txBody>
      </p:sp>
      <p:sp>
        <p:nvSpPr>
          <p:cNvPr id="7" name="TextBox 6"/>
          <p:cNvSpPr txBox="1"/>
          <p:nvPr/>
        </p:nvSpPr>
        <p:spPr>
          <a:xfrm>
            <a:off x="5029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 4.71. Median 3 vs 2. The average is pulled up by a heavy-use minority.</a:t>
            </a:r>
          </a:p>
        </p:txBody>
      </p:sp>
      <p:sp>
        <p:nvSpPr>
          <p:cNvPr id="8" name="TextBox 7"/>
          <p:cNvSpPr txBox="1"/>
          <p:nvPr/>
        </p:nvSpPr>
        <p:spPr>
          <a:xfrm>
            <a:off x="41605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E20177"/>
                </a:solidFill>
                <a:latin typeface="Montserrat"/>
              </a:rPr>
              <a:t>4.0x</a:t>
            </a:r>
          </a:p>
        </p:txBody>
      </p:sp>
      <p:sp>
        <p:nvSpPr>
          <p:cNvPr id="9" name="TextBox 8"/>
          <p:cNvSpPr txBox="1"/>
          <p:nvPr/>
        </p:nvSpPr>
        <p:spPr>
          <a:xfrm>
            <a:off x="41605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more prescription lines overall</a:t>
            </a:r>
          </a:p>
        </p:txBody>
      </p:sp>
      <p:sp>
        <p:nvSpPr>
          <p:cNvPr id="10" name="TextBox 9"/>
          <p:cNvSpPr txBox="1"/>
          <p:nvPr/>
        </p:nvSpPr>
        <p:spPr>
          <a:xfrm>
            <a:off x="41605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851,366 N02 lines in headache patients vs 211,053 in controls.</a:t>
            </a:r>
          </a:p>
        </p:txBody>
      </p:sp>
      <p:sp>
        <p:nvSpPr>
          <p:cNvPr id="11" name="TextBox 10"/>
          <p:cNvSpPr txBox="1"/>
          <p:nvPr/>
        </p:nvSpPr>
        <p:spPr>
          <a:xfrm>
            <a:off x="78181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1B4198"/>
                </a:solidFill>
                <a:latin typeface="Montserrat"/>
              </a:rPr>
              <a:t>394</a:t>
            </a:r>
          </a:p>
        </p:txBody>
      </p:sp>
      <p:sp>
        <p:nvSpPr>
          <p:cNvPr id="12" name="TextBox 11"/>
          <p:cNvSpPr txBox="1"/>
          <p:nvPr/>
        </p:nvSpPr>
        <p:spPr>
          <a:xfrm>
            <a:off x="78181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highest count for one patient</a:t>
            </a:r>
          </a:p>
        </p:txBody>
      </p:sp>
      <p:sp>
        <p:nvSpPr>
          <p:cNvPr id="13" name="TextBox 12"/>
          <p:cNvSpPr txBox="1"/>
          <p:nvPr/>
        </p:nvSpPr>
        <p:spPr>
          <a:xfrm>
            <a:off x="78181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Controls peak at 289. A small group receives extremely high volumes.</a:t>
            </a:r>
          </a:p>
        </p:txBody>
      </p:sp>
      <p:sp>
        <p:nvSpPr>
          <p:cNvPr id="14" name="Rectangle 13"/>
          <p:cNvSpPr/>
          <p:nvPr/>
        </p:nvSpPr>
        <p:spPr>
          <a:xfrm>
            <a:off x="502920" y="3154680"/>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38328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Roughly half of headache patients receive a prescribed painkiller at all</a:t>
            </a:r>
          </a:p>
        </p:txBody>
      </p:sp>
      <p:sp>
        <p:nvSpPr>
          <p:cNvPr id="16" name="TextBox 15"/>
          <p:cNvSpPr txBox="1"/>
          <p:nvPr/>
        </p:nvSpPr>
        <p:spPr>
          <a:xfrm>
            <a:off x="502920" y="3730752"/>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Total prescriptions divided by the average per patient implies about 123,000 of the 242,446 headache patients, close to 51%, received at least one N02 prescription. Under a fifth of matched controls did. The calculation is stable to well under a percentage point, but it is derived rather than counted directly. The next data run produces the exact figure.</a:t>
            </a:r>
          </a:p>
        </p:txBody>
      </p:sp>
      <p:sp>
        <p:nvSpPr>
          <p:cNvPr id="17" name="TextBox 16"/>
          <p:cNvSpPr txBox="1"/>
          <p:nvPr/>
        </p:nvSpPr>
        <p:spPr>
          <a:xfrm>
            <a:off x="502920" y="4892040"/>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The burden is concentrated. Most patients receive a modest number of prescriptions and a minority receive very many. That tail is where medication-overuse risk sits.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What they receive: nearly a third is migraine-specific</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Share of each group's own N02 prescription lines, by painkiller family.</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4</a:t>
            </a:r>
          </a:p>
        </p:txBody>
      </p:sp>
      <p:sp>
        <p:nvSpPr>
          <p:cNvPr id="5" name="Rectangle 4"/>
          <p:cNvSpPr/>
          <p:nvPr/>
        </p:nvSpPr>
        <p:spPr>
          <a:xfrm>
            <a:off x="502920" y="1371600"/>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32588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71600"/>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32588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64207"/>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N02C  Migraine-specific</a:t>
            </a:r>
          </a:p>
        </p:txBody>
      </p:sp>
      <p:sp>
        <p:nvSpPr>
          <p:cNvPr id="10" name="Rectangle 9"/>
          <p:cNvSpPr/>
          <p:nvPr/>
        </p:nvSpPr>
        <p:spPr>
          <a:xfrm>
            <a:off x="2606039" y="1737360"/>
            <a:ext cx="3437817"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585" y="176479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31.9%</a:t>
            </a:r>
          </a:p>
        </p:txBody>
      </p:sp>
      <p:sp>
        <p:nvSpPr>
          <p:cNvPr id="12" name="Rectangle 11"/>
          <p:cNvSpPr/>
          <p:nvPr/>
        </p:nvSpPr>
        <p:spPr>
          <a:xfrm>
            <a:off x="2606039" y="2039112"/>
            <a:ext cx="53884"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9652" y="2066543"/>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0.5%</a:t>
            </a:r>
          </a:p>
        </p:txBody>
      </p:sp>
      <p:sp>
        <p:nvSpPr>
          <p:cNvPr id="14" name="TextBox 13"/>
          <p:cNvSpPr txBox="1"/>
          <p:nvPr/>
        </p:nvSpPr>
        <p:spPr>
          <a:xfrm>
            <a:off x="502920" y="2514600"/>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N02B  Everyday analgesics</a:t>
            </a:r>
          </a:p>
        </p:txBody>
      </p:sp>
      <p:sp>
        <p:nvSpPr>
          <p:cNvPr id="15" name="Rectangle 14"/>
          <p:cNvSpPr/>
          <p:nvPr/>
        </p:nvSpPr>
        <p:spPr>
          <a:xfrm>
            <a:off x="2606039" y="2587752"/>
            <a:ext cx="5075899"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91667" y="2615184"/>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47.1%</a:t>
            </a:r>
          </a:p>
        </p:txBody>
      </p:sp>
      <p:sp>
        <p:nvSpPr>
          <p:cNvPr id="17" name="Rectangle 16"/>
          <p:cNvSpPr/>
          <p:nvPr/>
        </p:nvSpPr>
        <p:spPr>
          <a:xfrm>
            <a:off x="2606039" y="2889504"/>
            <a:ext cx="7252824"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68592" y="291693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67.3%</a:t>
            </a:r>
          </a:p>
        </p:txBody>
      </p:sp>
      <p:sp>
        <p:nvSpPr>
          <p:cNvPr id="19" name="TextBox 18"/>
          <p:cNvSpPr txBox="1"/>
          <p:nvPr/>
        </p:nvSpPr>
        <p:spPr>
          <a:xfrm>
            <a:off x="502920" y="3364992"/>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N02A  Opioids</a:t>
            </a:r>
          </a:p>
        </p:txBody>
      </p:sp>
      <p:sp>
        <p:nvSpPr>
          <p:cNvPr id="20" name="Rectangle 19"/>
          <p:cNvSpPr/>
          <p:nvPr/>
        </p:nvSpPr>
        <p:spPr>
          <a:xfrm>
            <a:off x="2606039" y="3438144"/>
            <a:ext cx="2263139"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78907" y="346557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21.0%</a:t>
            </a:r>
          </a:p>
        </p:txBody>
      </p:sp>
      <p:sp>
        <p:nvSpPr>
          <p:cNvPr id="22" name="Rectangle 21"/>
          <p:cNvSpPr/>
          <p:nvPr/>
        </p:nvSpPr>
        <p:spPr>
          <a:xfrm>
            <a:off x="2606039" y="3739896"/>
            <a:ext cx="347014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5916" y="376732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32.2%</a:t>
            </a:r>
          </a:p>
        </p:txBody>
      </p:sp>
      <p:sp>
        <p:nvSpPr>
          <p:cNvPr id="24" name="TextBox 23"/>
          <p:cNvSpPr txBox="1"/>
          <p:nvPr/>
        </p:nvSpPr>
        <p:spPr>
          <a:xfrm>
            <a:off x="502920" y="41148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31.9% vs 0.5%: the cohort behaves as it should</a:t>
            </a:r>
          </a:p>
        </p:txBody>
      </p:sp>
      <p:sp>
        <p:nvSpPr>
          <p:cNvPr id="25" name="TextBox 24"/>
          <p:cNvSpPr txBox="1"/>
          <p:nvPr/>
        </p:nvSpPr>
        <p:spPr>
          <a:xfrm>
            <a:off x="502920" y="4443984"/>
            <a:ext cx="10607040" cy="50292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Migraine-specific drugs are almost entirely absent from the control group. That is a strong validity check: the matching worked, and the headache cohort is genuinely being treated for headache.</a:t>
            </a:r>
          </a:p>
        </p:txBody>
      </p:sp>
      <p:sp>
        <p:nvSpPr>
          <p:cNvPr id="26" name="TextBox 25"/>
          <p:cNvSpPr txBox="1"/>
          <p:nvPr/>
        </p:nvSpPr>
        <p:spPr>
          <a:xfrm>
            <a:off x="502920" y="5212080"/>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171717"/>
                </a:solidFill>
                <a:latin typeface="Montserrat"/>
              </a:rPr>
              <a:t>Read shares with care. Headache patients receive about four times more prescriptions overall, so a smaller share can still mean more medication. Controls' 32.2% opioid share is 67,962 lines. The patients' smaller 21.0% share is 178,963.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Inside the migraine-specific prescriptions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Headache patients only. 271,829 N02C prescription lines.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5</a:t>
            </a:r>
          </a:p>
        </p:txBody>
      </p:sp>
      <p:sp>
        <p:nvSpPr>
          <p:cNvPr id="5" name="TextBox 4"/>
          <p:cNvSpPr txBox="1"/>
          <p:nvPr/>
        </p:nvSpPr>
        <p:spPr>
          <a:xfrm>
            <a:off x="502920" y="1344168"/>
            <a:ext cx="1965960" cy="457200"/>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Triptans</a:t>
            </a:r>
          </a:p>
        </p:txBody>
      </p:sp>
      <p:sp>
        <p:nvSpPr>
          <p:cNvPr id="6" name="Rectangle 5"/>
          <p:cNvSpPr/>
          <p:nvPr/>
        </p:nvSpPr>
        <p:spPr>
          <a:xfrm>
            <a:off x="2606039" y="1417320"/>
            <a:ext cx="7205721" cy="31089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21489" y="144475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248,348</a:t>
            </a:r>
          </a:p>
        </p:txBody>
      </p:sp>
      <p:sp>
        <p:nvSpPr>
          <p:cNvPr id="8" name="TextBox 7"/>
          <p:cNvSpPr txBox="1"/>
          <p:nvPr/>
        </p:nvSpPr>
        <p:spPr>
          <a:xfrm>
            <a:off x="502920" y="2020824"/>
            <a:ext cx="1965960" cy="457200"/>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CGRP antibodies &amp; gepants</a:t>
            </a:r>
          </a:p>
        </p:txBody>
      </p:sp>
      <p:sp>
        <p:nvSpPr>
          <p:cNvPr id="9" name="Rectangle 8"/>
          <p:cNvSpPr/>
          <p:nvPr/>
        </p:nvSpPr>
        <p:spPr>
          <a:xfrm>
            <a:off x="2606039" y="2093976"/>
            <a:ext cx="660459" cy="31089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76227" y="212140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22,763</a:t>
            </a:r>
          </a:p>
        </p:txBody>
      </p:sp>
      <p:sp>
        <p:nvSpPr>
          <p:cNvPr id="11" name="TextBox 10"/>
          <p:cNvSpPr txBox="1"/>
          <p:nvPr/>
        </p:nvSpPr>
        <p:spPr>
          <a:xfrm>
            <a:off x="502920" y="2697480"/>
            <a:ext cx="1965960" cy="457200"/>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Older / other treatments</a:t>
            </a:r>
          </a:p>
        </p:txBody>
      </p:sp>
      <p:sp>
        <p:nvSpPr>
          <p:cNvPr id="12" name="Rectangle 11"/>
          <p:cNvSpPr/>
          <p:nvPr/>
        </p:nvSpPr>
        <p:spPr>
          <a:xfrm>
            <a:off x="2606039" y="2770632"/>
            <a:ext cx="20803" cy="31089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6571" y="2798064"/>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717</a:t>
            </a:r>
          </a:p>
        </p:txBody>
      </p:sp>
      <p:sp>
        <p:nvSpPr>
          <p:cNvPr id="14" name="TextBox 13"/>
          <p:cNvSpPr txBox="1"/>
          <p:nvPr/>
        </p:nvSpPr>
        <p:spPr>
          <a:xfrm>
            <a:off x="502920" y="34290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91% of migraine-specific prescribing is still triptans</a:t>
            </a:r>
          </a:p>
        </p:txBody>
      </p:sp>
      <p:sp>
        <p:nvSpPr>
          <p:cNvPr id="15" name="TextBox 14"/>
          <p:cNvSpPr txBox="1"/>
          <p:nvPr/>
        </p:nvSpPr>
        <p:spPr>
          <a:xfrm>
            <a:off x="502920" y="3767328"/>
            <a:ext cx="10607040" cy="50292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Sumatriptan alone accounts for 130,333 lines, more than all newer agents combined. Rizatriptan (55,684) and zolmitriptan (36,568) follow.</a:t>
            </a:r>
          </a:p>
        </p:txBody>
      </p:sp>
      <p:sp>
        <p:nvSpPr>
          <p:cNvPr id="16" name="TextBox 15"/>
          <p:cNvSpPr txBox="1"/>
          <p:nvPr/>
        </p:nvSpPr>
        <p:spPr>
          <a:xfrm>
            <a:off x="502920" y="443484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The newer agents are present but small</a:t>
            </a:r>
          </a:p>
        </p:txBody>
      </p:sp>
      <p:sp>
        <p:nvSpPr>
          <p:cNvPr id="17" name="TextBox 16"/>
          <p:cNvSpPr txBox="1"/>
          <p:nvPr/>
        </p:nvSpPr>
        <p:spPr>
          <a:xfrm>
            <a:off x="502920" y="477316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Erenumab 14,897 lines, fremanezumab 5,401, galcanezumab 1,818, eptinezumab 327. Gepants have barely started: atogepant 310, rimegepant 10. A large, well-defined population is being treated with an older drug class, and the newer agents are nowhere near saturation.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Most pain prescribing is still not migraine-specific</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Absolute prescription lines over follow-up. Both groups on the same scale.</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6</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27632"/>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Metamizole</a:t>
            </a:r>
          </a:p>
        </p:txBody>
      </p:sp>
      <p:sp>
        <p:nvSpPr>
          <p:cNvPr id="10" name="Rectangle 9"/>
          <p:cNvSpPr/>
          <p:nvPr/>
        </p:nvSpPr>
        <p:spPr>
          <a:xfrm>
            <a:off x="2606039" y="1700784"/>
            <a:ext cx="7074827"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90595" y="172821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309,485</a:t>
            </a:r>
          </a:p>
        </p:txBody>
      </p:sp>
      <p:sp>
        <p:nvSpPr>
          <p:cNvPr id="12" name="Rectangle 11"/>
          <p:cNvSpPr/>
          <p:nvPr/>
        </p:nvSpPr>
        <p:spPr>
          <a:xfrm>
            <a:off x="2606039" y="2002536"/>
            <a:ext cx="2409512"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25280" y="2029967"/>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105,403</a:t>
            </a:r>
          </a:p>
        </p:txBody>
      </p:sp>
      <p:sp>
        <p:nvSpPr>
          <p:cNvPr id="14" name="TextBox 13"/>
          <p:cNvSpPr txBox="1"/>
          <p:nvPr/>
        </p:nvSpPr>
        <p:spPr>
          <a:xfrm>
            <a:off x="502920" y="2478024"/>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Opioids (N02A)</a:t>
            </a:r>
          </a:p>
        </p:txBody>
      </p:sp>
      <p:sp>
        <p:nvSpPr>
          <p:cNvPr id="15" name="Rectangle 14"/>
          <p:cNvSpPr/>
          <p:nvPr/>
        </p:nvSpPr>
        <p:spPr>
          <a:xfrm>
            <a:off x="2606039" y="2551176"/>
            <a:ext cx="4091094"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06862" y="257860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178,963</a:t>
            </a:r>
          </a:p>
        </p:txBody>
      </p:sp>
      <p:sp>
        <p:nvSpPr>
          <p:cNvPr id="17" name="Rectangle 16"/>
          <p:cNvSpPr/>
          <p:nvPr/>
        </p:nvSpPr>
        <p:spPr>
          <a:xfrm>
            <a:off x="2606039" y="2852928"/>
            <a:ext cx="1553611"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69379" y="2880360"/>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67,962</a:t>
            </a:r>
          </a:p>
        </p:txBody>
      </p:sp>
      <p:sp>
        <p:nvSpPr>
          <p:cNvPr id="19" name="TextBox 18"/>
          <p:cNvSpPr txBox="1"/>
          <p:nvPr/>
        </p:nvSpPr>
        <p:spPr>
          <a:xfrm>
            <a:off x="502920" y="3328416"/>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Gabapentin &amp; pregabalin</a:t>
            </a:r>
          </a:p>
        </p:txBody>
      </p:sp>
      <p:sp>
        <p:nvSpPr>
          <p:cNvPr id="20" name="Rectangle 19"/>
          <p:cNvSpPr/>
          <p:nvPr/>
        </p:nvSpPr>
        <p:spPr>
          <a:xfrm>
            <a:off x="2606039" y="3401568"/>
            <a:ext cx="1501787"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17555" y="3429000"/>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65,695</a:t>
            </a:r>
          </a:p>
        </p:txBody>
      </p:sp>
      <p:sp>
        <p:nvSpPr>
          <p:cNvPr id="22" name="Rectangle 21"/>
          <p:cNvSpPr/>
          <p:nvPr/>
        </p:nvSpPr>
        <p:spPr>
          <a:xfrm>
            <a:off x="2606039" y="3703320"/>
            <a:ext cx="647349"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63117" y="373075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28,318</a:t>
            </a:r>
          </a:p>
        </p:txBody>
      </p:sp>
      <p:sp>
        <p:nvSpPr>
          <p:cNvPr id="24" name="TextBox 23"/>
          <p:cNvSpPr txBox="1"/>
          <p:nvPr/>
        </p:nvSpPr>
        <p:spPr>
          <a:xfrm>
            <a:off x="502920" y="406908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Metamizole is the single most prescribed drug in both groups</a:t>
            </a:r>
          </a:p>
        </p:txBody>
      </p:sp>
      <p:sp>
        <p:nvSpPr>
          <p:cNvPr id="25" name="TextBox 24"/>
          <p:cNvSpPr txBox="1"/>
          <p:nvPr/>
        </p:nvSpPr>
        <p:spPr>
          <a:xfrm>
            <a:off x="502920" y="4407408"/>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It accounts for 36% of headache patients' prescription lines. Metamizole is a general-purpose German analgesic, not a migraine treatment. Opioids appear at 178,963 lines and gabapentinoids at 65,695. Neither is indicated for migraine.</a:t>
            </a:r>
          </a:p>
        </p:txBody>
      </p:sp>
      <p:sp>
        <p:nvSpPr>
          <p:cNvPr id="26" name="TextBox 25"/>
          <p:cNvSpPr txBox="1"/>
          <p:nvPr/>
        </p:nvSpPr>
        <p:spPr>
          <a:xfrm>
            <a:off x="502920" y="5230368"/>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Two thirds of prescribing in this diagnosed headache population is non-specific. How much of that is avoidable is what the pattern measures on the next slide are designed to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Built and ready to run: the deeper pattern measures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Coded and validated, but not part of this feasibility extract. These need a further data run.</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7</a:t>
            </a:r>
          </a:p>
        </p:txBody>
      </p:sp>
      <p:sp>
        <p:nvSpPr>
          <p:cNvPr id="5" name="TextBox 4"/>
          <p:cNvSpPr txBox="1"/>
          <p:nvPr/>
        </p:nvSpPr>
        <p:spPr>
          <a:xfrm>
            <a:off x="502920" y="1371600"/>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371600"/>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Treatment episodes</a:t>
            </a:r>
          </a:p>
        </p:txBody>
      </p:sp>
      <p:sp>
        <p:nvSpPr>
          <p:cNvPr id="7" name="TextBox 6"/>
          <p:cNvSpPr txBox="1"/>
          <p:nvPr/>
        </p:nvSpPr>
        <p:spPr>
          <a:xfrm>
            <a:off x="731520" y="1627632"/>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How long a course of treatment lasts before the patient stops. Consecutive prescriptions count as one continuous course; a long gap starts a new one. Gives persistence.</a:t>
            </a:r>
          </a:p>
        </p:txBody>
      </p:sp>
      <p:sp>
        <p:nvSpPr>
          <p:cNvPr id="8" name="TextBox 7"/>
          <p:cNvSpPr txBox="1"/>
          <p:nvPr/>
        </p:nvSpPr>
        <p:spPr>
          <a:xfrm>
            <a:off x="502920" y="2240280"/>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2240280"/>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Lines of therapy</a:t>
            </a:r>
          </a:p>
        </p:txBody>
      </p:sp>
      <p:sp>
        <p:nvSpPr>
          <p:cNvPr id="10" name="TextBox 9"/>
          <p:cNvSpPr txBox="1"/>
          <p:nvPr/>
        </p:nvSpPr>
        <p:spPr>
          <a:xfrm>
            <a:off x="731520" y="2496312"/>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Genuine switching. Changing to a different drug starts a new line, so we can see how many drugs a patient works through and what they typically start on.</a:t>
            </a:r>
          </a:p>
        </p:txBody>
      </p:sp>
      <p:sp>
        <p:nvSpPr>
          <p:cNvPr id="11" name="TextBox 10"/>
          <p:cNvSpPr txBox="1"/>
          <p:nvPr/>
        </p:nvSpPr>
        <p:spPr>
          <a:xfrm>
            <a:off x="502920" y="3108960"/>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3108960"/>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Adherence (MPR &amp; PDC)</a:t>
            </a:r>
          </a:p>
        </p:txBody>
      </p:sp>
      <p:sp>
        <p:nvSpPr>
          <p:cNvPr id="13" name="TextBox 12"/>
          <p:cNvSpPr txBox="1"/>
          <p:nvPr/>
        </p:nvSpPr>
        <p:spPr>
          <a:xfrm>
            <a:off x="731520" y="3364992"/>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Whether patients keep collecting their medication. PDC counts days actually covered and does not double-count early refills. 80% is the standard adherence threshold.</a:t>
            </a:r>
          </a:p>
        </p:txBody>
      </p:sp>
      <p:sp>
        <p:nvSpPr>
          <p:cNvPr id="14" name="TextBox 13"/>
          <p:cNvSpPr txBox="1"/>
          <p:nvPr/>
        </p:nvSpPr>
        <p:spPr>
          <a:xfrm>
            <a:off x="502920" y="3977640"/>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5" name="TextBox 14"/>
          <p:cNvSpPr txBox="1"/>
          <p:nvPr/>
        </p:nvSpPr>
        <p:spPr>
          <a:xfrm>
            <a:off x="731520" y="3977640"/>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Switching &amp; pathways</a:t>
            </a:r>
          </a:p>
        </p:txBody>
      </p:sp>
      <p:sp>
        <p:nvSpPr>
          <p:cNvPr id="16" name="TextBox 15"/>
          <p:cNvSpPr txBox="1"/>
          <p:nvPr/>
        </p:nvSpPr>
        <p:spPr>
          <a:xfrm>
            <a:off x="731520" y="4233672"/>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The common routes through treatment: everyday analgesics first and migraine-specific later, for example. Also how many patients combine families.</a:t>
            </a:r>
          </a:p>
        </p:txBody>
      </p:sp>
      <p:sp>
        <p:nvSpPr>
          <p:cNvPr id="17" name="TextBox 16"/>
          <p:cNvSpPr txBox="1"/>
          <p:nvPr/>
        </p:nvSpPr>
        <p:spPr>
          <a:xfrm>
            <a:off x="502920" y="5074920"/>
            <a:ext cx="10607040" cy="457200"/>
          </a:xfrm>
          <a:prstGeom prst="rect">
            <a:avLst/>
          </a:prstGeom>
          <a:noFill/>
        </p:spPr>
        <p:txBody>
          <a:bodyPr wrap="square" lIns="0" rIns="0" tIns="0" bIns="0" anchor="t">
            <a:spAutoFit/>
          </a:bodyPr>
          <a:lstStyle/>
          <a:p>
            <a:pPr algn="l">
              <a:lnSpc>
                <a:spcPct val="130000"/>
              </a:lnSpc>
              <a:spcAft>
                <a:spcPts val="500"/>
              </a:spcAft>
            </a:pPr>
            <a:r>
              <a:rPr sz="1200" b="0">
                <a:solidFill>
                  <a:srgbClr val="171717"/>
                </a:solidFill>
                <a:latin typeface="Montserrat"/>
              </a:rPr>
              <a:t>All four run offline from a saved prescription extract. They can be produced, and recalibrated, without further database access before the data licence ends.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How to read this, and what it cannot tell us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Four limits that matter for interpreting every number in this deck.</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8</a:t>
            </a:r>
          </a:p>
        </p:txBody>
      </p:sp>
      <p:sp>
        <p:nvSpPr>
          <p:cNvPr id="5" name="TextBox 4"/>
          <p:cNvSpPr txBox="1"/>
          <p:nvPr/>
        </p:nvSpPr>
        <p:spPr>
          <a:xfrm>
            <a:off x="502920" y="1325880"/>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325880"/>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Over-the-counter use is invisible</a:t>
            </a:r>
          </a:p>
        </p:txBody>
      </p:sp>
      <p:sp>
        <p:nvSpPr>
          <p:cNvPr id="7" name="TextBox 6"/>
          <p:cNvSpPr txBox="1"/>
          <p:nvPr/>
        </p:nvSpPr>
        <p:spPr>
          <a:xfrm>
            <a:off x="731520" y="1581912"/>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In Germany most everyday painkillers are bought without a prescription. None of that appears here, so real painkiller use is higher than shown. Any overuse estimate is an undercount.</a:t>
            </a:r>
          </a:p>
        </p:txBody>
      </p:sp>
      <p:sp>
        <p:nvSpPr>
          <p:cNvPr id="8" name="TextBox 7"/>
          <p:cNvSpPr txBox="1"/>
          <p:nvPr/>
        </p:nvSpPr>
        <p:spPr>
          <a:xfrm>
            <a:off x="502920" y="2167128"/>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2167128"/>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Prescriptions written, not pills taken</a:t>
            </a:r>
          </a:p>
        </p:txBody>
      </p:sp>
      <p:sp>
        <p:nvSpPr>
          <p:cNvPr id="10" name="TextBox 9"/>
          <p:cNvSpPr txBox="1"/>
          <p:nvPr/>
        </p:nvSpPr>
        <p:spPr>
          <a:xfrm>
            <a:off x="731520" y="2423160"/>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The data records what a doctor prescribed. Adherence measures track whether patients kept collecting medication, which is the best available stand-in but is not the same as taking it.</a:t>
            </a:r>
          </a:p>
        </p:txBody>
      </p:sp>
      <p:sp>
        <p:nvSpPr>
          <p:cNvPr id="11" name="TextBox 10"/>
          <p:cNvSpPr txBox="1"/>
          <p:nvPr/>
        </p:nvSpPr>
        <p:spPr>
          <a:xfrm>
            <a:off x="502920" y="3008376"/>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3008376"/>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Days-supply is an assumption</a:t>
            </a:r>
          </a:p>
        </p:txBody>
      </p:sp>
      <p:sp>
        <p:nvSpPr>
          <p:cNvPr id="13" name="TextBox 12"/>
          <p:cNvSpPr txBox="1"/>
          <p:nvPr/>
        </p:nvSpPr>
        <p:spPr>
          <a:xfrm>
            <a:off x="731520" y="3264408"/>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The German data does not document how long each prescription is meant to last. Episode length, switching and adherence all depend on that assumption. It is isolated in one place and flagged for verification.</a:t>
            </a:r>
          </a:p>
        </p:txBody>
      </p:sp>
      <p:sp>
        <p:nvSpPr>
          <p:cNvPr id="14" name="TextBox 13"/>
          <p:cNvSpPr txBox="1"/>
          <p:nvPr/>
        </p:nvSpPr>
        <p:spPr>
          <a:xfrm>
            <a:off x="502920" y="3849624"/>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5" name="TextBox 14"/>
          <p:cNvSpPr txBox="1"/>
          <p:nvPr/>
        </p:nvSpPr>
        <p:spPr>
          <a:xfrm>
            <a:off x="731520" y="3849624"/>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These are prescription lines, not patients</a:t>
            </a:r>
          </a:p>
        </p:txBody>
      </p:sp>
      <p:sp>
        <p:nvSpPr>
          <p:cNvPr id="16" name="TextBox 15"/>
          <p:cNvSpPr txBox="1"/>
          <p:nvPr/>
        </p:nvSpPr>
        <p:spPr>
          <a:xfrm>
            <a:off x="731520" y="4105656"/>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Counts and shares in this deck are of prescription lines. Patient-level results, such as how many people switch or persist, come from the measures on the previous slide.</a:t>
            </a:r>
          </a:p>
        </p:txBody>
      </p:sp>
      <p:sp>
        <p:nvSpPr>
          <p:cNvPr id="17" name="Rectangle 16"/>
          <p:cNvSpPr/>
          <p:nvPr/>
        </p:nvSpPr>
        <p:spPr>
          <a:xfrm>
            <a:off x="502920" y="4800600"/>
            <a:ext cx="10652760" cy="12344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4983480"/>
            <a:ext cx="4572000" cy="274320"/>
          </a:xfrm>
          <a:prstGeom prst="rect">
            <a:avLst/>
          </a:prstGeom>
          <a:noFill/>
        </p:spPr>
        <p:txBody>
          <a:bodyPr wrap="square" lIns="0" rIns="0" tIns="0" bIns="0" anchor="t">
            <a:spAutoFit/>
          </a:bodyPr>
          <a:lstStyle/>
          <a:p>
            <a:pPr algn="l">
              <a:lnSpc>
                <a:spcPct val="120000"/>
              </a:lnSpc>
              <a:spcAft>
                <a:spcPts val="500"/>
              </a:spcAft>
            </a:pPr>
            <a:r>
              <a:rPr sz="1250" b="1">
                <a:solidFill>
                  <a:srgbClr val="171717"/>
                </a:solidFill>
                <a:latin typeface="Montserrat"/>
              </a:rPr>
              <a:t>Bottom line</a:t>
            </a:r>
          </a:p>
        </p:txBody>
      </p:sp>
      <p:sp>
        <p:nvSpPr>
          <p:cNvPr id="19" name="TextBox 18"/>
          <p:cNvSpPr txBox="1"/>
          <p:nvPr/>
        </p:nvSpPr>
        <p:spPr>
          <a:xfrm>
            <a:off x="777240" y="5266944"/>
            <a:ext cx="10149840" cy="548640"/>
          </a:xfrm>
          <a:prstGeom prst="rect">
            <a:avLst/>
          </a:prstGeom>
          <a:noFill/>
        </p:spPr>
        <p:txBody>
          <a:bodyPr wrap="square" lIns="0" rIns="0" tIns="0" bIns="0" anchor="t">
            <a:spAutoFit/>
          </a:bodyPr>
          <a:lstStyle/>
          <a:p>
            <a:pPr algn="l">
              <a:lnSpc>
                <a:spcPct val="130000"/>
              </a:lnSpc>
              <a:spcAft>
                <a:spcPts val="500"/>
              </a:spcAft>
            </a:pPr>
            <a:r>
              <a:rPr sz="1200" b="0">
                <a:solidFill>
                  <a:srgbClr val="171717"/>
                </a:solidFill>
                <a:latin typeface="Montserrat"/>
              </a:rPr>
              <a:t>The cohort is large, cleanly matched, and clearly being treated for headache. Prescribing volume is high and concentrated, and most of it is not migraine-specific. The measures that quantify how patients move through treatment are built and awaiting a data run.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951yqr7qwVb3VIzjAzzifQ"/>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6H5jjHBMqWkq0r61dXObrA"/>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xml><?xml version="1.0" encoding="utf-8"?>
<p:tagLst xmlns:a="http://schemas.openxmlformats.org/drawingml/2006/main" xmlns:r="http://schemas.openxmlformats.org/officeDocument/2006/relationships" xmlns:p="http://schemas.openxmlformats.org/presentationml/2006/main">
  <p:tag name="SHAPENAME" val="5. Sourc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Au5mlI_5SaCdkR487yXZgA"/>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5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5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CK2033_Organon_PPT_Template_White_Footer_M08" id="{A5362B16-C1EC-F74D-A8D4-526F5DA28960}" vid="{E78CD43D-1F56-874D-923A-71873AAF58A4}"/>
    </a:ext>
  </a:extLst>
</a:theme>
</file>

<file path=ppt/theme/theme3.xml><?xml version="1.0" encoding="utf-8"?>
<a:theme xmlns:a="http://schemas.openxmlformats.org/drawingml/2006/main" name="7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8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Organon_PPT_Template_White_Footer_M08 (1).potx  -  Read-Only" id="{B6F81749-36D1-4B23-A48D-C24FEEB8A1FD}" vid="{3CDFFBE3-4FBE-411E-8DE9-A89D51643B80}"/>
    </a:ext>
  </a:extLst>
</a:theme>
</file>

<file path=ppt/theme/theme5.xml><?xml version="1.0" encoding="utf-8"?>
<a:theme xmlns:a="http://schemas.openxmlformats.org/drawingml/2006/main" name="6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rganon W">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rganon W" id="{08554FB2-342A-4819-89C1-EE1BB9B6D370}" vid="{6222D241-D990-49A7-B688-A6DF34EE2AF0}"/>
    </a:ext>
  </a:extLst>
</a:theme>
</file>

<file path=ppt/theme/theme7.xml><?xml version="1.0" encoding="utf-8"?>
<a:theme xmlns:a="http://schemas.openxmlformats.org/drawingml/2006/main" name="1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mageMetadataListItemId xmlns="8e91b1a2-cef3-4c16-b949-ce66492d5111" xsi:nil="true"/>
    <lcf76f155ced4ddcb4097134ff3c332f xmlns="8e91b1a2-cef3-4c16-b949-ce66492d5111">
      <Terms xmlns="http://schemas.microsoft.com/office/infopath/2007/PartnerControls"/>
    </lcf76f155ced4ddcb4097134ff3c332f>
    <TaxCatchAll xmlns="4d2bfd8a-bdc1-4699-b00e-f74152970809" xsi:nil="true"/>
    <ImageMetadataListFieldId xmlns="8e91b1a2-cef3-4c16-b949-ce66492d511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C7BAB66966A5F4CBB1169870B003EA0" ma:contentTypeVersion="20" ma:contentTypeDescription="Create a new document." ma:contentTypeScope="" ma:versionID="bba14845822a3d669c2b6e60b91cf355">
  <xsd:schema xmlns:xsd="http://www.w3.org/2001/XMLSchema" xmlns:xs="http://www.w3.org/2001/XMLSchema" xmlns:p="http://schemas.microsoft.com/office/2006/metadata/properties" xmlns:ns2="8e91b1a2-cef3-4c16-b949-ce66492d5111" xmlns:ns3="4d2bfd8a-bdc1-4699-b00e-f74152970809" targetNamespace="http://schemas.microsoft.com/office/2006/metadata/properties" ma:root="true" ma:fieldsID="fc6c15c0b4b6d7bbc45144c8b5453437" ns2:_="" ns3:_="">
    <xsd:import namespace="8e91b1a2-cef3-4c16-b949-ce66492d5111"/>
    <xsd:import namespace="4d2bfd8a-bdc1-4699-b00e-f74152970809"/>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ImageMetadataListItemId" minOccurs="0"/>
                <xsd:element ref="ns2:ImageMetadataListFieldId"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e91b1a2-cef3-4c16-b949-ce66492d511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element name="ImageMetadataListItemId" ma:index="19" nillable="true" ma:displayName="ImageMetadataListItemId" ma:hidden="true" ma:indexed="true" ma:internalName="ImageMetadataListItemId">
      <xsd:simpleType>
        <xsd:restriction base="dms:Unknown"/>
      </xsd:simpleType>
    </xsd:element>
    <xsd:element name="ImageMetadataListFieldId" ma:index="20" nillable="true" ma:displayName="ImageMetadataListFieldId" ma:hidden="true" ma:indexed="true" ma:internalName="ImageMetadataListFieldId">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1aea9b38-78a5-408a-815c-fe4833795462"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d2bfd8a-bdc1-4699-b00e-f74152970809"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bf2052ed-7f7b-4724-8bb0-ba665b6501f8}" ma:internalName="TaxCatchAll" ma:showField="CatchAllData" ma:web="4d2bfd8a-bdc1-4699-b00e-f74152970809">
      <xsd:complexType>
        <xsd:complexContent>
          <xsd:extension base="dms:MultiChoiceLookup">
            <xsd:sequence>
              <xsd:element name="Value" type="dms:Lookup" maxOccurs="unbounded" minOccurs="0" nillable="true"/>
            </xsd:sequence>
          </xsd:extension>
        </xsd:complexContent>
      </xsd:complexType>
    </xsd:element>
    <xsd:element name="SharedWithUsers" ma:index="2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79A575D-F5E4-4E8F-9B75-C7213FDD312F}">
  <ds:schemaRefs>
    <ds:schemaRef ds:uri="http://schemas.microsoft.com/office/2006/metadata/properties"/>
    <ds:schemaRef ds:uri="http://schemas.microsoft.com/office/infopath/2007/PartnerControls"/>
    <ds:schemaRef ds:uri="8e91b1a2-cef3-4c16-b949-ce66492d5111"/>
    <ds:schemaRef ds:uri="4d2bfd8a-bdc1-4699-b00e-f74152970809"/>
  </ds:schemaRefs>
</ds:datastoreItem>
</file>

<file path=customXml/itemProps2.xml><?xml version="1.0" encoding="utf-8"?>
<ds:datastoreItem xmlns:ds="http://schemas.openxmlformats.org/officeDocument/2006/customXml" ds:itemID="{E4464588-071A-4627-90F2-24D0DB13712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e91b1a2-cef3-4c16-b949-ce66492d5111"/>
    <ds:schemaRef ds:uri="4d2bfd8a-bdc1-4699-b00e-f7415297080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C8C6079-235C-44C5-B73A-8D7A2FB3A1D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171</TotalTime>
  <Words>2582</Words>
  <Application>Microsoft Office PowerPoint</Application>
  <PresentationFormat>Widescreen</PresentationFormat>
  <Paragraphs>351</Paragraphs>
  <Slides>30</Slides>
  <Notes>26</Notes>
  <HiddenSlides>0</HiddenSlides>
  <MMClips>0</MMClips>
  <ScaleCrop>false</ScaleCrop>
  <HeadingPairs>
    <vt:vector size="8" baseType="variant">
      <vt:variant>
        <vt:lpstr>Fonts Used</vt:lpstr>
      </vt:variant>
      <vt:variant>
        <vt:i4>19</vt:i4>
      </vt:variant>
      <vt:variant>
        <vt:lpstr>Theme</vt:lpstr>
      </vt:variant>
      <vt:variant>
        <vt:i4>7</vt:i4>
      </vt:variant>
      <vt:variant>
        <vt:lpstr>Embedded OLE Servers</vt:lpstr>
      </vt:variant>
      <vt:variant>
        <vt:i4>1</vt:i4>
      </vt:variant>
      <vt:variant>
        <vt:lpstr>Slide Titles</vt:lpstr>
      </vt:variant>
      <vt:variant>
        <vt:i4>30</vt:i4>
      </vt:variant>
    </vt:vector>
  </HeadingPairs>
  <TitlesOfParts>
    <vt:vector size="57" baseType="lpstr">
      <vt:lpstr>DengXian</vt:lpstr>
      <vt:lpstr>Aptos</vt:lpstr>
      <vt:lpstr>Arial</vt:lpstr>
      <vt:lpstr>Arial Black</vt:lpstr>
      <vt:lpstr>Arial Narrow</vt:lpstr>
      <vt:lpstr>Calibri</vt:lpstr>
      <vt:lpstr>Calibri Light</vt:lpstr>
      <vt:lpstr>Courier New</vt:lpstr>
      <vt:lpstr>Lato Light</vt:lpstr>
      <vt:lpstr>Liberation Sans</vt:lpstr>
      <vt:lpstr>Montserrat</vt:lpstr>
      <vt:lpstr>Montserrat ExtraBold</vt:lpstr>
      <vt:lpstr>Montserrat Light</vt:lpstr>
      <vt:lpstr>Montserrat Medium</vt:lpstr>
      <vt:lpstr>Montserrat SemiBold</vt:lpstr>
      <vt:lpstr>Segoe UI</vt:lpstr>
      <vt:lpstr>System Font Regular</vt:lpstr>
      <vt:lpstr>Trebuchet MS</vt:lpstr>
      <vt:lpstr>Wingdings</vt:lpstr>
      <vt:lpstr>5_Office Theme</vt:lpstr>
      <vt:lpstr>15_Office Theme</vt:lpstr>
      <vt:lpstr>7_Office Theme</vt:lpstr>
      <vt:lpstr>8_Office Theme</vt:lpstr>
      <vt:lpstr>6_Office Theme</vt:lpstr>
      <vt:lpstr>Organon W</vt:lpstr>
      <vt:lpstr>1_Office Theme</vt:lpstr>
      <vt:lpstr>think-cell Slide</vt:lpstr>
      <vt:lpstr>OGN corporate slide deck template</vt:lpstr>
      <vt:lpstr>PowerPoint Presentation</vt:lpstr>
      <vt:lpstr>Section 1 – core content</vt:lpstr>
      <vt:lpstr>Organon: Here for her health</vt:lpstr>
      <vt:lpstr>Our vision, mission and purpose</vt:lpstr>
      <vt:lpstr>Living our values</vt:lpstr>
      <vt:lpstr>A new company with a 100+ year legacy in women’s health</vt:lpstr>
      <vt:lpstr>A global company</vt:lpstr>
      <vt:lpstr>Our focus</vt:lpstr>
      <vt:lpstr>Driving new research in women’s health</vt:lpstr>
      <vt:lpstr>An ecosystem of like-minded partners and innovators</vt:lpstr>
      <vt:lpstr>Organon manufacturing and supply  (OMS)</vt:lpstr>
      <vt:lpstr>PowerPoint Presentation</vt:lpstr>
      <vt:lpstr>Our manufacturing &amp; supply organization</vt:lpstr>
      <vt:lpstr>Corporate responsibility</vt:lpstr>
      <vt:lpstr>Focus: Committed to reducing unplanned pregnancies so women and girls can achieve their promise through: </vt:lpstr>
      <vt:lpstr>Key achievements*</vt:lpstr>
      <vt:lpstr>Her equity*</vt:lpstr>
      <vt:lpstr>Her planet*</vt:lpstr>
      <vt:lpstr>Her trust*</vt:lpstr>
      <vt:lpstr>We believe in the power of collaboration</vt:lpstr>
      <vt:lpstr>Creating a brighter future for her</vt:lpstr>
      <vt:lpstr>PowerPoint Presentation</vt:lpstr>
      <vt:lpstr>Section 2 - templates</vt:lpstr>
      <vt:lpstr>Welcome message – [insert name]</vt:lpstr>
      <vt:lpstr>PowerPoint Presentation</vt:lpstr>
      <vt:lpstr>Leadership team template</vt:lpstr>
      <vt:lpstr>PowerPoint Presentation</vt:lpstr>
      <vt:lpstr>[Insert name of partner organization]</vt:lpstr>
      <vt:lpstr>Be a part of her story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Communications</dc:title>
  <dc:creator>Jackett, Stephen</dc:creator>
  <cp:lastModifiedBy>Jackett, Stephen</cp:lastModifiedBy>
  <cp:revision>1</cp:revision>
  <dcterms:created xsi:type="dcterms:W3CDTF">2024-05-03T12:11:17Z</dcterms:created>
  <dcterms:modified xsi:type="dcterms:W3CDTF">2025-09-17T14:59:14Z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-1207573766</vt:i4>
  </property>
  <property fmtid="{D5CDD505-2E9C-101B-9397-08002B2CF9AE}" pid="3" name="_NewReviewCycle">
    <vt:lpwstr/>
  </property>
  <property fmtid="{D5CDD505-2E9C-101B-9397-08002B2CF9AE}" pid="4" name="_EmailSubject">
    <vt:lpwstr>OGN storytelling materials plan</vt:lpwstr>
  </property>
  <property fmtid="{D5CDD505-2E9C-101B-9397-08002B2CF9AE}" pid="5" name="_AuthorEmail">
    <vt:lpwstr>stephen.jackett@organon.com</vt:lpwstr>
  </property>
  <property fmtid="{D5CDD505-2E9C-101B-9397-08002B2CF9AE}" pid="6" name="_AuthorEmailDisplayName">
    <vt:lpwstr>Jackett, Stephen</vt:lpwstr>
  </property>
  <property fmtid="{D5CDD505-2E9C-101B-9397-08002B2CF9AE}" pid="7" name="MSIP_Label_9e5572be-d5bb-4f9b-88a4-df12000c467e_Enabled">
    <vt:lpwstr>true</vt:lpwstr>
  </property>
  <property fmtid="{D5CDD505-2E9C-101B-9397-08002B2CF9AE}" pid="8" name="MSIP_Label_9e5572be-d5bb-4f9b-88a4-df12000c467e_SetDate">
    <vt:lpwstr>2025-02-13T16:05:00Z</vt:lpwstr>
  </property>
  <property fmtid="{D5CDD505-2E9C-101B-9397-08002B2CF9AE}" pid="9" name="MSIP_Label_9e5572be-d5bb-4f9b-88a4-df12000c467e_Method">
    <vt:lpwstr>Privileged</vt:lpwstr>
  </property>
  <property fmtid="{D5CDD505-2E9C-101B-9397-08002B2CF9AE}" pid="10" name="MSIP_Label_9e5572be-d5bb-4f9b-88a4-df12000c467e_Name">
    <vt:lpwstr>English - Proprietary</vt:lpwstr>
  </property>
  <property fmtid="{D5CDD505-2E9C-101B-9397-08002B2CF9AE}" pid="11" name="MSIP_Label_9e5572be-d5bb-4f9b-88a4-df12000c467e_SiteId">
    <vt:lpwstr>484a70d1-caaf-4a03-a477-1cbe688304af</vt:lpwstr>
  </property>
  <property fmtid="{D5CDD505-2E9C-101B-9397-08002B2CF9AE}" pid="12" name="MSIP_Label_9e5572be-d5bb-4f9b-88a4-df12000c467e_ActionId">
    <vt:lpwstr>6e573f1d-4870-4335-a868-0697b54b0513</vt:lpwstr>
  </property>
  <property fmtid="{D5CDD505-2E9C-101B-9397-08002B2CF9AE}" pid="13" name="MSIP_Label_9e5572be-d5bb-4f9b-88a4-df12000c467e_ContentBits">
    <vt:lpwstr>1</vt:lpwstr>
  </property>
  <property fmtid="{D5CDD505-2E9C-101B-9397-08002B2CF9AE}" pid="14" name="ClassificationContentMarkingHeaderLocations">
    <vt:lpwstr>5_Office Theme:4\13_Office Theme:9\15_Office Theme:9\7_Office Theme:4\8_Office Theme:10\6_Office Theme:10\16_Office Theme:10\Organon W:10\1_Office Theme:4</vt:lpwstr>
  </property>
  <property fmtid="{D5CDD505-2E9C-101B-9397-08002B2CF9AE}" pid="15" name="ClassificationContentMarkingHeaderText">
    <vt:lpwstr>[Organon] Proprietary</vt:lpwstr>
  </property>
  <property fmtid="{D5CDD505-2E9C-101B-9397-08002B2CF9AE}" pid="16" name="ContentTypeId">
    <vt:lpwstr>0x010100DC7BAB66966A5F4CBB1169870B003EA0</vt:lpwstr>
  </property>
  <property fmtid="{D5CDD505-2E9C-101B-9397-08002B2CF9AE}" pid="17" name="MediaServiceImageTags">
    <vt:lpwstr/>
  </property>
</Properties>
</file>