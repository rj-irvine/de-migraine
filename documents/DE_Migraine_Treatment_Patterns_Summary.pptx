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11.svg" ContentType="image/svg+xml"/>
  <Override PartName="/ppt/media/image15.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4" r:id="rId4"/>
    <p:sldMasterId id="2147484119" r:id="rId5"/>
    <p:sldMasterId id="2147484136" r:id="rId6"/>
    <p:sldMasterId id="2147484221" r:id="rId7"/>
    <p:sldMasterId id="2147484449" r:id="rId8"/>
    <p:sldMasterId id="2147484500" r:id="rId9"/>
    <p:sldMasterId id="2147484518" r:id="rId10"/>
  </p:sldMasterIdLst>
  <p:notesMasterIdLst>
    <p:notesMasterId r:id="rId41"/>
  </p:notesMasterIdLst>
  <p:handoutMasterIdLst>
    <p:handoutMasterId r:id="rId42"/>
  </p:handoutMasterIdLst>
  <p:sldIdLst>
    <p:sldId id="256" r:id="rId19"/>
    <p:sldId id="257" r:id="rId20"/>
    <p:sldId id="258" r:id="rId21"/>
    <p:sldId id="259" r:id="rId22"/>
    <p:sldId id="260" r:id="rId23"/>
    <p:sldId id="261" r:id="rId24"/>
    <p:sldId id="262" r:id="rId25"/>
    <p:sldId id="263" r:id="rId26"/>
    <p:sldId id="264" r:id="rId27"/>
    <p:sldId id="265" r:id="rId28"/>
    <p:sldId id="26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4139913-BFBA-4189-3957-F83E4C20DDB0}" name="Jackett, Stephen" initials="SJ" userId="S::stephen.jackett@organon.com::0bef1c98-69b1-48e4-bc92-135240dc0a47" providerId="AD"/>
  <p188:author id="{C0ADE842-EBB5-ED85-94FB-CF3E710B731B}" name="Silver, Hannah" initials="HS" userId="S::hannah.silver@organon.com::7d4cd25d-d81e-4fe6-aa29-ff964ab0ce42" providerId="AD"/>
  <p188:author id="{58D4377D-3B4D-A4B3-DD99-359EAF377A58}" name="Breitstein, Joanna" initials="JB" userId="S::joanna.breitstein@organon.com::a3b65a5a-1e05-456d-b5e8-c17958c4b715" providerId="AD"/>
  <p188:author id="{AE88B8A6-FB2A-BBD0-B466-D4D211056B88}" name="Josh Ashley-Jones" initials="JA" userId="S::josh.ashley-jones@four.agency::3a92f106-54b8-4c33-8480-05f8b2d9ebe0" providerId="AD"/>
  <p188:author id="{9B823DE9-DA58-95D3-2AFF-D33DED5B2B0D}" name="Alice Walker" initials="AW" userId="S::alice.walker@four.agency::ea97e75b-919c-46bd-9fe3-e6190ef56c5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9D7"/>
    <a:srgbClr val="C8C8C8"/>
    <a:srgbClr val="E201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746" autoAdjust="0"/>
  </p:normalViewPr>
  <p:slideViewPr>
    <p:cSldViewPr snapToGrid="0">
      <p:cViewPr varScale="1">
        <p:scale>
          <a:sx n="56" d="100"/>
          <a:sy n="56" d="100"/>
        </p:scale>
        <p:origin x="1044" y="48"/>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Master" Target="slideMasters/slideMaster6.xml"/><Relationship Id="rId10" Type="http://schemas.openxmlformats.org/officeDocument/2006/relationships/slideMaster" Target="slideMasters/slideMaster7.xml"/><Relationship Id="rId19" Type="http://schemas.openxmlformats.org/officeDocument/2006/relationships/slide" Target="slides/slide1.xml"/><Relationship Id="rId20" Type="http://schemas.openxmlformats.org/officeDocument/2006/relationships/slide" Target="slides/slide2.xml"/><Relationship Id="rId21" Type="http://schemas.openxmlformats.org/officeDocument/2006/relationships/slide" Target="slides/slide3.xml"/><Relationship Id="rId22" Type="http://schemas.openxmlformats.org/officeDocument/2006/relationships/slide" Target="slides/slide4.xml"/><Relationship Id="rId23" Type="http://schemas.openxmlformats.org/officeDocument/2006/relationships/slide" Target="slides/slide5.xml"/><Relationship Id="rId24" Type="http://schemas.openxmlformats.org/officeDocument/2006/relationships/slide" Target="slides/slide6.xml"/><Relationship Id="rId25" Type="http://schemas.openxmlformats.org/officeDocument/2006/relationships/slide" Target="slides/slide7.xml"/><Relationship Id="rId26" Type="http://schemas.openxmlformats.org/officeDocument/2006/relationships/slide" Target="slides/slide8.xml"/><Relationship Id="rId27" Type="http://schemas.openxmlformats.org/officeDocument/2006/relationships/slide" Target="slides/slide9.xml"/><Relationship Id="rId28" Type="http://schemas.openxmlformats.org/officeDocument/2006/relationships/slide" Target="slides/slide10.xml"/><Relationship Id="rId29" Type="http://schemas.openxmlformats.org/officeDocument/2006/relationships/slide" Target="slides/slide11.xml"/><Relationship Id="rId41" Type="http://schemas.openxmlformats.org/officeDocument/2006/relationships/notesMaster" Target="notesMasters/notesMaster1.xml"/><Relationship Id="rId42" Type="http://schemas.openxmlformats.org/officeDocument/2006/relationships/handoutMaster" Target="handoutMasters/handout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47" Type="http://schemas.microsoft.com/office/2016/11/relationships/changesInfo" Target="changesInfos/changesInfo1.xml"/><Relationship Id="rId48"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kett, Stephen" userId="0bef1c98-69b1-48e4-bc92-135240dc0a47" providerId="ADAL" clId="{C9FE35C1-F305-4332-B20A-26B677F87CAA}"/>
    <pc:docChg chg="undo custSel modSld">
      <pc:chgData name="Jackett, Stephen" userId="0bef1c98-69b1-48e4-bc92-135240dc0a47" providerId="ADAL" clId="{C9FE35C1-F305-4332-B20A-26B677F87CAA}" dt="2025-03-11T18:23:49.219" v="238"/>
      <pc:docMkLst>
        <pc:docMk/>
      </pc:docMkLst>
      <pc:sldChg chg="modSp mod modNotesTx">
        <pc:chgData name="Jackett, Stephen" userId="0bef1c98-69b1-48e4-bc92-135240dc0a47" providerId="ADAL" clId="{C9FE35C1-F305-4332-B20A-26B677F87CAA}" dt="2025-03-11T18:23:49.219" v="238"/>
        <pc:sldMkLst>
          <pc:docMk/>
          <pc:sldMk cId="2724305972" sldId="259"/>
        </pc:sldMkLst>
      </pc:sldChg>
      <pc:sldChg chg="modSp mod">
        <pc:chgData name="Jackett, Stephen" userId="0bef1c98-69b1-48e4-bc92-135240dc0a47" providerId="ADAL" clId="{C9FE35C1-F305-4332-B20A-26B677F87CAA}" dt="2025-03-11T18:14:42.689" v="48" actId="108"/>
        <pc:sldMkLst>
          <pc:docMk/>
          <pc:sldMk cId="1882696579" sldId="261"/>
        </pc:sldMkLst>
      </pc:sldChg>
      <pc:sldChg chg="modSp mod">
        <pc:chgData name="Jackett, Stephen" userId="0bef1c98-69b1-48e4-bc92-135240dc0a47" providerId="ADAL" clId="{C9FE35C1-F305-4332-B20A-26B677F87CAA}" dt="2025-03-11T18:15:02.775" v="49"/>
        <pc:sldMkLst>
          <pc:docMk/>
          <pc:sldMk cId="1919210051" sldId="262"/>
        </pc:sldMkLst>
      </pc:sldChg>
      <pc:sldChg chg="modSp mod">
        <pc:chgData name="Jackett, Stephen" userId="0bef1c98-69b1-48e4-bc92-135240dc0a47" providerId="ADAL" clId="{C9FE35C1-F305-4332-B20A-26B677F87CAA}" dt="2025-03-11T18:15:24.612" v="50"/>
        <pc:sldMkLst>
          <pc:docMk/>
          <pc:sldMk cId="2692185011" sldId="263"/>
        </pc:sldMkLst>
      </pc:sldChg>
      <pc:sldChg chg="modSp mod modNotesTx">
        <pc:chgData name="Jackett, Stephen" userId="0bef1c98-69b1-48e4-bc92-135240dc0a47" providerId="ADAL" clId="{C9FE35C1-F305-4332-B20A-26B677F87CAA}" dt="2025-03-11T18:21:20.353" v="126" actId="20577"/>
        <pc:sldMkLst>
          <pc:docMk/>
          <pc:sldMk cId="1213963974" sldId="269"/>
        </pc:sldMkLst>
      </pc:sldChg>
      <pc:sldChg chg="modSp mod modNotesTx">
        <pc:chgData name="Jackett, Stephen" userId="0bef1c98-69b1-48e4-bc92-135240dc0a47" providerId="ADAL" clId="{C9FE35C1-F305-4332-B20A-26B677F87CAA}" dt="2025-03-11T18:22:38.959" v="192"/>
        <pc:sldMkLst>
          <pc:docMk/>
          <pc:sldMk cId="4105099557" sldId="270"/>
        </pc:sldMkLst>
      </pc:sldChg>
      <pc:sldChg chg="modSp mod modNotesTx">
        <pc:chgData name="Jackett, Stephen" userId="0bef1c98-69b1-48e4-bc92-135240dc0a47" providerId="ADAL" clId="{C9FE35C1-F305-4332-B20A-26B677F87CAA}" dt="2025-03-11T18:20:48.956" v="94" actId="20577"/>
        <pc:sldMkLst>
          <pc:docMk/>
          <pc:sldMk cId="724092529" sldId="274"/>
        </pc:sldMkLst>
      </pc:sldChg>
      <pc:sldChg chg="modSp mod modNotesTx">
        <pc:chgData name="Jackett, Stephen" userId="0bef1c98-69b1-48e4-bc92-135240dc0a47" providerId="ADAL" clId="{C9FE35C1-F305-4332-B20A-26B677F87CAA}" dt="2025-03-11T18:19:26.926" v="80"/>
        <pc:sldMkLst>
          <pc:docMk/>
          <pc:sldMk cId="1108492127" sldId="276"/>
        </pc:sldMkLst>
      </pc:sldChg>
      <pc:sldChg chg="modSp mod">
        <pc:chgData name="Jackett, Stephen" userId="0bef1c98-69b1-48e4-bc92-135240dc0a47" providerId="ADAL" clId="{C9FE35C1-F305-4332-B20A-26B677F87CAA}" dt="2025-03-11T18:16:51.757" v="63" actId="20577"/>
        <pc:sldMkLst>
          <pc:docMk/>
          <pc:sldMk cId="392814229" sldId="277"/>
        </pc:sldMkLst>
      </pc:sldChg>
      <pc:sldChg chg="modSp mod">
        <pc:chgData name="Jackett, Stephen" userId="0bef1c98-69b1-48e4-bc92-135240dc0a47" providerId="ADAL" clId="{C9FE35C1-F305-4332-B20A-26B677F87CAA}" dt="2025-03-11T18:14:15.287" v="46" actId="108"/>
        <pc:sldMkLst>
          <pc:docMk/>
          <pc:sldMk cId="3344193923" sldId="279"/>
        </pc:sldMkLst>
      </pc:sldChg>
      <pc:sldChg chg="modSp mod modNotesTx">
        <pc:chgData name="Jackett, Stephen" userId="0bef1c98-69b1-48e4-bc92-135240dc0a47" providerId="ADAL" clId="{C9FE35C1-F305-4332-B20A-26B677F87CAA}" dt="2025-03-11T18:23:07.500" v="223" actId="20577"/>
        <pc:sldMkLst>
          <pc:docMk/>
          <pc:sldMk cId="54691783" sldId="288"/>
        </pc:sldMkLst>
      </pc:sldChg>
      <pc:sldChg chg="modSp mod modNotesTx">
        <pc:chgData name="Jackett, Stephen" userId="0bef1c98-69b1-48e4-bc92-135240dc0a47" providerId="ADAL" clId="{C9FE35C1-F305-4332-B20A-26B677F87CAA}" dt="2025-03-11T18:23:15.109" v="237" actId="20577"/>
        <pc:sldMkLst>
          <pc:docMk/>
          <pc:sldMk cId="3302036192" sldId="290"/>
        </pc:sldMkLst>
      </pc:sldChg>
      <pc:sldChg chg="modSp mod modNotesTx">
        <pc:chgData name="Jackett, Stephen" userId="0bef1c98-69b1-48e4-bc92-135240dc0a47" providerId="ADAL" clId="{C9FE35C1-F305-4332-B20A-26B677F87CAA}" dt="2025-03-11T18:22:57.439" v="210" actId="20577"/>
        <pc:sldMkLst>
          <pc:docMk/>
          <pc:sldMk cId="3967556059" sldId="2147483621"/>
        </pc:sldMkLst>
      </pc:sldChg>
    </pc:docChg>
  </pc:docChgLst>
  <pc:docChgLst>
    <pc:chgData name="Jackett, Stephen" userId="0bef1c98-69b1-48e4-bc92-135240dc0a47" providerId="ADAL" clId="{6A9C5968-73F2-46AD-A9DD-7C49FE6CB9A2}"/>
    <pc:docChg chg="undo custSel modSld modMainMaster">
      <pc:chgData name="Jackett, Stephen" userId="0bef1c98-69b1-48e4-bc92-135240dc0a47" providerId="ADAL" clId="{6A9C5968-73F2-46AD-A9DD-7C49FE6CB9A2}" dt="2025-05-09T13:23:32.018" v="24" actId="20577"/>
      <pc:docMkLst>
        <pc:docMk/>
      </pc:docMkLst>
      <pc:sldChg chg="modSp mod">
        <pc:chgData name="Jackett, Stephen" userId="0bef1c98-69b1-48e4-bc92-135240dc0a47" providerId="ADAL" clId="{6A9C5968-73F2-46AD-A9DD-7C49FE6CB9A2}" dt="2025-05-09T13:16:37.533" v="8" actId="14100"/>
        <pc:sldMkLst>
          <pc:docMk/>
          <pc:sldMk cId="2024924336" sldId="257"/>
        </pc:sldMkLst>
      </pc:sldChg>
      <pc:sldChg chg="addSp delSp modSp">
        <pc:chgData name="Jackett, Stephen" userId="0bef1c98-69b1-48e4-bc92-135240dc0a47" providerId="ADAL" clId="{6A9C5968-73F2-46AD-A9DD-7C49FE6CB9A2}" dt="2025-05-09T13:21:58.603" v="18" actId="1076"/>
        <pc:sldMkLst>
          <pc:docMk/>
          <pc:sldMk cId="1882696579" sldId="261"/>
        </pc:sldMkLst>
      </pc:sldChg>
      <pc:sldChg chg="addSp delSp modSp">
        <pc:chgData name="Jackett, Stephen" userId="0bef1c98-69b1-48e4-bc92-135240dc0a47" providerId="ADAL" clId="{6A9C5968-73F2-46AD-A9DD-7C49FE6CB9A2}" dt="2025-05-09T13:22:22.115" v="20"/>
        <pc:sldMkLst>
          <pc:docMk/>
          <pc:sldMk cId="1919210051" sldId="262"/>
        </pc:sldMkLst>
      </pc:sldChg>
      <pc:sldChg chg="addSp delSp modSp">
        <pc:chgData name="Jackett, Stephen" userId="0bef1c98-69b1-48e4-bc92-135240dc0a47" providerId="ADAL" clId="{6A9C5968-73F2-46AD-A9DD-7C49FE6CB9A2}" dt="2025-05-09T13:22:40.869" v="22"/>
        <pc:sldMkLst>
          <pc:docMk/>
          <pc:sldMk cId="2692185011" sldId="263"/>
        </pc:sldMkLst>
      </pc:sldChg>
      <pc:sldChg chg="addSp delSp modSp mod">
        <pc:chgData name="Jackett, Stephen" userId="0bef1c98-69b1-48e4-bc92-135240dc0a47" providerId="ADAL" clId="{6A9C5968-73F2-46AD-A9DD-7C49FE6CB9A2}" dt="2025-05-09T13:20:14.239" v="14" actId="1076"/>
        <pc:sldMkLst>
          <pc:docMk/>
          <pc:sldMk cId="673620753" sldId="273"/>
        </pc:sldMkLst>
      </pc:sldChg>
      <pc:sldChg chg="modSp mod">
        <pc:chgData name="Jackett, Stephen" userId="0bef1c98-69b1-48e4-bc92-135240dc0a47" providerId="ADAL" clId="{6A9C5968-73F2-46AD-A9DD-7C49FE6CB9A2}" dt="2025-05-09T13:15:31.548" v="5" actId="20577"/>
        <pc:sldMkLst>
          <pc:docMk/>
          <pc:sldMk cId="392814229" sldId="277"/>
        </pc:sldMkLst>
      </pc:sldChg>
      <pc:sldMasterChg chg="modSldLayout">
        <pc:chgData name="Jackett, Stephen" userId="0bef1c98-69b1-48e4-bc92-135240dc0a47" providerId="ADAL" clId="{6A9C5968-73F2-46AD-A9DD-7C49FE6CB9A2}" dt="2025-05-09T13:23:32.018" v="24" actId="20577"/>
        <pc:sldMasterMkLst>
          <pc:docMk/>
          <pc:sldMasterMk cId="3751961532" sldId="2147483994"/>
        </pc:sldMasterMkLst>
        <pc:sldLayoutChg chg="modSp mod">
          <pc:chgData name="Jackett, Stephen" userId="0bef1c98-69b1-48e4-bc92-135240dc0a47" providerId="ADAL" clId="{6A9C5968-73F2-46AD-A9DD-7C49FE6CB9A2}" dt="2025-05-09T13:23:32.018" v="24" actId="20577"/>
          <pc:sldLayoutMkLst>
            <pc:docMk/>
            <pc:sldMasterMk cId="3751961532" sldId="2147483994"/>
            <pc:sldLayoutMk cId="3434534552" sldId="2147484036"/>
          </pc:sldLayoutMkLst>
        </pc:sldLayoutChg>
      </pc:sldMasterChg>
    </pc:docChg>
  </pc:docChgLst>
  <pc:docChgLst>
    <pc:chgData name="Jackett, Stephen" userId="0bef1c98-69b1-48e4-bc92-135240dc0a47" providerId="ADAL" clId="{97A2EACD-DFE8-4B36-B053-B7D861876633}"/>
    <pc:docChg chg="modMainMaster">
      <pc:chgData name="Jackett, Stephen" userId="0bef1c98-69b1-48e4-bc92-135240dc0a47" providerId="ADAL" clId="{97A2EACD-DFE8-4B36-B053-B7D861876633}" dt="2025-09-17T14:59:02.624" v="1" actId="20577"/>
      <pc:docMkLst>
        <pc:docMk/>
      </pc:docMkLst>
      <pc:sldMasterChg chg="modSldLayout">
        <pc:chgData name="Jackett, Stephen" userId="0bef1c98-69b1-48e4-bc92-135240dc0a47" providerId="ADAL" clId="{97A2EACD-DFE8-4B36-B053-B7D861876633}" dt="2025-09-17T14:59:02.624" v="1" actId="20577"/>
        <pc:sldMasterMkLst>
          <pc:docMk/>
          <pc:sldMasterMk cId="3751961532" sldId="2147483994"/>
        </pc:sldMasterMkLst>
        <pc:sldLayoutChg chg="modSp mod">
          <pc:chgData name="Jackett, Stephen" userId="0bef1c98-69b1-48e4-bc92-135240dc0a47" providerId="ADAL" clId="{97A2EACD-DFE8-4B36-B053-B7D861876633}" dt="2025-09-17T14:59:02.624" v="1" actId="20577"/>
          <pc:sldLayoutMkLst>
            <pc:docMk/>
            <pc:sldMasterMk cId="3751961532" sldId="2147483994"/>
            <pc:sldLayoutMk cId="3434534552" sldId="2147484036"/>
          </pc:sldLayoutMkLst>
          <pc:spChg chg="mod">
            <ac:chgData name="Jackett, Stephen" userId="0bef1c98-69b1-48e4-bc92-135240dc0a47" providerId="ADAL" clId="{97A2EACD-DFE8-4B36-B053-B7D861876633}" dt="2025-09-17T14:59:02.624" v="1" actId="20577"/>
            <ac:spMkLst>
              <pc:docMk/>
              <pc:sldMasterMk cId="3751961532" sldId="2147483994"/>
              <pc:sldLayoutMk cId="3434534552" sldId="2147484036"/>
              <ac:spMk id="13" creationId="{F5974BA7-AD04-7A43-81DD-B98B549B07CB}"/>
            </ac:spMkLst>
          </pc:spChg>
        </pc:sldLayoutChg>
      </pc:sldMasterChg>
    </pc:docChg>
  </pc:docChgLst>
  <pc:docChgLst>
    <pc:chgData name="Jackett, Stephen" userId="0bef1c98-69b1-48e4-bc92-135240dc0a47" providerId="ADAL" clId="{3DF98CC6-AFAF-4CD8-8913-53EC7520F35F}"/>
    <pc:docChg chg="undo custSel modSld">
      <pc:chgData name="Jackett, Stephen" userId="0bef1c98-69b1-48e4-bc92-135240dc0a47" providerId="ADAL" clId="{3DF98CC6-AFAF-4CD8-8913-53EC7520F35F}" dt="2025-09-11T16:12:59.541" v="469" actId="20577"/>
      <pc:docMkLst>
        <pc:docMk/>
      </pc:docMkLst>
      <pc:sldChg chg="addSp delSp modSp mod modNotesTx">
        <pc:chgData name="Jackett, Stephen" userId="0bef1c98-69b1-48e4-bc92-135240dc0a47" providerId="ADAL" clId="{3DF98CC6-AFAF-4CD8-8913-53EC7520F35F}" dt="2025-09-11T16:12:40.593" v="460" actId="20577"/>
        <pc:sldMkLst>
          <pc:docMk/>
          <pc:sldMk cId="1882696579" sldId="261"/>
        </pc:sldMkLst>
        <pc:spChg chg="mod">
          <ac:chgData name="Jackett, Stephen" userId="0bef1c98-69b1-48e4-bc92-135240dc0a47" providerId="ADAL" clId="{3DF98CC6-AFAF-4CD8-8913-53EC7520F35F}" dt="2025-09-11T15:59:22.320" v="391" actId="20577"/>
          <ac:spMkLst>
            <pc:docMk/>
            <pc:sldMk cId="1882696579" sldId="261"/>
            <ac:spMk id="4" creationId="{7FFC88ED-F186-4D0E-3F59-3C710D4D5AB9}"/>
          </ac:spMkLst>
        </pc:spChg>
        <pc:spChg chg="mod">
          <ac:chgData name="Jackett, Stephen" userId="0bef1c98-69b1-48e4-bc92-135240dc0a47" providerId="ADAL" clId="{3DF98CC6-AFAF-4CD8-8913-53EC7520F35F}" dt="2025-09-11T15:49:07.312" v="102" actId="20577"/>
          <ac:spMkLst>
            <pc:docMk/>
            <pc:sldMk cId="1882696579" sldId="261"/>
            <ac:spMk id="5" creationId="{19F7C060-7805-769C-6479-86EE2DD8145F}"/>
          </ac:spMkLst>
        </pc:spChg>
        <pc:spChg chg="mod">
          <ac:chgData name="Jackett, Stephen" userId="0bef1c98-69b1-48e4-bc92-135240dc0a47" providerId="ADAL" clId="{3DF98CC6-AFAF-4CD8-8913-53EC7520F35F}" dt="2025-09-11T15:59:26.296" v="393" actId="20577"/>
          <ac:spMkLst>
            <pc:docMk/>
            <pc:sldMk cId="1882696579" sldId="261"/>
            <ac:spMk id="6" creationId="{5E3AB457-96BB-56A6-0696-6510ADEC47C8}"/>
          </ac:spMkLst>
        </pc:spChg>
        <pc:spChg chg="mod topLvl">
          <ac:chgData name="Jackett, Stephen" userId="0bef1c98-69b1-48e4-bc92-135240dc0a47" providerId="ADAL" clId="{3DF98CC6-AFAF-4CD8-8913-53EC7520F35F}" dt="2025-09-11T16:07:25.824" v="434" actId="1076"/>
          <ac:spMkLst>
            <pc:docMk/>
            <pc:sldMk cId="1882696579" sldId="261"/>
            <ac:spMk id="8" creationId="{055F33D5-5ED5-5A56-3C09-3A7C8149640F}"/>
          </ac:spMkLst>
        </pc:spChg>
        <pc:spChg chg="mod topLvl">
          <ac:chgData name="Jackett, Stephen" userId="0bef1c98-69b1-48e4-bc92-135240dc0a47" providerId="ADAL" clId="{3DF98CC6-AFAF-4CD8-8913-53EC7520F35F}" dt="2025-09-11T16:07:25.824" v="434" actId="1076"/>
          <ac:spMkLst>
            <pc:docMk/>
            <pc:sldMk cId="1882696579" sldId="261"/>
            <ac:spMk id="9" creationId="{3CB18DFB-FD8E-B429-9829-A0639732ED51}"/>
          </ac:spMkLst>
        </pc:spChg>
        <pc:spChg chg="mod topLvl">
          <ac:chgData name="Jackett, Stephen" userId="0bef1c98-69b1-48e4-bc92-135240dc0a47" providerId="ADAL" clId="{3DF98CC6-AFAF-4CD8-8913-53EC7520F35F}" dt="2025-09-11T16:07:25.824" v="434" actId="1076"/>
          <ac:spMkLst>
            <pc:docMk/>
            <pc:sldMk cId="1882696579" sldId="261"/>
            <ac:spMk id="10" creationId="{CA79A071-E78A-445E-777F-58F1F5CB4502}"/>
          </ac:spMkLst>
        </pc:spChg>
        <pc:spChg chg="mod ord topLvl">
          <ac:chgData name="Jackett, Stephen" userId="0bef1c98-69b1-48e4-bc92-135240dc0a47" providerId="ADAL" clId="{3DF98CC6-AFAF-4CD8-8913-53EC7520F35F}" dt="2025-09-11T16:08:19.851" v="435" actId="208"/>
          <ac:spMkLst>
            <pc:docMk/>
            <pc:sldMk cId="1882696579" sldId="261"/>
            <ac:spMk id="13" creationId="{DC015B22-342C-5BF6-A6C6-D1285E9787F5}"/>
          </ac:spMkLst>
        </pc:spChg>
        <pc:spChg chg="mod ord topLvl">
          <ac:chgData name="Jackett, Stephen" userId="0bef1c98-69b1-48e4-bc92-135240dc0a47" providerId="ADAL" clId="{3DF98CC6-AFAF-4CD8-8913-53EC7520F35F}" dt="2025-09-11T16:08:40.372" v="436" actId="208"/>
          <ac:spMkLst>
            <pc:docMk/>
            <pc:sldMk cId="1882696579" sldId="261"/>
            <ac:spMk id="14" creationId="{25F986D2-30AF-451A-0772-F7CDFBBBB9DA}"/>
          </ac:spMkLst>
        </pc:spChg>
        <pc:spChg chg="mod topLvl">
          <ac:chgData name="Jackett, Stephen" userId="0bef1c98-69b1-48e4-bc92-135240dc0a47" providerId="ADAL" clId="{3DF98CC6-AFAF-4CD8-8913-53EC7520F35F}" dt="2025-09-11T16:07:25.824" v="434" actId="1076"/>
          <ac:spMkLst>
            <pc:docMk/>
            <pc:sldMk cId="1882696579" sldId="261"/>
            <ac:spMk id="15" creationId="{64146DD9-93B1-40AC-7390-B21450F7E9F1}"/>
          </ac:spMkLst>
        </pc:spChg>
        <pc:spChg chg="mod topLvl">
          <ac:chgData name="Jackett, Stephen" userId="0bef1c98-69b1-48e4-bc92-135240dc0a47" providerId="ADAL" clId="{3DF98CC6-AFAF-4CD8-8913-53EC7520F35F}" dt="2025-09-11T16:07:25.824" v="434" actId="1076"/>
          <ac:spMkLst>
            <pc:docMk/>
            <pc:sldMk cId="1882696579" sldId="261"/>
            <ac:spMk id="16" creationId="{762F3026-ECF8-7888-0C09-4B4B30C4FD80}"/>
          </ac:spMkLst>
        </pc:spChg>
        <pc:spChg chg="add mod">
          <ac:chgData name="Jackett, Stephen" userId="0bef1c98-69b1-48e4-bc92-135240dc0a47" providerId="ADAL" clId="{3DF98CC6-AFAF-4CD8-8913-53EC7520F35F}" dt="2025-09-11T16:08:51.544" v="438" actId="208"/>
          <ac:spMkLst>
            <pc:docMk/>
            <pc:sldMk cId="1882696579" sldId="261"/>
            <ac:spMk id="18" creationId="{E00E6AF9-091B-83C0-563E-B4BFDBA93D46}"/>
          </ac:spMkLst>
        </pc:spChg>
        <pc:spChg chg="add mod">
          <ac:chgData name="Jackett, Stephen" userId="0bef1c98-69b1-48e4-bc92-135240dc0a47" providerId="ADAL" clId="{3DF98CC6-AFAF-4CD8-8913-53EC7520F35F}" dt="2025-09-11T16:07:25.824" v="434" actId="1076"/>
          <ac:spMkLst>
            <pc:docMk/>
            <pc:sldMk cId="1882696579" sldId="261"/>
            <ac:spMk id="19" creationId="{DBC9ABFC-6531-CED8-F9F1-2B40DE99EC26}"/>
          </ac:spMkLst>
        </pc:spChg>
        <pc:picChg chg="mod topLvl">
          <ac:chgData name="Jackett, Stephen" userId="0bef1c98-69b1-48e4-bc92-135240dc0a47" providerId="ADAL" clId="{3DF98CC6-AFAF-4CD8-8913-53EC7520F35F}" dt="2025-09-11T15:56:32.862" v="301" actId="165"/>
          <ac:picMkLst>
            <pc:docMk/>
            <pc:sldMk cId="1882696579" sldId="261"/>
            <ac:picMk id="11" creationId="{D219DD96-CDF3-77B0-2C52-3DFB67213E7A}"/>
          </ac:picMkLst>
        </pc:picChg>
        <pc:picChg chg="mod topLvl">
          <ac:chgData name="Jackett, Stephen" userId="0bef1c98-69b1-48e4-bc92-135240dc0a47" providerId="ADAL" clId="{3DF98CC6-AFAF-4CD8-8913-53EC7520F35F}" dt="2025-09-11T16:07:25.824" v="434" actId="1076"/>
          <ac:picMkLst>
            <pc:docMk/>
            <pc:sldMk cId="1882696579" sldId="261"/>
            <ac:picMk id="12" creationId="{06F9640C-DF74-F246-82A8-051B221FF743}"/>
          </ac:picMkLst>
        </pc:picChg>
      </pc:sldChg>
      <pc:sldChg chg="modSp mod modNotesTx">
        <pc:chgData name="Jackett, Stephen" userId="0bef1c98-69b1-48e4-bc92-135240dc0a47" providerId="ADAL" clId="{3DF98CC6-AFAF-4CD8-8913-53EC7520F35F}" dt="2025-09-11T16:12:54.502" v="466" actId="20577"/>
        <pc:sldMkLst>
          <pc:docMk/>
          <pc:sldMk cId="1919210051" sldId="262"/>
        </pc:sldMkLst>
        <pc:spChg chg="mod">
          <ac:chgData name="Jackett, Stephen" userId="0bef1c98-69b1-48e4-bc92-135240dc0a47" providerId="ADAL" clId="{3DF98CC6-AFAF-4CD8-8913-53EC7520F35F}" dt="2025-09-11T16:00:49.168" v="406" actId="20577"/>
          <ac:spMkLst>
            <pc:docMk/>
            <pc:sldMk cId="1919210051" sldId="262"/>
            <ac:spMk id="2" creationId="{6EAB10D7-2CB8-B87E-271D-FFB88AEA5CB5}"/>
          </ac:spMkLst>
        </pc:spChg>
        <pc:spChg chg="mod">
          <ac:chgData name="Jackett, Stephen" userId="0bef1c98-69b1-48e4-bc92-135240dc0a47" providerId="ADAL" clId="{3DF98CC6-AFAF-4CD8-8913-53EC7520F35F}" dt="2025-09-11T16:06:10.669" v="422"/>
          <ac:spMkLst>
            <pc:docMk/>
            <pc:sldMk cId="1919210051" sldId="262"/>
            <ac:spMk id="4" creationId="{1EF1B79E-80EE-67EE-9A04-B93B2D56411A}"/>
          </ac:spMkLst>
        </pc:spChg>
        <pc:spChg chg="mod">
          <ac:chgData name="Jackett, Stephen" userId="0bef1c98-69b1-48e4-bc92-135240dc0a47" providerId="ADAL" clId="{3DF98CC6-AFAF-4CD8-8913-53EC7520F35F}" dt="2025-09-11T16:07:02.603" v="432" actId="1076"/>
          <ac:spMkLst>
            <pc:docMk/>
            <pc:sldMk cId="1919210051" sldId="262"/>
            <ac:spMk id="8" creationId="{F45E3BCA-7389-177D-72F6-986D08108A23}"/>
          </ac:spMkLst>
        </pc:spChg>
        <pc:spChg chg="mod">
          <ac:chgData name="Jackett, Stephen" userId="0bef1c98-69b1-48e4-bc92-135240dc0a47" providerId="ADAL" clId="{3DF98CC6-AFAF-4CD8-8913-53EC7520F35F}" dt="2025-09-11T16:07:02.603" v="432" actId="1076"/>
          <ac:spMkLst>
            <pc:docMk/>
            <pc:sldMk cId="1919210051" sldId="262"/>
            <ac:spMk id="9" creationId="{D5023F3B-16C8-1471-91FE-8F01CE5AA5F1}"/>
          </ac:spMkLst>
        </pc:spChg>
        <pc:spChg chg="mod">
          <ac:chgData name="Jackett, Stephen" userId="0bef1c98-69b1-48e4-bc92-135240dc0a47" providerId="ADAL" clId="{3DF98CC6-AFAF-4CD8-8913-53EC7520F35F}" dt="2025-09-11T16:07:02.603" v="432" actId="1076"/>
          <ac:spMkLst>
            <pc:docMk/>
            <pc:sldMk cId="1919210051" sldId="262"/>
            <ac:spMk id="11" creationId="{AE362768-56F1-5738-406C-1E16F903E274}"/>
          </ac:spMkLst>
        </pc:spChg>
        <pc:spChg chg="mod">
          <ac:chgData name="Jackett, Stephen" userId="0bef1c98-69b1-48e4-bc92-135240dc0a47" providerId="ADAL" clId="{3DF98CC6-AFAF-4CD8-8913-53EC7520F35F}" dt="2025-09-11T16:07:02.603" v="432" actId="1076"/>
          <ac:spMkLst>
            <pc:docMk/>
            <pc:sldMk cId="1919210051" sldId="262"/>
            <ac:spMk id="12" creationId="{8A6C02D4-1580-F6E0-507D-4D77B4C5BEDB}"/>
          </ac:spMkLst>
        </pc:spChg>
        <pc:grpChg chg="mod">
          <ac:chgData name="Jackett, Stephen" userId="0bef1c98-69b1-48e4-bc92-135240dc0a47" providerId="ADAL" clId="{3DF98CC6-AFAF-4CD8-8913-53EC7520F35F}" dt="2025-09-11T16:07:02.603" v="432" actId="1076"/>
          <ac:grpSpMkLst>
            <pc:docMk/>
            <pc:sldMk cId="1919210051" sldId="262"/>
            <ac:grpSpMk id="6" creationId="{CF183206-DCAF-A3E2-B741-3C1882ED4052}"/>
          </ac:grpSpMkLst>
        </pc:grpChg>
        <pc:picChg chg="mod">
          <ac:chgData name="Jackett, Stephen" userId="0bef1c98-69b1-48e4-bc92-135240dc0a47" providerId="ADAL" clId="{3DF98CC6-AFAF-4CD8-8913-53EC7520F35F}" dt="2025-09-11T16:07:02.603" v="432" actId="1076"/>
          <ac:picMkLst>
            <pc:docMk/>
            <pc:sldMk cId="1919210051" sldId="262"/>
            <ac:picMk id="10" creationId="{B0F524BC-E73D-AD80-9D61-F102D8BDAF83}"/>
          </ac:picMkLst>
        </pc:picChg>
      </pc:sldChg>
      <pc:sldChg chg="modSp mod modNotesTx">
        <pc:chgData name="Jackett, Stephen" userId="0bef1c98-69b1-48e4-bc92-135240dc0a47" providerId="ADAL" clId="{3DF98CC6-AFAF-4CD8-8913-53EC7520F35F}" dt="2025-09-11T16:12:59.541" v="469" actId="20577"/>
        <pc:sldMkLst>
          <pc:docMk/>
          <pc:sldMk cId="2692185011" sldId="263"/>
        </pc:sldMkLst>
        <pc:spChg chg="mod">
          <ac:chgData name="Jackett, Stephen" userId="0bef1c98-69b1-48e4-bc92-135240dc0a47" providerId="ADAL" clId="{3DF98CC6-AFAF-4CD8-8913-53EC7520F35F}" dt="2025-09-11T16:12:00.145" v="455" actId="20577"/>
          <ac:spMkLst>
            <pc:docMk/>
            <pc:sldMk cId="2692185011" sldId="263"/>
            <ac:spMk id="2" creationId="{3AC41D4B-3088-F15F-48B8-69381F4D81AE}"/>
          </ac:spMkLst>
        </pc:spChg>
        <pc:spChg chg="mod">
          <ac:chgData name="Jackett, Stephen" userId="0bef1c98-69b1-48e4-bc92-135240dc0a47" providerId="ADAL" clId="{3DF98CC6-AFAF-4CD8-8913-53EC7520F35F}" dt="2025-09-11T16:12:09.986" v="457" actId="20577"/>
          <ac:spMkLst>
            <pc:docMk/>
            <pc:sldMk cId="2692185011" sldId="263"/>
            <ac:spMk id="4" creationId="{887DBC68-E6E4-F746-AF1A-058E99F8C7D0}"/>
          </ac:spMkLst>
        </pc:spChg>
        <pc:spChg chg="mod">
          <ac:chgData name="Jackett, Stephen" userId="0bef1c98-69b1-48e4-bc92-135240dc0a47" providerId="ADAL" clId="{3DF98CC6-AFAF-4CD8-8913-53EC7520F35F}" dt="2025-09-11T16:11:06.721" v="445" actId="20577"/>
          <ac:spMkLst>
            <pc:docMk/>
            <pc:sldMk cId="2692185011" sldId="263"/>
            <ac:spMk id="5" creationId="{9E0CCFC0-438C-0DF6-122C-7F0483A97BCC}"/>
          </ac:spMkLst>
        </pc:spChg>
        <pc:spChg chg="mod">
          <ac:chgData name="Jackett, Stephen" userId="0bef1c98-69b1-48e4-bc92-135240dc0a47" providerId="ADAL" clId="{3DF98CC6-AFAF-4CD8-8913-53EC7520F35F}" dt="2025-09-11T16:11:39.197" v="451" actId="20577"/>
          <ac:spMkLst>
            <pc:docMk/>
            <pc:sldMk cId="2692185011" sldId="263"/>
            <ac:spMk id="9" creationId="{108F7866-49F7-D8B6-74CD-A1E34DDBE005}"/>
          </ac:spMkLst>
        </pc:spChg>
      </pc:sldChg>
      <pc:sldChg chg="modSp mod">
        <pc:chgData name="Jackett, Stephen" userId="0bef1c98-69b1-48e4-bc92-135240dc0a47" providerId="ADAL" clId="{3DF98CC6-AFAF-4CD8-8913-53EC7520F35F}" dt="2025-09-11T15:34:25.444" v="16" actId="20577"/>
        <pc:sldMkLst>
          <pc:docMk/>
          <pc:sldMk cId="392814229" sldId="277"/>
        </pc:sldMkLst>
        <pc:spChg chg="mod">
          <ac:chgData name="Jackett, Stephen" userId="0bef1c98-69b1-48e4-bc92-135240dc0a47" providerId="ADAL" clId="{3DF98CC6-AFAF-4CD8-8913-53EC7520F35F}" dt="2025-09-11T15:34:25.444" v="16" actId="20577"/>
          <ac:spMkLst>
            <pc:docMk/>
            <pc:sldMk cId="392814229" sldId="277"/>
            <ac:spMk id="2" creationId="{25AD458A-1352-B9FC-2354-0057B6D34F9D}"/>
          </ac:spMkLst>
        </pc:spChg>
      </pc:sldChg>
      <pc:sldChg chg="addSp delSp modSp mod modNotesTx">
        <pc:chgData name="Jackett, Stephen" userId="0bef1c98-69b1-48e4-bc92-135240dc0a47" providerId="ADAL" clId="{3DF98CC6-AFAF-4CD8-8913-53EC7520F35F}" dt="2025-09-11T16:12:46.185" v="463" actId="20577"/>
        <pc:sldMkLst>
          <pc:docMk/>
          <pc:sldMk cId="3344193923" sldId="279"/>
        </pc:sldMkLst>
        <pc:spChg chg="mod">
          <ac:chgData name="Jackett, Stephen" userId="0bef1c98-69b1-48e4-bc92-135240dc0a47" providerId="ADAL" clId="{3DF98CC6-AFAF-4CD8-8913-53EC7520F35F}" dt="2025-09-11T15:35:13.314" v="20" actId="20577"/>
          <ac:spMkLst>
            <pc:docMk/>
            <pc:sldMk cId="3344193923" sldId="279"/>
            <ac:spMk id="2" creationId="{331654D8-A185-D8DB-3661-C3BADACA9471}"/>
          </ac:spMkLst>
        </pc:spChg>
        <pc:spChg chg="mod">
          <ac:chgData name="Jackett, Stephen" userId="0bef1c98-69b1-48e4-bc92-135240dc0a47" providerId="ADAL" clId="{3DF98CC6-AFAF-4CD8-8913-53EC7520F35F}" dt="2025-09-11T15:41:48.512" v="53" actId="20577"/>
          <ac:spMkLst>
            <pc:docMk/>
            <pc:sldMk cId="3344193923" sldId="279"/>
            <ac:spMk id="8" creationId="{5614485D-CF0C-75DB-CDD0-EBD96619F994}"/>
          </ac:spMkLst>
        </pc:spChg>
        <pc:spChg chg="mod">
          <ac:chgData name="Jackett, Stephen" userId="0bef1c98-69b1-48e4-bc92-135240dc0a47" providerId="ADAL" clId="{3DF98CC6-AFAF-4CD8-8913-53EC7520F35F}" dt="2025-09-11T15:36:56.894" v="25" actId="20577"/>
          <ac:spMkLst>
            <pc:docMk/>
            <pc:sldMk cId="3344193923" sldId="279"/>
            <ac:spMk id="9" creationId="{D88D1150-DCC6-154B-CD24-13B7A46ABE12}"/>
          </ac:spMkLst>
        </pc:spChg>
        <pc:spChg chg="mod">
          <ac:chgData name="Jackett, Stephen" userId="0bef1c98-69b1-48e4-bc92-135240dc0a47" providerId="ADAL" clId="{3DF98CC6-AFAF-4CD8-8913-53EC7520F35F}" dt="2025-09-11T15:39:26.283" v="34" actId="20577"/>
          <ac:spMkLst>
            <pc:docMk/>
            <pc:sldMk cId="3344193923" sldId="279"/>
            <ac:spMk id="10" creationId="{A36783B1-9F12-5A6F-4302-9CCFC09CEEED}"/>
          </ac:spMkLst>
        </pc:spChg>
        <pc:spChg chg="mod">
          <ac:chgData name="Jackett, Stephen" userId="0bef1c98-69b1-48e4-bc92-135240dc0a47" providerId="ADAL" clId="{3DF98CC6-AFAF-4CD8-8913-53EC7520F35F}" dt="2025-09-11T15:40:28.461" v="43" actId="20577"/>
          <ac:spMkLst>
            <pc:docMk/>
            <pc:sldMk cId="3344193923" sldId="279"/>
            <ac:spMk id="11" creationId="{8ACFBB10-8705-E435-9A87-F5A52476F169}"/>
          </ac:spMkLst>
        </pc:spChg>
        <pc:spChg chg="mod">
          <ac:chgData name="Jackett, Stephen" userId="0bef1c98-69b1-48e4-bc92-135240dc0a47" providerId="ADAL" clId="{3DF98CC6-AFAF-4CD8-8913-53EC7520F35F}" dt="2025-09-11T15:40:49.830" v="47" actId="20577"/>
          <ac:spMkLst>
            <pc:docMk/>
            <pc:sldMk cId="3344193923" sldId="279"/>
            <ac:spMk id="12" creationId="{D3CA3519-1C08-F298-D64A-226021A67510}"/>
          </ac:spMkLst>
        </pc:spChg>
        <pc:spChg chg="mod">
          <ac:chgData name="Jackett, Stephen" userId="0bef1c98-69b1-48e4-bc92-135240dc0a47" providerId="ADAL" clId="{3DF98CC6-AFAF-4CD8-8913-53EC7520F35F}" dt="2025-09-11T15:40:07.520" v="38" actId="113"/>
          <ac:spMkLst>
            <pc:docMk/>
            <pc:sldMk cId="3344193923" sldId="279"/>
            <ac:spMk id="13" creationId="{A0C5BBD7-49FC-4A43-6B6F-EF7FCD64931D}"/>
          </ac:spMkLst>
        </pc:spChg>
        <pc:spChg chg="mod">
          <ac:chgData name="Jackett, Stephen" userId="0bef1c98-69b1-48e4-bc92-135240dc0a47" providerId="ADAL" clId="{3DF98CC6-AFAF-4CD8-8913-53EC7520F35F}" dt="2025-09-11T15:39:52.567" v="37" actId="108"/>
          <ac:spMkLst>
            <pc:docMk/>
            <pc:sldMk cId="3344193923" sldId="279"/>
            <ac:spMk id="16" creationId="{6736564F-7A06-9357-B584-E88675B75FAB}"/>
          </ac:spMkLst>
        </pc:spChg>
        <pc:spChg chg="mod">
          <ac:chgData name="Jackett, Stephen" userId="0bef1c98-69b1-48e4-bc92-135240dc0a47" providerId="ADAL" clId="{3DF98CC6-AFAF-4CD8-8913-53EC7520F35F}" dt="2025-09-11T15:40:36.576" v="45" actId="108"/>
          <ac:spMkLst>
            <pc:docMk/>
            <pc:sldMk cId="3344193923" sldId="279"/>
            <ac:spMk id="17" creationId="{9CEB3F3E-AE7B-E25D-672A-BD5FB5C47AEB}"/>
          </ac:spMkLst>
        </pc:spChg>
        <pc:spChg chg="mod">
          <ac:chgData name="Jackett, Stephen" userId="0bef1c98-69b1-48e4-bc92-135240dc0a47" providerId="ADAL" clId="{3DF98CC6-AFAF-4CD8-8913-53EC7520F35F}" dt="2025-09-11T15:41:14.065" v="50" actId="108"/>
          <ac:spMkLst>
            <pc:docMk/>
            <pc:sldMk cId="3344193923" sldId="279"/>
            <ac:spMk id="18" creationId="{89012DA2-07C6-3348-9608-85DF9E9B4F5B}"/>
          </ac:spMkLst>
        </pc:spChg>
        <pc:picChg chg="mod">
          <ac:chgData name="Jackett, Stephen" userId="0bef1c98-69b1-48e4-bc92-135240dc0a47" providerId="ADAL" clId="{3DF98CC6-AFAF-4CD8-8913-53EC7520F35F}" dt="2025-09-11T15:45:08.956" v="95" actId="1038"/>
          <ac:picMkLst>
            <pc:docMk/>
            <pc:sldMk cId="3344193923" sldId="279"/>
            <ac:picMk id="15" creationId="{F23DC398-FB17-8C0B-7A03-86016CA01EA5}"/>
          </ac:picMkLst>
        </pc:picChg>
      </pc:sldChg>
    </pc:docChg>
  </pc:docChgLst>
  <pc:docChgLst>
    <pc:chgData name="Jackett, Stephen" userId="0bef1c98-69b1-48e4-bc92-135240dc0a47" providerId="ADAL" clId="{0B22F565-BBB8-4236-8480-45193668518B}"/>
    <pc:docChg chg="custSel addSld modSld modMainMaster">
      <pc:chgData name="Jackett, Stephen" userId="0bef1c98-69b1-48e4-bc92-135240dc0a47" providerId="ADAL" clId="{0B22F565-BBB8-4236-8480-45193668518B}" dt="2025-03-10T15:05:44.220" v="94" actId="478"/>
      <pc:docMkLst>
        <pc:docMk/>
      </pc:docMkLst>
      <pc:sldChg chg="delSp modSp new mod modClrScheme chgLayout">
        <pc:chgData name="Jackett, Stephen" userId="0bef1c98-69b1-48e4-bc92-135240dc0a47" providerId="ADAL" clId="{0B22F565-BBB8-4236-8480-45193668518B}" dt="2025-03-10T15:05:44.220" v="94" actId="478"/>
        <pc:sldMkLst>
          <pc:docMk/>
          <pc:sldMk cId="502796867" sldId="264"/>
        </pc:sldMkLst>
      </pc:sldChg>
      <pc:sldChg chg="modSp mod">
        <pc:chgData name="Jackett, Stephen" userId="0bef1c98-69b1-48e4-bc92-135240dc0a47" providerId="ADAL" clId="{0B22F565-BBB8-4236-8480-45193668518B}" dt="2025-03-06T18:00:11.611" v="0" actId="20577"/>
        <pc:sldMkLst>
          <pc:docMk/>
          <pc:sldMk cId="936439989" sldId="265"/>
        </pc:sldMkLst>
      </pc:sldChg>
      <pc:sldChg chg="modTransition">
        <pc:chgData name="Jackett, Stephen" userId="0bef1c98-69b1-48e4-bc92-135240dc0a47" providerId="ADAL" clId="{0B22F565-BBB8-4236-8480-45193668518B}" dt="2025-03-06T19:19:01.655" v="9"/>
        <pc:sldMkLst>
          <pc:docMk/>
          <pc:sldMk cId="1213963974" sldId="269"/>
        </pc:sldMkLst>
      </pc:sldChg>
      <pc:sldChg chg="modSp mod">
        <pc:chgData name="Jackett, Stephen" userId="0bef1c98-69b1-48e4-bc92-135240dc0a47" providerId="ADAL" clId="{0B22F565-BBB8-4236-8480-45193668518B}" dt="2025-03-06T18:03:00.436" v="6" actId="5793"/>
        <pc:sldMkLst>
          <pc:docMk/>
          <pc:sldMk cId="4096916883" sldId="272"/>
        </pc:sldMkLst>
      </pc:sldChg>
      <pc:sldChg chg="modSp mod">
        <pc:chgData name="Jackett, Stephen" userId="0bef1c98-69b1-48e4-bc92-135240dc0a47" providerId="ADAL" clId="{0B22F565-BBB8-4236-8480-45193668518B}" dt="2025-03-06T18:04:08.661" v="8" actId="20577"/>
        <pc:sldMkLst>
          <pc:docMk/>
          <pc:sldMk cId="673620753" sldId="273"/>
        </pc:sldMkLst>
      </pc:sldChg>
      <pc:sldChg chg="modTransition">
        <pc:chgData name="Jackett, Stephen" userId="0bef1c98-69b1-48e4-bc92-135240dc0a47" providerId="ADAL" clId="{0B22F565-BBB8-4236-8480-45193668518B}" dt="2025-03-06T19:19:03.627" v="10"/>
        <pc:sldMkLst>
          <pc:docMk/>
          <pc:sldMk cId="3302036192" sldId="290"/>
        </pc:sldMkLst>
      </pc:sldChg>
      <pc:sldMasterChg chg="modSldLayout">
        <pc:chgData name="Jackett, Stephen" userId="0bef1c98-69b1-48e4-bc92-135240dc0a47" providerId="ADAL" clId="{0B22F565-BBB8-4236-8480-45193668518B}" dt="2025-03-10T15:05:21.868" v="93" actId="948"/>
        <pc:sldMasterMkLst>
          <pc:docMk/>
          <pc:sldMasterMk cId="3751961532" sldId="2147483994"/>
        </pc:sldMasterMkLst>
        <pc:sldLayoutChg chg="modSp mod">
          <pc:chgData name="Jackett, Stephen" userId="0bef1c98-69b1-48e4-bc92-135240dc0a47" providerId="ADAL" clId="{0B22F565-BBB8-4236-8480-45193668518B}" dt="2025-03-10T15:05:21.868" v="93" actId="948"/>
          <pc:sldLayoutMkLst>
            <pc:docMk/>
            <pc:sldMasterMk cId="3751961532" sldId="2147483994"/>
            <pc:sldLayoutMk cId="3434534552" sldId="2147484036"/>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B92D82-DD40-D190-F54F-73108D65B21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C9E0809-0579-ECA6-B959-83DBE12C0B6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CBCD86-B713-46CA-855A-96E09A86158B}" type="datetimeFigureOut">
              <a:rPr lang="en-US" smtClean="0"/>
              <a:t>9/17/2025</a:t>
            </a:fld>
            <a:endParaRPr lang="en-US"/>
          </a:p>
        </p:txBody>
      </p:sp>
      <p:sp>
        <p:nvSpPr>
          <p:cNvPr id="4" name="Footer Placeholder 3">
            <a:extLst>
              <a:ext uri="{FF2B5EF4-FFF2-40B4-BE49-F238E27FC236}">
                <a16:creationId xmlns:a16="http://schemas.microsoft.com/office/drawing/2014/main" id="{8ECD8669-4E51-2EFA-E666-C87EE30C5E8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2E943E8-C6D3-67AB-30DA-74F58FCD73A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A1804C4-C26C-419B-A2EE-B336490484AA}" type="slidenum">
              <a:rPr lang="en-US" smtClean="0"/>
              <a:t>‹#›</a:t>
            </a:fld>
            <a:endParaRPr lang="en-US"/>
          </a:p>
        </p:txBody>
      </p:sp>
    </p:spTree>
    <p:extLst>
      <p:ext uri="{BB962C8B-B14F-4D97-AF65-F5344CB8AC3E}">
        <p14:creationId xmlns:p14="http://schemas.microsoft.com/office/powerpoint/2010/main" val="3205842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F046AC-EED7-41FA-BDCA-83492A3F0D00}" type="datetimeFigureOut">
              <a:rPr lang="en-US" smtClean="0"/>
              <a:t>9/17/2025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C1F7A6-E4FD-484E-8613-78401007607F}" type="slidenum">
              <a:rPr lang="en-US" smtClean="0"/>
              <a:t>‹#›</a:t>
            </a:fld>
            <a:endParaRPr lang="en-US"/>
          </a:p>
        </p:txBody>
      </p:sp>
    </p:spTree>
    <p:extLst>
      <p:ext uri="{BB962C8B-B14F-4D97-AF65-F5344CB8AC3E}">
        <p14:creationId xmlns:p14="http://schemas.microsoft.com/office/powerpoint/2010/main" val="996927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slideMaster" Target="../slideMasters/slideMaster1.xml"/><Relationship Id="rId4" Type="http://schemas.openxmlformats.org/officeDocument/2006/relationships/oleObject" Target="../embeddings/oleObject1.bin"/><Relationship Id="rId5" Type="http://schemas.openxmlformats.org/officeDocument/2006/relationships/image" Target="../media/image3.emf"/><Relationship Id="rId6" Type="http://schemas.openxmlformats.org/officeDocument/2006/relationships/image" Target="../media/image4.png"/><Relationship Id="rId7" Type="http://schemas.openxmlformats.org/officeDocument/2006/relationships/image" Target="../media/image5.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eg"/><Relationship Id="rId3" Type="http://schemas.openxmlformats.org/officeDocument/2006/relationships/image" Target="../media/image10.png"/><Relationship Id="rId4" Type="http://schemas.openxmlformats.org/officeDocument/2006/relationships/image" Target="../media/image11.sv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tags" Target="../tags/tag5.xml"/><Relationship Id="rId3" Type="http://schemas.openxmlformats.org/officeDocument/2006/relationships/slideMaster" Target="../slideMasters/slideMaster3.xml"/><Relationship Id="rId4" Type="http://schemas.openxmlformats.org/officeDocument/2006/relationships/oleObject" Target="../embeddings/oleObject3.bin"/><Relationship Id="rId5" Type="http://schemas.openxmlformats.org/officeDocument/2006/relationships/image" Target="../media/image3.emf"/><Relationship Id="rId6" Type="http://schemas.openxmlformats.org/officeDocument/2006/relationships/image" Target="../media/image14.png"/><Relationship Id="rId7" Type="http://schemas.openxmlformats.org/officeDocument/2006/relationships/image" Target="../media/image15.svg"/></Relationships>
</file>

<file path=ppt/slideLayouts/_rels/slideLayout171.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tags" Target="../tags/tag10.xml"/><Relationship Id="rId6" Type="http://schemas.openxmlformats.org/officeDocument/2006/relationships/tags" Target="../tags/tag11.xml"/><Relationship Id="rId7" Type="http://schemas.openxmlformats.org/officeDocument/2006/relationships/slideMaster" Target="../slideMasters/slideMaster3.xml"/><Relationship Id="rId8" Type="http://schemas.openxmlformats.org/officeDocument/2006/relationships/oleObject" Target="../embeddings/oleObject4.bin"/><Relationship Id="rId9" Type="http://schemas.openxmlformats.org/officeDocument/2006/relationships/image" Target="../media/image16.emf"/></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image" Target="../media/image17.jpe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image" Target="../media/image17.jpeg"/></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png"/><Relationship Id="rId3" Type="http://schemas.openxmlformats.org/officeDocument/2006/relationships/image" Target="../media/image15.svg"/><Relationship Id="rId4" Type="http://schemas.openxmlformats.org/officeDocument/2006/relationships/image" Target="../media/image19.png"/></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19.png"/></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png"/><Relationship Id="rId3" Type="http://schemas.openxmlformats.org/officeDocument/2006/relationships/image" Target="../media/image15.svg"/><Relationship Id="rId4" Type="http://schemas.openxmlformats.org/officeDocument/2006/relationships/image" Target="../media/image19.png"/></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png"/><Relationship Id="rId3" Type="http://schemas.openxmlformats.org/officeDocument/2006/relationships/image" Target="../media/image15.svg"/><Relationship Id="rId4" Type="http://schemas.openxmlformats.org/officeDocument/2006/relationships/image" Target="../media/image19.png"/></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png"/><Relationship Id="rId3" Type="http://schemas.openxmlformats.org/officeDocument/2006/relationships/image" Target="../media/image15.svg"/><Relationship Id="rId4" Type="http://schemas.openxmlformats.org/officeDocument/2006/relationships/image" Target="../media/image19.png"/></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231.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tags" Target="../tags/tag15.xml"/><Relationship Id="rId3" Type="http://schemas.openxmlformats.org/officeDocument/2006/relationships/slideMaster" Target="../slideMasters/slideMaster5.xml"/><Relationship Id="rId4" Type="http://schemas.openxmlformats.org/officeDocument/2006/relationships/oleObject" Target="../embeddings/oleObject7.bin"/><Relationship Id="rId5" Type="http://schemas.openxmlformats.org/officeDocument/2006/relationships/image" Target="../media/image20.emf"/><Relationship Id="rId6" Type="http://schemas.openxmlformats.org/officeDocument/2006/relationships/image" Target="../media/image21.png"/><Relationship Id="rId7" Type="http://schemas.openxmlformats.org/officeDocument/2006/relationships/image" Target="../media/image22.png"/></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jpeg"/></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7.jpeg"/><Relationship Id="rId3" Type="http://schemas.openxmlformats.org/officeDocument/2006/relationships/image" Target="../media/image4.png"/><Relationship Id="rId4" Type="http://schemas.openxmlformats.org/officeDocument/2006/relationships/image" Target="../media/image5.svg"/></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8.png"/><Relationship Id="rId3" Type="http://schemas.openxmlformats.org/officeDocument/2006/relationships/image" Target="../media/image4.png"/><Relationship Id="rId4" Type="http://schemas.openxmlformats.org/officeDocument/2006/relationships/image" Target="../media/image5.svg"/></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8.png"/><Relationship Id="rId3" Type="http://schemas.openxmlformats.org/officeDocument/2006/relationships/image" Target="../media/image4.png"/><Relationship Id="rId4" Type="http://schemas.openxmlformats.org/officeDocument/2006/relationships/image" Target="../media/image5.svg"/></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8.png"/><Relationship Id="rId3" Type="http://schemas.openxmlformats.org/officeDocument/2006/relationships/image" Target="../media/image4.png"/><Relationship Id="rId4" Type="http://schemas.openxmlformats.org/officeDocument/2006/relationships/image" Target="../media/image5.svg"/></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8.png"/><Relationship Id="rId3" Type="http://schemas.openxmlformats.org/officeDocument/2006/relationships/image" Target="../media/image4.png"/><Relationship Id="rId4" Type="http://schemas.openxmlformats.org/officeDocument/2006/relationships/image" Target="../media/image5.svg"/></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8.png"/><Relationship Id="rId3" Type="http://schemas.openxmlformats.org/officeDocument/2006/relationships/image" Target="../media/image4.png"/><Relationship Id="rId4" Type="http://schemas.openxmlformats.org/officeDocument/2006/relationships/image" Target="../media/image5.svg"/></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8.png"/><Relationship Id="rId3" Type="http://schemas.openxmlformats.org/officeDocument/2006/relationships/image" Target="../media/image4.png"/><Relationship Id="rId4" Type="http://schemas.openxmlformats.org/officeDocument/2006/relationships/image" Target="../media/image5.svg"/></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249.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6.xml"/><Relationship Id="rId3" Type="http://schemas.openxmlformats.org/officeDocument/2006/relationships/oleObject" Target="../embeddings/oleObject9.bin"/><Relationship Id="rId4" Type="http://schemas.openxmlformats.org/officeDocument/2006/relationships/image" Target="../media/image29.emf"/></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0.png"/></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0.png"/></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0.png"/></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0.png"/></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0.png"/></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0.png"/></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0.png"/></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0.png"/></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0.png"/></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0.png"/></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0.png"/></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0.png"/></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0.png"/></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0.png"/></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0.png"/></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0.png"/></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0.png"/></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0.png"/></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0.png"/></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0.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 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1" y="4818843"/>
            <a:ext cx="9160412" cy="641701"/>
          </a:xfrm>
          <a:prstGeom prst="rect">
            <a:avLst/>
          </a:prstGeom>
        </p:spPr>
        <p:txBody>
          <a:bodyPr lIns="0" tIns="0" rIns="0" bIns="0"/>
          <a:lstStyle>
            <a:lvl1pPr marL="0" indent="0" algn="l">
              <a:buNone/>
              <a:defRPr sz="2400" b="0">
                <a:solidFill>
                  <a:schemeClr val="accent1"/>
                </a:solidFill>
                <a:latin typeface="Montserrat" pitchFamily="2"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1" y="4709625"/>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1894702"/>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3"/>
            <a:ext cx="9144000" cy="1354081"/>
          </a:xfrm>
          <a:prstGeom prst="rect">
            <a:avLst/>
          </a:prstGeom>
        </p:spPr>
        <p:txBody>
          <a:bodyPr lIns="0" tIns="0" rIns="0" bIns="0" anchor="b"/>
          <a:lstStyle>
            <a:lvl1pPr algn="l">
              <a:defRPr sz="4267">
                <a:latin typeface="+mj-lt"/>
              </a:defRPr>
            </a:lvl1pPr>
          </a:lstStyle>
          <a:p>
            <a:r>
              <a:rPr lang="en-US"/>
              <a:t>Click to edit Master title style</a:t>
            </a:r>
          </a:p>
        </p:txBody>
      </p:sp>
      <p:pic>
        <p:nvPicPr>
          <p:cNvPr id="13" name="Graphic 12">
            <a:extLst>
              <a:ext uri="{FF2B5EF4-FFF2-40B4-BE49-F238E27FC236}">
                <a16:creationId xmlns:a16="http://schemas.microsoft.com/office/drawing/2014/main" id="{4B195F15-6C9D-BF45-98B2-25703312DD2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870315" y="6103538"/>
            <a:ext cx="2451372" cy="526468"/>
          </a:xfrm>
          <a:prstGeom prst="rect">
            <a:avLst/>
          </a:prstGeom>
        </p:spPr>
      </p:pic>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4876800" y="1"/>
            <a:ext cx="7315200" cy="3272359"/>
          </a:xfrm>
          <a:custGeom>
            <a:avLst/>
            <a:gdLst>
              <a:gd name="connsiteX0" fmla="*/ 0 w 2373837"/>
              <a:gd name="connsiteY0" fmla="*/ 0 h 3161925"/>
              <a:gd name="connsiteX1" fmla="*/ 1186919 w 2373837"/>
              <a:gd name="connsiteY1" fmla="*/ 0 h 3161925"/>
              <a:gd name="connsiteX2" fmla="*/ 2373838 w 2373837"/>
              <a:gd name="connsiteY2" fmla="*/ 1580963 h 3161925"/>
              <a:gd name="connsiteX3" fmla="*/ 1186919 w 2373837"/>
              <a:gd name="connsiteY3" fmla="*/ 3161926 h 3161925"/>
              <a:gd name="connsiteX4" fmla="*/ 0 w 2373837"/>
              <a:gd name="connsiteY4" fmla="*/ 3161925 h 3161925"/>
              <a:gd name="connsiteX5" fmla="*/ 0 w 2373837"/>
              <a:gd name="connsiteY5" fmla="*/ 0 h 3161925"/>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338328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27432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18288 w 5757118"/>
              <a:gd name="connsiteY4" fmla="*/ 3143637 h 3161926"/>
              <a:gd name="connsiteX5" fmla="*/ 0 w 5757118"/>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71069"/>
              <a:gd name="connsiteX1" fmla="*/ 4570199 w 5757118"/>
              <a:gd name="connsiteY1" fmla="*/ 0 h 3171069"/>
              <a:gd name="connsiteX2" fmla="*/ 5757118 w 5757118"/>
              <a:gd name="connsiteY2" fmla="*/ 1580963 h 3171069"/>
              <a:gd name="connsiteX3" fmla="*/ 4570199 w 5757118"/>
              <a:gd name="connsiteY3" fmla="*/ 3161926 h 3171069"/>
              <a:gd name="connsiteX4" fmla="*/ 0 w 5757118"/>
              <a:gd name="connsiteY4" fmla="*/ 3171069 h 3171069"/>
              <a:gd name="connsiteX5" fmla="*/ 0 w 5757118"/>
              <a:gd name="connsiteY5" fmla="*/ 9144 h 3171069"/>
              <a:gd name="connsiteX0" fmla="*/ 0 w 5763988"/>
              <a:gd name="connsiteY0" fmla="*/ 0 h 3171069"/>
              <a:gd name="connsiteX1" fmla="*/ 4577069 w 5763988"/>
              <a:gd name="connsiteY1" fmla="*/ 0 h 3171069"/>
              <a:gd name="connsiteX2" fmla="*/ 5763988 w 5763988"/>
              <a:gd name="connsiteY2" fmla="*/ 1580963 h 3171069"/>
              <a:gd name="connsiteX3" fmla="*/ 4577069 w 5763988"/>
              <a:gd name="connsiteY3" fmla="*/ 3161926 h 3171069"/>
              <a:gd name="connsiteX4" fmla="*/ 6870 w 5763988"/>
              <a:gd name="connsiteY4" fmla="*/ 3171069 h 3171069"/>
              <a:gd name="connsiteX5" fmla="*/ 0 w 5763988"/>
              <a:gd name="connsiteY5" fmla="*/ 0 h 317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3988" h="3171069">
                <a:moveTo>
                  <a:pt x="0" y="0"/>
                </a:moveTo>
                <a:lnTo>
                  <a:pt x="4577069" y="0"/>
                </a:lnTo>
                <a:cubicBezTo>
                  <a:pt x="5232586" y="0"/>
                  <a:pt x="5763988" y="707821"/>
                  <a:pt x="5763988" y="1580963"/>
                </a:cubicBezTo>
                <a:cubicBezTo>
                  <a:pt x="5763988" y="2454105"/>
                  <a:pt x="5232586" y="3161926"/>
                  <a:pt x="4577069" y="3161926"/>
                </a:cubicBezTo>
                <a:lnTo>
                  <a:pt x="6870" y="3171069"/>
                </a:lnTo>
                <a:lnTo>
                  <a:pt x="0" y="0"/>
                </a:lnTo>
                <a:close/>
              </a:path>
            </a:pathLst>
          </a:custGeom>
          <a:solidFill>
            <a:schemeClr val="bg2"/>
          </a:solidFill>
        </p:spPr>
        <p:txBody>
          <a:bodyPr vert="horz" lIns="0" tIns="914400" rIns="0" anchor="t" anchorCtr="0">
            <a:normAutofit/>
          </a:bodyPr>
          <a:lstStyle>
            <a:lvl1pPr marL="0" indent="0" algn="ctr">
              <a:buNone/>
              <a:defRPr sz="1867">
                <a:latin typeface="Montserrat" pitchFamily="2" charset="77"/>
              </a:defRPr>
            </a:lvl1pPr>
          </a:lstStyle>
          <a:p>
            <a:r>
              <a:rPr lang="en-US"/>
              <a:t>Click icon to add picture</a:t>
            </a:r>
          </a:p>
        </p:txBody>
      </p:sp>
    </p:spTree>
    <p:extLst>
      <p:ext uri="{BB962C8B-B14F-4D97-AF65-F5344CB8AC3E}">
        <p14:creationId xmlns:p14="http://schemas.microsoft.com/office/powerpoint/2010/main" val="425826883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no 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1" y="2787299"/>
            <a:ext cx="9160412" cy="641701"/>
          </a:xfrm>
          <a:prstGeom prst="rect">
            <a:avLst/>
          </a:prstGeom>
        </p:spPr>
        <p:txBody>
          <a:bodyPr lIns="0" tIns="0" rIns="0" bIns="0"/>
          <a:lstStyle>
            <a:lvl1pPr marL="0" indent="0" algn="l">
              <a:buNone/>
              <a:defRPr sz="2400" b="0">
                <a:solidFill>
                  <a:schemeClr val="accent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1" y="4709625"/>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3848286"/>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1336729"/>
            <a:ext cx="9144000" cy="1354081"/>
          </a:xfrm>
          <a:prstGeom prst="rect">
            <a:avLst/>
          </a:prstGeom>
        </p:spPr>
        <p:txBody>
          <a:bodyPr lIns="0" tIns="0" rIns="0" bIns="0" anchor="b"/>
          <a:lstStyle>
            <a:lvl1pPr algn="l">
              <a:defRPr sz="4267">
                <a:latin typeface="+mj-lt"/>
              </a:defRPr>
            </a:lvl1pPr>
          </a:lstStyle>
          <a:p>
            <a:r>
              <a:rPr lang="en-US"/>
              <a:t>Click to edit Master title style</a:t>
            </a:r>
          </a:p>
        </p:txBody>
      </p:sp>
      <p:pic>
        <p:nvPicPr>
          <p:cNvPr id="9" name="Graphic 12">
            <a:extLst>
              <a:ext uri="{FF2B5EF4-FFF2-40B4-BE49-F238E27FC236}">
                <a16:creationId xmlns:a16="http://schemas.microsoft.com/office/drawing/2014/main" id="{C6219213-CB4F-B848-9FFC-001E1F14954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870315" y="6103538"/>
            <a:ext cx="2451372" cy="526468"/>
          </a:xfrm>
          <a:prstGeom prst="rect">
            <a:avLst/>
          </a:prstGeom>
        </p:spPr>
      </p:pic>
    </p:spTree>
    <p:extLst>
      <p:ext uri="{BB962C8B-B14F-4D97-AF65-F5344CB8AC3E}">
        <p14:creationId xmlns:p14="http://schemas.microsoft.com/office/powerpoint/2010/main" val="294018112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Full Photo">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0" y="0"/>
            <a:ext cx="12192000" cy="5915056"/>
          </a:xfrm>
          <a:prstGeom prst="rect">
            <a:avLst/>
          </a:pr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11" name="Content Placeholder 9">
            <a:extLst>
              <a:ext uri="{FF2B5EF4-FFF2-40B4-BE49-F238E27FC236}">
                <a16:creationId xmlns:a16="http://schemas.microsoft.com/office/drawing/2014/main" id="{20A3A4E7-56B1-0B44-98D4-AC2327493BF0}"/>
              </a:ext>
            </a:extLst>
          </p:cNvPr>
          <p:cNvSpPr>
            <a:spLocks noGrp="1"/>
          </p:cNvSpPr>
          <p:nvPr>
            <p:ph sz="quarter" idx="14" hasCustomPrompt="1"/>
          </p:nvPr>
        </p:nvSpPr>
        <p:spPr>
          <a:xfrm>
            <a:off x="587881" y="2070570"/>
            <a:ext cx="3411097" cy="3323383"/>
          </a:xfrm>
          <a:prstGeom prst="ellipse">
            <a:avLst/>
          </a:prstGeom>
          <a:solidFill>
            <a:schemeClr val="accent1"/>
          </a:solidFill>
        </p:spPr>
        <p:txBody>
          <a:bodyPr tIns="0" anchor="ctr">
            <a:normAutofit/>
          </a:bodyPr>
          <a:lstStyle>
            <a:lvl1pPr marL="0" indent="0" algn="ctr">
              <a:buNone/>
              <a:defRPr sz="1867" b="1">
                <a:noFill/>
              </a:defRPr>
            </a:lvl1pPr>
            <a:lvl2pPr algn="ctr">
              <a:defRPr/>
            </a:lvl2pPr>
            <a:lvl3pPr algn="ctr">
              <a:defRPr/>
            </a:lvl3pPr>
            <a:lvl4pPr algn="ctr">
              <a:defRPr/>
            </a:lvl4pPr>
            <a:lvl5pPr marL="1151438" indent="0" algn="ctr">
              <a:buNone/>
              <a:defRPr/>
            </a:lvl5pPr>
          </a:lstStyle>
          <a:p>
            <a:pPr lvl="0"/>
            <a:r>
              <a:rPr lang="en-US"/>
              <a:t> </a:t>
            </a:r>
          </a:p>
        </p:txBody>
      </p:sp>
      <p:sp>
        <p:nvSpPr>
          <p:cNvPr id="3" name="Subtitle 2"/>
          <p:cNvSpPr>
            <a:spLocks noGrp="1"/>
          </p:cNvSpPr>
          <p:nvPr>
            <p:ph type="subTitle" idx="1"/>
          </p:nvPr>
        </p:nvSpPr>
        <p:spPr>
          <a:xfrm>
            <a:off x="1430807" y="4230109"/>
            <a:ext cx="2060139" cy="474891"/>
          </a:xfrm>
          <a:prstGeom prst="rect">
            <a:avLst/>
          </a:prstGeom>
        </p:spPr>
        <p:txBody>
          <a:bodyPr lIns="0" tIns="0" rIns="0" bIns="0">
            <a:noAutofit/>
          </a:bodyPr>
          <a:lstStyle>
            <a:lvl1pPr marL="0" indent="0" algn="l">
              <a:buNone/>
              <a:defRPr sz="1333"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1430541" y="2957880"/>
            <a:ext cx="4849175" cy="1190949"/>
          </a:xfrm>
          <a:prstGeom prst="rect">
            <a:avLst/>
          </a:prstGeom>
        </p:spPr>
        <p:txBody>
          <a:bodyPr lIns="0" tIns="0" rIns="0" bIns="0" anchor="b">
            <a:noAutofit/>
          </a:bodyPr>
          <a:lstStyle>
            <a:lvl1pPr algn="l">
              <a:defRPr sz="4267">
                <a:solidFill>
                  <a:schemeClr val="bg1"/>
                </a:solidFill>
              </a:defRPr>
            </a:lvl1pPr>
          </a:lstStyle>
          <a:p>
            <a:r>
              <a:rPr lang="en-US"/>
              <a:t>Click to edit Master title style</a:t>
            </a:r>
          </a:p>
        </p:txBody>
      </p:sp>
      <p:pic>
        <p:nvPicPr>
          <p:cNvPr id="9" name="Graphic 12">
            <a:extLst>
              <a:ext uri="{FF2B5EF4-FFF2-40B4-BE49-F238E27FC236}">
                <a16:creationId xmlns:a16="http://schemas.microsoft.com/office/drawing/2014/main" id="{C083E8D7-169D-F840-B363-AD6AFF16A64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870315" y="6103538"/>
            <a:ext cx="2451372" cy="526468"/>
          </a:xfrm>
          <a:prstGeom prst="rect">
            <a:avLst/>
          </a:prstGeom>
        </p:spPr>
      </p:pic>
    </p:spTree>
    <p:extLst>
      <p:ext uri="{BB962C8B-B14F-4D97-AF65-F5344CB8AC3E}">
        <p14:creationId xmlns:p14="http://schemas.microsoft.com/office/powerpoint/2010/main" val="11330877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Custom Layout">
    <p:spTree>
      <p:nvGrpSpPr>
        <p:cNvPr id="1" name=""/>
        <p:cNvGrpSpPr/>
        <p:nvPr/>
      </p:nvGrpSpPr>
      <p:grpSpPr>
        <a:xfrm>
          <a:off x="0" y="0"/>
          <a:ext cx="0" cy="0"/>
          <a:chOff x="0" y="0"/>
          <a:chExt cx="0" cy="0"/>
        </a:xfrm>
      </p:grpSpPr>
      <p:sp>
        <p:nvSpPr>
          <p:cNvPr id="25" name="Freeform 24">
            <a:extLst>
              <a:ext uri="{FF2B5EF4-FFF2-40B4-BE49-F238E27FC236}">
                <a16:creationId xmlns:a16="http://schemas.microsoft.com/office/drawing/2014/main" id="{A4991716-09B9-F64E-83D9-0061B1AFB6AE}"/>
              </a:ext>
            </a:extLst>
          </p:cNvPr>
          <p:cNvSpPr/>
          <p:nvPr userDrawn="1"/>
        </p:nvSpPr>
        <p:spPr>
          <a:xfrm flipH="1">
            <a:off x="1" y="303001"/>
            <a:ext cx="6006052" cy="5784361"/>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6" name="Title 1">
            <a:extLst>
              <a:ext uri="{FF2B5EF4-FFF2-40B4-BE49-F238E27FC236}">
                <a16:creationId xmlns:a16="http://schemas.microsoft.com/office/drawing/2014/main" id="{DFE91F92-DB73-544B-BDA2-B92A4AA8E93F}"/>
              </a:ext>
            </a:extLst>
          </p:cNvPr>
          <p:cNvSpPr>
            <a:spLocks noGrp="1"/>
          </p:cNvSpPr>
          <p:nvPr>
            <p:ph type="ctrTitle" hasCustomPrompt="1"/>
          </p:nvPr>
        </p:nvSpPr>
        <p:spPr>
          <a:xfrm>
            <a:off x="806765" y="2516136"/>
            <a:ext cx="4849175" cy="1190949"/>
          </a:xfrm>
          <a:prstGeom prst="rect">
            <a:avLst/>
          </a:prstGeom>
        </p:spPr>
        <p:txBody>
          <a:bodyPr lIns="0" tIns="0" rIns="0" bIns="0" anchor="ctr">
            <a:noAutofit/>
          </a:bodyPr>
          <a:lstStyle>
            <a:lvl1pPr algn="l">
              <a:defRPr sz="8000">
                <a:solidFill>
                  <a:schemeClr val="bg1"/>
                </a:solidFill>
              </a:defRPr>
            </a:lvl1pPr>
          </a:lstStyle>
          <a:p>
            <a:r>
              <a:rPr lang="en-US"/>
              <a:t>Agenda</a:t>
            </a:r>
          </a:p>
        </p:txBody>
      </p:sp>
      <p:sp>
        <p:nvSpPr>
          <p:cNvPr id="27" name="Content Placeholder 2">
            <a:extLst>
              <a:ext uri="{FF2B5EF4-FFF2-40B4-BE49-F238E27FC236}">
                <a16:creationId xmlns:a16="http://schemas.microsoft.com/office/drawing/2014/main" id="{47BB16EF-5084-734D-ADED-AB7E02187756}"/>
              </a:ext>
            </a:extLst>
          </p:cNvPr>
          <p:cNvSpPr>
            <a:spLocks noGrp="1"/>
          </p:cNvSpPr>
          <p:nvPr>
            <p:ph idx="1"/>
          </p:nvPr>
        </p:nvSpPr>
        <p:spPr>
          <a:xfrm>
            <a:off x="7192113" y="973840"/>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06252D9D-0971-C24C-9545-B5F03FDE24B6}"/>
              </a:ext>
            </a:extLst>
          </p:cNvPr>
          <p:cNvSpPr>
            <a:spLocks noGrp="1"/>
          </p:cNvSpPr>
          <p:nvPr>
            <p:ph type="sldNum" sz="quarter" idx="10"/>
          </p:nvPr>
        </p:nvSpPr>
        <p:spPr/>
        <p:txBody>
          <a:bodyPr/>
          <a:lstStyle/>
          <a:p>
            <a:fld id="{7D18A8FE-DFC8-4843-AEF2-DE4DB0CF7D65}" type="slidenum">
              <a:rPr lang="en-US" smtClean="0"/>
              <a:pPr/>
              <a:t>‹#›</a:t>
            </a:fld>
            <a:endParaRPr lang="en-US"/>
          </a:p>
        </p:txBody>
      </p:sp>
      <p:pic>
        <p:nvPicPr>
          <p:cNvPr id="7" name="Graphic 12">
            <a:extLst>
              <a:ext uri="{FF2B5EF4-FFF2-40B4-BE49-F238E27FC236}">
                <a16:creationId xmlns:a16="http://schemas.microsoft.com/office/drawing/2014/main" id="{411A6808-FA9A-4598-87E1-C9CD7E69B8C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3950215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AE00B763-DE7E-044D-A945-0FE19D231DD8}"/>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Text Placeholder 4">
            <a:extLst>
              <a:ext uri="{FF2B5EF4-FFF2-40B4-BE49-F238E27FC236}">
                <a16:creationId xmlns:a16="http://schemas.microsoft.com/office/drawing/2014/main" id="{4E842926-97FE-FE49-B035-46F50CFF0A0F}"/>
              </a:ext>
            </a:extLst>
          </p:cNvPr>
          <p:cNvSpPr>
            <a:spLocks noGrp="1"/>
          </p:cNvSpPr>
          <p:nvPr>
            <p:ph type="body" sz="quarter" idx="13"/>
          </p:nvPr>
        </p:nvSpPr>
        <p:spPr>
          <a:xfrm>
            <a:off x="457201" y="1569462"/>
            <a:ext cx="11241111" cy="4352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484636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AE00B763-DE7E-044D-A945-0FE19D231DD8}"/>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Text Placeholder 4">
            <a:extLst>
              <a:ext uri="{FF2B5EF4-FFF2-40B4-BE49-F238E27FC236}">
                <a16:creationId xmlns:a16="http://schemas.microsoft.com/office/drawing/2014/main" id="{9EB482E0-6F56-CB4E-8202-06CABEF8F541}"/>
              </a:ext>
            </a:extLst>
          </p:cNvPr>
          <p:cNvSpPr>
            <a:spLocks noGrp="1"/>
          </p:cNvSpPr>
          <p:nvPr>
            <p:ph type="body" sz="quarter" idx="13"/>
          </p:nvPr>
        </p:nvSpPr>
        <p:spPr>
          <a:xfrm>
            <a:off x="457201" y="1569462"/>
            <a:ext cx="11241617" cy="4352972"/>
          </a:xfrm>
        </p:spPr>
        <p:txBody>
          <a:bodyPr numCol="2" spcCol="36576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503037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6" name="Freeform 25">
            <a:extLst>
              <a:ext uri="{FF2B5EF4-FFF2-40B4-BE49-F238E27FC236}">
                <a16:creationId xmlns:a16="http://schemas.microsoft.com/office/drawing/2014/main" id="{37728E0E-A727-3344-B4A0-02F610225340}"/>
              </a:ext>
            </a:extLst>
          </p:cNvPr>
          <p:cNvSpPr/>
          <p:nvPr userDrawn="1"/>
        </p:nvSpPr>
        <p:spPr>
          <a:xfrm>
            <a:off x="-262147" y="335795"/>
            <a:ext cx="7585276"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7" name="Picture Placeholder 34">
            <a:extLst>
              <a:ext uri="{FF2B5EF4-FFF2-40B4-BE49-F238E27FC236}">
                <a16:creationId xmlns:a16="http://schemas.microsoft.com/office/drawing/2014/main" id="{981ADB33-36C2-4B41-9424-2D0E0E629A69}"/>
              </a:ext>
            </a:extLst>
          </p:cNvPr>
          <p:cNvSpPr>
            <a:spLocks noGrp="1"/>
          </p:cNvSpPr>
          <p:nvPr>
            <p:ph type="pic" sz="quarter" idx="16"/>
          </p:nvPr>
        </p:nvSpPr>
        <p:spPr>
          <a:xfrm rot="10800000" flipH="1" flipV="1">
            <a:off x="-6972" y="807640"/>
            <a:ext cx="6588376" cy="4699859"/>
          </a:xfrm>
          <a:custGeom>
            <a:avLst/>
            <a:gdLst>
              <a:gd name="connsiteX0" fmla="*/ 0 w 4941282"/>
              <a:gd name="connsiteY0" fmla="*/ 0 h 3877383"/>
              <a:gd name="connsiteX1" fmla="*/ 3153638 w 4941282"/>
              <a:gd name="connsiteY1" fmla="*/ 0 h 3877383"/>
              <a:gd name="connsiteX2" fmla="*/ 4941282 w 4941282"/>
              <a:gd name="connsiteY2" fmla="*/ 1936127 h 3877383"/>
              <a:gd name="connsiteX3" fmla="*/ 3153638 w 4941282"/>
              <a:gd name="connsiteY3" fmla="*/ 3872253 h 3877383"/>
              <a:gd name="connsiteX4" fmla="*/ 0 w 4941282"/>
              <a:gd name="connsiteY4" fmla="*/ 3877383 h 3877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1282" h="3877383">
                <a:moveTo>
                  <a:pt x="0" y="0"/>
                </a:moveTo>
                <a:lnTo>
                  <a:pt x="3153638" y="0"/>
                </a:lnTo>
                <a:cubicBezTo>
                  <a:pt x="4140926" y="0"/>
                  <a:pt x="4941282" y="866833"/>
                  <a:pt x="4941282" y="1936127"/>
                </a:cubicBezTo>
                <a:cubicBezTo>
                  <a:pt x="4941282" y="3005420"/>
                  <a:pt x="4140926" y="3872253"/>
                  <a:pt x="3153638" y="3872253"/>
                </a:cubicBezTo>
                <a:lnTo>
                  <a:pt x="0" y="3877383"/>
                </a:lnTo>
                <a:close/>
              </a:path>
            </a:pathLst>
          </a:custGeom>
          <a:solidFill>
            <a:schemeClr val="bg2"/>
          </a:solidFill>
        </p:spPr>
        <p:txBody>
          <a:bodyPr vert="horz" wrap="square" lIns="0" tIns="914400" rIns="0" anchor="t" anchorCtr="0">
            <a:noAutofit/>
          </a:bodyPr>
          <a:lstStyle>
            <a:lvl1pPr marL="0" indent="0" algn="ctr">
              <a:buNone/>
              <a:defRPr sz="1867"/>
            </a:lvl1pPr>
          </a:lstStyle>
          <a:p>
            <a:r>
              <a:rPr lang="en-US"/>
              <a:t>Click icon to add picture</a:t>
            </a:r>
          </a:p>
        </p:txBody>
      </p:sp>
      <p:sp>
        <p:nvSpPr>
          <p:cNvPr id="11" name="Oval 10">
            <a:extLst>
              <a:ext uri="{FF2B5EF4-FFF2-40B4-BE49-F238E27FC236}">
                <a16:creationId xmlns:a16="http://schemas.microsoft.com/office/drawing/2014/main" id="{339B9D6A-F5CA-C347-BC53-A21EB0BA6D14}"/>
              </a:ext>
            </a:extLst>
          </p:cNvPr>
          <p:cNvSpPr/>
          <p:nvPr userDrawn="1"/>
        </p:nvSpPr>
        <p:spPr>
          <a:xfrm>
            <a:off x="5754545" y="618923"/>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652201" y="1490953"/>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045263" y="2427241"/>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7058426" y="3522341"/>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638209" y="4485513"/>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Oval 15">
            <a:extLst>
              <a:ext uri="{FF2B5EF4-FFF2-40B4-BE49-F238E27FC236}">
                <a16:creationId xmlns:a16="http://schemas.microsoft.com/office/drawing/2014/main" id="{68E5A7B6-8EDC-E247-96FE-94990C14B37F}"/>
              </a:ext>
            </a:extLst>
          </p:cNvPr>
          <p:cNvSpPr/>
          <p:nvPr userDrawn="1"/>
        </p:nvSpPr>
        <p:spPr>
          <a:xfrm>
            <a:off x="5708599" y="5343855"/>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394021" y="619249"/>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241558" y="149127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655300" y="2427567"/>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668461" y="3522667"/>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7227566" y="4485512"/>
            <a:ext cx="3689452" cy="406400"/>
          </a:xfrm>
        </p:spPr>
        <p:txBody>
          <a:bodyPr anchor="ctr"/>
          <a:lstStyle/>
          <a:p>
            <a:pPr lvl="0"/>
            <a:r>
              <a:rPr lang="en-US"/>
              <a:t>Click to edit Master text styles</a:t>
            </a:r>
          </a:p>
        </p:txBody>
      </p:sp>
      <p:sp>
        <p:nvSpPr>
          <p:cNvPr id="23" name="Text Placeholder 17">
            <a:extLst>
              <a:ext uri="{FF2B5EF4-FFF2-40B4-BE49-F238E27FC236}">
                <a16:creationId xmlns:a16="http://schemas.microsoft.com/office/drawing/2014/main" id="{524C2451-9287-FD48-B032-D09424DB2174}"/>
              </a:ext>
            </a:extLst>
          </p:cNvPr>
          <p:cNvSpPr>
            <a:spLocks noGrp="1"/>
          </p:cNvSpPr>
          <p:nvPr>
            <p:ph type="body" sz="quarter" idx="15"/>
          </p:nvPr>
        </p:nvSpPr>
        <p:spPr>
          <a:xfrm>
            <a:off x="6348074" y="5344181"/>
            <a:ext cx="3689452" cy="406400"/>
          </a:xfrm>
        </p:spPr>
        <p:txBody>
          <a:bodyPr anchor="ctr"/>
          <a:lstStyle/>
          <a:p>
            <a:pPr lvl="0"/>
            <a:r>
              <a:rPr lang="en-US"/>
              <a:t>Click to edit Master text styles</a:t>
            </a:r>
          </a:p>
        </p:txBody>
      </p:sp>
      <p:sp>
        <p:nvSpPr>
          <p:cNvPr id="2" name="Slide Number Placeholder 1">
            <a:extLst>
              <a:ext uri="{FF2B5EF4-FFF2-40B4-BE49-F238E27FC236}">
                <a16:creationId xmlns:a16="http://schemas.microsoft.com/office/drawing/2014/main" id="{984C82C6-579B-3242-983A-EE336D54136A}"/>
              </a:ext>
            </a:extLst>
          </p:cNvPr>
          <p:cNvSpPr>
            <a:spLocks noGrp="1"/>
          </p:cNvSpPr>
          <p:nvPr>
            <p:ph type="sldNum" sz="quarter" idx="17"/>
          </p:nvPr>
        </p:nvSpPr>
        <p:spPr/>
        <p:txBody>
          <a:bodyPr/>
          <a:lstStyle/>
          <a:p>
            <a:fld id="{7D18A8FE-DFC8-4843-AEF2-DE4DB0CF7D65}" type="slidenum">
              <a:rPr lang="en-US" smtClean="0"/>
              <a:pPr/>
              <a:t>‹#›</a:t>
            </a:fld>
            <a:endParaRPr lang="en-US"/>
          </a:p>
        </p:txBody>
      </p:sp>
      <p:pic>
        <p:nvPicPr>
          <p:cNvPr id="24" name="Graphic 12">
            <a:extLst>
              <a:ext uri="{FF2B5EF4-FFF2-40B4-BE49-F238E27FC236}">
                <a16:creationId xmlns:a16="http://schemas.microsoft.com/office/drawing/2014/main" id="{1FBDC1D9-9D8E-4EF9-B12C-A0D05E86DC5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394552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25" name="Freeform 24">
            <a:extLst>
              <a:ext uri="{FF2B5EF4-FFF2-40B4-BE49-F238E27FC236}">
                <a16:creationId xmlns:a16="http://schemas.microsoft.com/office/drawing/2014/main" id="{CED53280-3164-824A-8AA0-5CA6139715BA}"/>
              </a:ext>
            </a:extLst>
          </p:cNvPr>
          <p:cNvSpPr/>
          <p:nvPr userDrawn="1"/>
        </p:nvSpPr>
        <p:spPr>
          <a:xfrm>
            <a:off x="1" y="835265"/>
            <a:ext cx="6546455" cy="4706913"/>
          </a:xfrm>
          <a:custGeom>
            <a:avLst/>
            <a:gdLst>
              <a:gd name="connsiteX0" fmla="*/ 0 w 4909841"/>
              <a:gd name="connsiteY0" fmla="*/ 0 h 3883204"/>
              <a:gd name="connsiteX1" fmla="*/ 2968240 w 4909841"/>
              <a:gd name="connsiteY1" fmla="*/ 0 h 3883204"/>
              <a:gd name="connsiteX2" fmla="*/ 4909841 w 4909841"/>
              <a:gd name="connsiteY2" fmla="*/ 1941603 h 3883204"/>
              <a:gd name="connsiteX3" fmla="*/ 4909835 w 4909841"/>
              <a:gd name="connsiteY3" fmla="*/ 1941603 h 3883204"/>
              <a:gd name="connsiteX4" fmla="*/ 2968234 w 4909841"/>
              <a:gd name="connsiteY4" fmla="*/ 3883204 h 3883204"/>
              <a:gd name="connsiteX5" fmla="*/ 0 w 4909841"/>
              <a:gd name="connsiteY5" fmla="*/ 3883202 h 3883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9841" h="3883204">
                <a:moveTo>
                  <a:pt x="0" y="0"/>
                </a:moveTo>
                <a:lnTo>
                  <a:pt x="2968240" y="0"/>
                </a:lnTo>
                <a:cubicBezTo>
                  <a:pt x="4040554" y="0"/>
                  <a:pt x="4909841" y="869287"/>
                  <a:pt x="4909841" y="1941603"/>
                </a:cubicBezTo>
                <a:lnTo>
                  <a:pt x="4909835" y="1941603"/>
                </a:lnTo>
                <a:cubicBezTo>
                  <a:pt x="4909835" y="3013917"/>
                  <a:pt x="4040548" y="3883204"/>
                  <a:pt x="2968234" y="3883204"/>
                </a:cubicBezTo>
                <a:lnTo>
                  <a:pt x="0" y="388320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7" name="Freeform 26">
            <a:extLst>
              <a:ext uri="{FF2B5EF4-FFF2-40B4-BE49-F238E27FC236}">
                <a16:creationId xmlns:a16="http://schemas.microsoft.com/office/drawing/2014/main" id="{3B6753E6-29D3-694C-9B47-66001F631396}"/>
              </a:ext>
            </a:extLst>
          </p:cNvPr>
          <p:cNvSpPr/>
          <p:nvPr userDrawn="1"/>
        </p:nvSpPr>
        <p:spPr>
          <a:xfrm>
            <a:off x="-8350" y="370770"/>
            <a:ext cx="7265465"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8" name="Slide Number Placeholder 1">
            <a:extLst>
              <a:ext uri="{FF2B5EF4-FFF2-40B4-BE49-F238E27FC236}">
                <a16:creationId xmlns:a16="http://schemas.microsoft.com/office/drawing/2014/main" id="{6437396B-10D1-774E-9AE7-704156B3B8E1}"/>
              </a:ext>
            </a:extLst>
          </p:cNvPr>
          <p:cNvSpPr>
            <a:spLocks noGrp="1"/>
          </p:cNvSpPr>
          <p:nvPr>
            <p:ph type="sldNum" sz="quarter" idx="17"/>
          </p:nvPr>
        </p:nvSpPr>
        <p:spPr>
          <a:xfrm>
            <a:off x="5888567" y="6454693"/>
            <a:ext cx="414867" cy="273304"/>
          </a:xfrm>
        </p:spPr>
        <p:txBody>
          <a:bodyPr/>
          <a:lstStyle/>
          <a:p>
            <a:fld id="{7D18A8FE-DFC8-4843-AEF2-DE4DB0CF7D65}" type="slidenum">
              <a:rPr lang="en-US" smtClean="0"/>
              <a:pPr/>
              <a:t>‹#›</a:t>
            </a:fld>
            <a:endParaRPr lang="en-US"/>
          </a:p>
        </p:txBody>
      </p:sp>
      <p:sp>
        <p:nvSpPr>
          <p:cNvPr id="11" name="Oval 10">
            <a:extLst>
              <a:ext uri="{FF2B5EF4-FFF2-40B4-BE49-F238E27FC236}">
                <a16:creationId xmlns:a16="http://schemas.microsoft.com/office/drawing/2014/main" id="{339B9D6A-F5CA-C347-BC53-A21EB0BA6D14}"/>
              </a:ext>
            </a:extLst>
          </p:cNvPr>
          <p:cNvSpPr/>
          <p:nvPr userDrawn="1"/>
        </p:nvSpPr>
        <p:spPr>
          <a:xfrm>
            <a:off x="5688946" y="618923"/>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617726" y="1490953"/>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6998181" y="2393838"/>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7024781" y="3522341"/>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591126" y="4485513"/>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Oval 15">
            <a:extLst>
              <a:ext uri="{FF2B5EF4-FFF2-40B4-BE49-F238E27FC236}">
                <a16:creationId xmlns:a16="http://schemas.microsoft.com/office/drawing/2014/main" id="{68E5A7B6-8EDC-E247-96FE-94990C14B37F}"/>
              </a:ext>
            </a:extLst>
          </p:cNvPr>
          <p:cNvSpPr/>
          <p:nvPr userDrawn="1"/>
        </p:nvSpPr>
        <p:spPr>
          <a:xfrm>
            <a:off x="5688946" y="5343855"/>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328422" y="619249"/>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207083" y="149127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608217" y="2394164"/>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634816" y="3522667"/>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7180483" y="4485512"/>
            <a:ext cx="3689452" cy="406400"/>
          </a:xfrm>
        </p:spPr>
        <p:txBody>
          <a:bodyPr anchor="ctr"/>
          <a:lstStyle/>
          <a:p>
            <a:pPr lvl="0"/>
            <a:r>
              <a:rPr lang="en-US"/>
              <a:t>Click to edit Master text styles</a:t>
            </a:r>
          </a:p>
        </p:txBody>
      </p:sp>
      <p:sp>
        <p:nvSpPr>
          <p:cNvPr id="23" name="Text Placeholder 17">
            <a:extLst>
              <a:ext uri="{FF2B5EF4-FFF2-40B4-BE49-F238E27FC236}">
                <a16:creationId xmlns:a16="http://schemas.microsoft.com/office/drawing/2014/main" id="{524C2451-9287-FD48-B032-D09424DB2174}"/>
              </a:ext>
            </a:extLst>
          </p:cNvPr>
          <p:cNvSpPr>
            <a:spLocks noGrp="1"/>
          </p:cNvSpPr>
          <p:nvPr>
            <p:ph type="body" sz="quarter" idx="15"/>
          </p:nvPr>
        </p:nvSpPr>
        <p:spPr>
          <a:xfrm>
            <a:off x="6328421" y="5344181"/>
            <a:ext cx="3689452" cy="406400"/>
          </a:xfrm>
        </p:spPr>
        <p:txBody>
          <a:bodyPr anchor="ctr"/>
          <a:lstStyle/>
          <a:p>
            <a:pPr lvl="0"/>
            <a:r>
              <a:rPr lang="en-US"/>
              <a:t>Click to edit Master text styles</a:t>
            </a:r>
          </a:p>
        </p:txBody>
      </p:sp>
      <p:sp>
        <p:nvSpPr>
          <p:cNvPr id="5" name="Text Placeholder 4">
            <a:extLst>
              <a:ext uri="{FF2B5EF4-FFF2-40B4-BE49-F238E27FC236}">
                <a16:creationId xmlns:a16="http://schemas.microsoft.com/office/drawing/2014/main" id="{2E9C3374-2761-FA4E-8E97-DB8C2B7D86F8}"/>
              </a:ext>
            </a:extLst>
          </p:cNvPr>
          <p:cNvSpPr>
            <a:spLocks noGrp="1"/>
          </p:cNvSpPr>
          <p:nvPr>
            <p:ph type="body" sz="quarter" idx="16"/>
          </p:nvPr>
        </p:nvSpPr>
        <p:spPr>
          <a:xfrm>
            <a:off x="717046" y="1420342"/>
            <a:ext cx="4518121" cy="3399367"/>
          </a:xfrm>
        </p:spPr>
        <p:txBody>
          <a:bodyPr anchor="ctr">
            <a:normAutofit/>
          </a:bodyPr>
          <a:lstStyle>
            <a:lvl1pPr>
              <a:defRPr sz="3733" b="1">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24" name="Graphic 12">
            <a:extLst>
              <a:ext uri="{FF2B5EF4-FFF2-40B4-BE49-F238E27FC236}">
                <a16:creationId xmlns:a16="http://schemas.microsoft.com/office/drawing/2014/main" id="{D7B20128-E9B2-4544-A71F-6A28D98208E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3239897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Custom Layout">
    <p:spTree>
      <p:nvGrpSpPr>
        <p:cNvPr id="1" name=""/>
        <p:cNvGrpSpPr/>
        <p:nvPr/>
      </p:nvGrpSpPr>
      <p:grpSpPr>
        <a:xfrm>
          <a:off x="0" y="0"/>
          <a:ext cx="0" cy="0"/>
          <a:chOff x="0" y="0"/>
          <a:chExt cx="0" cy="0"/>
        </a:xfrm>
      </p:grpSpPr>
      <p:sp>
        <p:nvSpPr>
          <p:cNvPr id="32" name="Freeform 31">
            <a:extLst>
              <a:ext uri="{FF2B5EF4-FFF2-40B4-BE49-F238E27FC236}">
                <a16:creationId xmlns:a16="http://schemas.microsoft.com/office/drawing/2014/main" id="{03C1C5D1-536D-AD42-ADF1-44F2EFD99432}"/>
              </a:ext>
            </a:extLst>
          </p:cNvPr>
          <p:cNvSpPr/>
          <p:nvPr userDrawn="1"/>
        </p:nvSpPr>
        <p:spPr>
          <a:xfrm>
            <a:off x="-253797" y="335795"/>
            <a:ext cx="7585276"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8" name="Title 7">
            <a:extLst>
              <a:ext uri="{FF2B5EF4-FFF2-40B4-BE49-F238E27FC236}">
                <a16:creationId xmlns:a16="http://schemas.microsoft.com/office/drawing/2014/main" id="{9C6B559C-6BA8-2744-9FFD-AC23A0A1BCDA}"/>
              </a:ext>
            </a:extLst>
          </p:cNvPr>
          <p:cNvSpPr>
            <a:spLocks noGrp="1"/>
          </p:cNvSpPr>
          <p:nvPr>
            <p:ph type="title"/>
          </p:nvPr>
        </p:nvSpPr>
        <p:spPr>
          <a:xfrm>
            <a:off x="571018" y="1365061"/>
            <a:ext cx="4629873" cy="3603529"/>
          </a:xfrm>
        </p:spPr>
        <p:txBody>
          <a:bodyPr anchor="ctr"/>
          <a:lstStyle>
            <a:lvl1pPr>
              <a:defRPr>
                <a:solidFill>
                  <a:schemeClr val="bg1"/>
                </a:solidFill>
              </a:defRPr>
            </a:lvl1pPr>
          </a:lstStyle>
          <a:p>
            <a:r>
              <a:rPr lang="en-US"/>
              <a:t>Click to edit Master title style</a:t>
            </a:r>
          </a:p>
        </p:txBody>
      </p:sp>
      <p:sp>
        <p:nvSpPr>
          <p:cNvPr id="11" name="Oval 10">
            <a:extLst>
              <a:ext uri="{FF2B5EF4-FFF2-40B4-BE49-F238E27FC236}">
                <a16:creationId xmlns:a16="http://schemas.microsoft.com/office/drawing/2014/main" id="{339B9D6A-F5CA-C347-BC53-A21EB0BA6D14}"/>
              </a:ext>
            </a:extLst>
          </p:cNvPr>
          <p:cNvSpPr/>
          <p:nvPr userDrawn="1"/>
        </p:nvSpPr>
        <p:spPr>
          <a:xfrm>
            <a:off x="6375723" y="1134503"/>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101405" y="2993905"/>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377877" y="4765062"/>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7015199" y="113482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711441" y="2994231"/>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6967234" y="4765061"/>
            <a:ext cx="3689452" cy="406400"/>
          </a:xfrm>
        </p:spPr>
        <p:txBody>
          <a:bodyPr anchor="ctr"/>
          <a:lstStyle/>
          <a:p>
            <a:pPr lvl="0"/>
            <a:r>
              <a:rPr lang="en-US"/>
              <a:t>Click to edit Master text styles</a:t>
            </a:r>
          </a:p>
        </p:txBody>
      </p:sp>
      <p:sp>
        <p:nvSpPr>
          <p:cNvPr id="35" name="Picture Placeholder 34">
            <a:extLst>
              <a:ext uri="{FF2B5EF4-FFF2-40B4-BE49-F238E27FC236}">
                <a16:creationId xmlns:a16="http://schemas.microsoft.com/office/drawing/2014/main" id="{DB06BBE2-9184-784A-BD49-15A7348C7260}"/>
              </a:ext>
            </a:extLst>
          </p:cNvPr>
          <p:cNvSpPr>
            <a:spLocks noGrp="1"/>
          </p:cNvSpPr>
          <p:nvPr>
            <p:ph type="pic" sz="quarter" idx="16"/>
          </p:nvPr>
        </p:nvSpPr>
        <p:spPr>
          <a:xfrm rot="10800000" flipH="1" flipV="1">
            <a:off x="-6972" y="807640"/>
            <a:ext cx="6588376" cy="4699859"/>
          </a:xfrm>
          <a:custGeom>
            <a:avLst/>
            <a:gdLst>
              <a:gd name="connsiteX0" fmla="*/ 0 w 4941282"/>
              <a:gd name="connsiteY0" fmla="*/ 0 h 3877383"/>
              <a:gd name="connsiteX1" fmla="*/ 3153638 w 4941282"/>
              <a:gd name="connsiteY1" fmla="*/ 0 h 3877383"/>
              <a:gd name="connsiteX2" fmla="*/ 4941282 w 4941282"/>
              <a:gd name="connsiteY2" fmla="*/ 1936127 h 3877383"/>
              <a:gd name="connsiteX3" fmla="*/ 3153638 w 4941282"/>
              <a:gd name="connsiteY3" fmla="*/ 3872253 h 3877383"/>
              <a:gd name="connsiteX4" fmla="*/ 0 w 4941282"/>
              <a:gd name="connsiteY4" fmla="*/ 3877383 h 3877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1282" h="3877383">
                <a:moveTo>
                  <a:pt x="0" y="0"/>
                </a:moveTo>
                <a:lnTo>
                  <a:pt x="3153638" y="0"/>
                </a:lnTo>
                <a:cubicBezTo>
                  <a:pt x="4140926" y="0"/>
                  <a:pt x="4941282" y="866833"/>
                  <a:pt x="4941282" y="1936127"/>
                </a:cubicBezTo>
                <a:cubicBezTo>
                  <a:pt x="4941282" y="3005420"/>
                  <a:pt x="4140926" y="3872253"/>
                  <a:pt x="3153638" y="3872253"/>
                </a:cubicBezTo>
                <a:lnTo>
                  <a:pt x="0" y="3877383"/>
                </a:lnTo>
                <a:close/>
              </a:path>
            </a:pathLst>
          </a:custGeom>
          <a:solidFill>
            <a:schemeClr val="bg2"/>
          </a:solidFill>
        </p:spPr>
        <p:txBody>
          <a:bodyPr vert="horz" wrap="square" lIns="0" tIns="914400" rIns="0" anchor="t" anchorCtr="0">
            <a:noAutofit/>
          </a:bodyPr>
          <a:lstStyle>
            <a:lvl1pPr marL="0" indent="0" algn="ctr">
              <a:buNone/>
              <a:defRPr sz="1867"/>
            </a:lvl1pPr>
          </a:lstStyle>
          <a:p>
            <a:r>
              <a:rPr lang="en-US"/>
              <a:t>Click icon to add picture</a:t>
            </a:r>
          </a:p>
        </p:txBody>
      </p:sp>
      <p:sp>
        <p:nvSpPr>
          <p:cNvPr id="2" name="Slide Number Placeholder 1">
            <a:extLst>
              <a:ext uri="{FF2B5EF4-FFF2-40B4-BE49-F238E27FC236}">
                <a16:creationId xmlns:a16="http://schemas.microsoft.com/office/drawing/2014/main" id="{288B998B-CC89-3840-B310-6D92165A7878}"/>
              </a:ext>
            </a:extLst>
          </p:cNvPr>
          <p:cNvSpPr>
            <a:spLocks noGrp="1"/>
          </p:cNvSpPr>
          <p:nvPr>
            <p:ph type="sldNum" sz="quarter" idx="17"/>
          </p:nvPr>
        </p:nvSpPr>
        <p:spPr/>
        <p:txBody>
          <a:bodyPr/>
          <a:lstStyle/>
          <a:p>
            <a:fld id="{7D18A8FE-DFC8-4843-AEF2-DE4DB0CF7D65}" type="slidenum">
              <a:rPr lang="en-US" smtClean="0"/>
              <a:pPr/>
              <a:t>‹#›</a:t>
            </a:fld>
            <a:endParaRPr lang="en-US"/>
          </a:p>
        </p:txBody>
      </p:sp>
      <p:pic>
        <p:nvPicPr>
          <p:cNvPr id="14" name="Graphic 12">
            <a:extLst>
              <a:ext uri="{FF2B5EF4-FFF2-40B4-BE49-F238E27FC236}">
                <a16:creationId xmlns:a16="http://schemas.microsoft.com/office/drawing/2014/main" id="{A07DA32D-B617-4963-B3A9-B9BD7DBC32A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1524251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4_Custom Layout">
    <p:spTree>
      <p:nvGrpSpPr>
        <p:cNvPr id="1" name=""/>
        <p:cNvGrpSpPr/>
        <p:nvPr/>
      </p:nvGrpSpPr>
      <p:grpSpPr>
        <a:xfrm>
          <a:off x="0" y="0"/>
          <a:ext cx="0" cy="0"/>
          <a:chOff x="0" y="0"/>
          <a:chExt cx="0" cy="0"/>
        </a:xfrm>
      </p:grpSpPr>
      <p:sp>
        <p:nvSpPr>
          <p:cNvPr id="26" name="Freeform 25">
            <a:extLst>
              <a:ext uri="{FF2B5EF4-FFF2-40B4-BE49-F238E27FC236}">
                <a16:creationId xmlns:a16="http://schemas.microsoft.com/office/drawing/2014/main" id="{9A5FF9B7-D734-F44B-B6EB-90019FA057EB}"/>
              </a:ext>
            </a:extLst>
          </p:cNvPr>
          <p:cNvSpPr/>
          <p:nvPr userDrawn="1"/>
        </p:nvSpPr>
        <p:spPr>
          <a:xfrm>
            <a:off x="1" y="835265"/>
            <a:ext cx="6546455" cy="4706913"/>
          </a:xfrm>
          <a:custGeom>
            <a:avLst/>
            <a:gdLst>
              <a:gd name="connsiteX0" fmla="*/ 0 w 4909841"/>
              <a:gd name="connsiteY0" fmla="*/ 0 h 3883204"/>
              <a:gd name="connsiteX1" fmla="*/ 2968240 w 4909841"/>
              <a:gd name="connsiteY1" fmla="*/ 0 h 3883204"/>
              <a:gd name="connsiteX2" fmla="*/ 4909841 w 4909841"/>
              <a:gd name="connsiteY2" fmla="*/ 1941603 h 3883204"/>
              <a:gd name="connsiteX3" fmla="*/ 4909835 w 4909841"/>
              <a:gd name="connsiteY3" fmla="*/ 1941603 h 3883204"/>
              <a:gd name="connsiteX4" fmla="*/ 2968234 w 4909841"/>
              <a:gd name="connsiteY4" fmla="*/ 3883204 h 3883204"/>
              <a:gd name="connsiteX5" fmla="*/ 0 w 4909841"/>
              <a:gd name="connsiteY5" fmla="*/ 3883202 h 3883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9841" h="3883204">
                <a:moveTo>
                  <a:pt x="0" y="0"/>
                </a:moveTo>
                <a:lnTo>
                  <a:pt x="2968240" y="0"/>
                </a:lnTo>
                <a:cubicBezTo>
                  <a:pt x="4040554" y="0"/>
                  <a:pt x="4909841" y="869287"/>
                  <a:pt x="4909841" y="1941603"/>
                </a:cubicBezTo>
                <a:lnTo>
                  <a:pt x="4909835" y="1941603"/>
                </a:lnTo>
                <a:cubicBezTo>
                  <a:pt x="4909835" y="3013917"/>
                  <a:pt x="4040548" y="3883204"/>
                  <a:pt x="2968234" y="3883204"/>
                </a:cubicBezTo>
                <a:lnTo>
                  <a:pt x="0" y="388320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Oval 10">
            <a:extLst>
              <a:ext uri="{FF2B5EF4-FFF2-40B4-BE49-F238E27FC236}">
                <a16:creationId xmlns:a16="http://schemas.microsoft.com/office/drawing/2014/main" id="{339B9D6A-F5CA-C347-BC53-A21EB0BA6D14}"/>
              </a:ext>
            </a:extLst>
          </p:cNvPr>
          <p:cNvSpPr/>
          <p:nvPr userDrawn="1"/>
        </p:nvSpPr>
        <p:spPr>
          <a:xfrm>
            <a:off x="6055955" y="929953"/>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776922" y="1900623"/>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035391" y="2993227"/>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6831863" y="4083389"/>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119885" y="5054387"/>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695431" y="930279"/>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366279" y="190094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645428" y="2993553"/>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441899" y="4083715"/>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6709242" y="5054387"/>
            <a:ext cx="3689452" cy="406400"/>
          </a:xfrm>
        </p:spPr>
        <p:txBody>
          <a:bodyPr anchor="ctr"/>
          <a:lstStyle/>
          <a:p>
            <a:pPr lvl="0"/>
            <a:r>
              <a:rPr lang="en-US"/>
              <a:t>Click to edit Master text styles</a:t>
            </a:r>
          </a:p>
        </p:txBody>
      </p:sp>
      <p:sp>
        <p:nvSpPr>
          <p:cNvPr id="32" name="Freeform 31">
            <a:extLst>
              <a:ext uri="{FF2B5EF4-FFF2-40B4-BE49-F238E27FC236}">
                <a16:creationId xmlns:a16="http://schemas.microsoft.com/office/drawing/2014/main" id="{03C1C5D1-536D-AD42-ADF1-44F2EFD99432}"/>
              </a:ext>
            </a:extLst>
          </p:cNvPr>
          <p:cNvSpPr/>
          <p:nvPr userDrawn="1"/>
        </p:nvSpPr>
        <p:spPr>
          <a:xfrm>
            <a:off x="-8350" y="370770"/>
            <a:ext cx="7265465"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Text Placeholder 4">
            <a:extLst>
              <a:ext uri="{FF2B5EF4-FFF2-40B4-BE49-F238E27FC236}">
                <a16:creationId xmlns:a16="http://schemas.microsoft.com/office/drawing/2014/main" id="{2E9C3374-2761-FA4E-8E97-DB8C2B7D86F8}"/>
              </a:ext>
            </a:extLst>
          </p:cNvPr>
          <p:cNvSpPr>
            <a:spLocks noGrp="1"/>
          </p:cNvSpPr>
          <p:nvPr>
            <p:ph type="body" sz="quarter" idx="16"/>
          </p:nvPr>
        </p:nvSpPr>
        <p:spPr>
          <a:xfrm>
            <a:off x="717046" y="1543699"/>
            <a:ext cx="4518121" cy="3090333"/>
          </a:xfrm>
        </p:spPr>
        <p:txBody>
          <a:bodyPr anchor="ctr">
            <a:normAutofit/>
          </a:bodyPr>
          <a:lstStyle>
            <a:lvl1pPr>
              <a:defRPr sz="3733" b="1">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 name="Slide Number Placeholder 1">
            <a:extLst>
              <a:ext uri="{FF2B5EF4-FFF2-40B4-BE49-F238E27FC236}">
                <a16:creationId xmlns:a16="http://schemas.microsoft.com/office/drawing/2014/main" id="{6B5FCE06-47E5-7F4F-A101-9C9BF7B1C09B}"/>
              </a:ext>
            </a:extLst>
          </p:cNvPr>
          <p:cNvSpPr>
            <a:spLocks noGrp="1"/>
          </p:cNvSpPr>
          <p:nvPr>
            <p:ph type="sldNum" sz="quarter" idx="17"/>
          </p:nvPr>
        </p:nvSpPr>
        <p:spPr/>
        <p:txBody>
          <a:bodyPr/>
          <a:lstStyle/>
          <a:p>
            <a:fld id="{7D18A8FE-DFC8-4843-AEF2-DE4DB0CF7D65}" type="slidenum">
              <a:rPr lang="en-US" smtClean="0"/>
              <a:pPr/>
              <a:t>‹#›</a:t>
            </a:fld>
            <a:endParaRPr lang="en-US"/>
          </a:p>
        </p:txBody>
      </p:sp>
      <p:pic>
        <p:nvPicPr>
          <p:cNvPr id="17" name="Graphic 12">
            <a:extLst>
              <a:ext uri="{FF2B5EF4-FFF2-40B4-BE49-F238E27FC236}">
                <a16:creationId xmlns:a16="http://schemas.microsoft.com/office/drawing/2014/main" id="{77760655-B6DB-49FD-BC4B-CCB7D5B75C6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2779214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Divider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userDrawn="1"/>
        </p:nvSpPr>
        <p:spPr>
          <a:xfrm>
            <a:off x="2836647" y="5641959"/>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p:cNvSpPr>
            <a:spLocks noGrp="1"/>
          </p:cNvSpPr>
          <p:nvPr>
            <p:ph type="title"/>
          </p:nvPr>
        </p:nvSpPr>
        <p:spPr>
          <a:xfrm>
            <a:off x="460464" y="2897304"/>
            <a:ext cx="10515600" cy="985648"/>
          </a:xfrm>
          <a:prstGeom prst="rect">
            <a:avLst/>
          </a:prstGeom>
        </p:spPr>
        <p:txBody>
          <a:bodyPr lIns="0" tIns="0" rIns="0" bIns="0" anchor="b">
            <a:normAutofit/>
          </a:bodyPr>
          <a:lstStyle>
            <a:lvl1pPr>
              <a:defRPr sz="3733"/>
            </a:lvl1pPr>
          </a:lstStyle>
          <a:p>
            <a:endParaRPr lang="en-US"/>
          </a:p>
        </p:txBody>
      </p:sp>
      <p:sp>
        <p:nvSpPr>
          <p:cNvPr id="3" name="Text Placeholder 2"/>
          <p:cNvSpPr>
            <a:spLocks noGrp="1"/>
          </p:cNvSpPr>
          <p:nvPr>
            <p:ph type="body" idx="1"/>
          </p:nvPr>
        </p:nvSpPr>
        <p:spPr>
          <a:xfrm>
            <a:off x="457200" y="4025416"/>
            <a:ext cx="10538293" cy="684208"/>
          </a:xfrm>
          <a:prstGeom prst="rect">
            <a:avLst/>
          </a:prstGeom>
        </p:spPr>
        <p:txBody>
          <a:bodyPr lIns="0" tIns="0" rIns="0" bIns="0"/>
          <a:lstStyle>
            <a:lvl1pPr marL="0" indent="0">
              <a:buNone/>
              <a:defRPr sz="2667">
                <a:solidFill>
                  <a:schemeClr val="accent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endParaRPr lang="en-US"/>
          </a:p>
        </p:txBody>
      </p:sp>
      <p:sp>
        <p:nvSpPr>
          <p:cNvPr id="6" name="Slide Number Placeholder 5"/>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2" name="Freeform 21">
            <a:extLst>
              <a:ext uri="{FF2B5EF4-FFF2-40B4-BE49-F238E27FC236}">
                <a16:creationId xmlns:a16="http://schemas.microsoft.com/office/drawing/2014/main" id="{74AFD015-0D1F-3547-8CF1-90942E7ACF2E}"/>
              </a:ext>
            </a:extLst>
          </p:cNvPr>
          <p:cNvSpPr/>
          <p:nvPr userDrawn="1"/>
        </p:nvSpPr>
        <p:spPr>
          <a:xfrm>
            <a:off x="10342177"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Freeform 20">
            <a:extLst>
              <a:ext uri="{FF2B5EF4-FFF2-40B4-BE49-F238E27FC236}">
                <a16:creationId xmlns:a16="http://schemas.microsoft.com/office/drawing/2014/main" id="{B74D8618-1342-4C42-94BD-C150DF3C1928}"/>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9" name="Graphic 12">
            <a:extLst>
              <a:ext uri="{FF2B5EF4-FFF2-40B4-BE49-F238E27FC236}">
                <a16:creationId xmlns:a16="http://schemas.microsoft.com/office/drawing/2014/main" id="{2D0336FD-04EA-4C09-8579-6ACC7BB7A01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24764163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2_Divider Slide_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1" y="4818843"/>
            <a:ext cx="9160412" cy="641701"/>
          </a:xfrm>
          <a:prstGeom prst="rect">
            <a:avLst/>
          </a:prstGeom>
        </p:spPr>
        <p:txBody>
          <a:bodyPr lIns="0" tIns="0" rIns="0" bIns="0"/>
          <a:lstStyle>
            <a:lvl1pPr marL="0" indent="0" algn="l">
              <a:buNone/>
              <a:defRPr sz="2400" b="0">
                <a:solidFill>
                  <a:schemeClr val="accent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1" y="4709625"/>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1894702"/>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3"/>
            <a:ext cx="9144000" cy="1354081"/>
          </a:xfrm>
          <a:prstGeom prst="rect">
            <a:avLst/>
          </a:prstGeom>
        </p:spPr>
        <p:txBody>
          <a:bodyPr lIns="0" tIns="0" rIns="0" bIns="0" anchor="b"/>
          <a:lstStyle>
            <a:lvl1pPr algn="l">
              <a:defRPr sz="4267"/>
            </a:lvl1pPr>
          </a:lstStyle>
          <a:p>
            <a:r>
              <a:rPr lang="en-US"/>
              <a:t>Click to edit Master title style</a:t>
            </a:r>
          </a:p>
        </p:txBody>
      </p:sp>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4876800" y="1"/>
            <a:ext cx="7315200" cy="3272359"/>
          </a:xfrm>
          <a:custGeom>
            <a:avLst/>
            <a:gdLst>
              <a:gd name="connsiteX0" fmla="*/ 0 w 2373837"/>
              <a:gd name="connsiteY0" fmla="*/ 0 h 3161925"/>
              <a:gd name="connsiteX1" fmla="*/ 1186919 w 2373837"/>
              <a:gd name="connsiteY1" fmla="*/ 0 h 3161925"/>
              <a:gd name="connsiteX2" fmla="*/ 2373838 w 2373837"/>
              <a:gd name="connsiteY2" fmla="*/ 1580963 h 3161925"/>
              <a:gd name="connsiteX3" fmla="*/ 1186919 w 2373837"/>
              <a:gd name="connsiteY3" fmla="*/ 3161926 h 3161925"/>
              <a:gd name="connsiteX4" fmla="*/ 0 w 2373837"/>
              <a:gd name="connsiteY4" fmla="*/ 3161925 h 3161925"/>
              <a:gd name="connsiteX5" fmla="*/ 0 w 2373837"/>
              <a:gd name="connsiteY5" fmla="*/ 0 h 3161925"/>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338328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27432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18288 w 5757118"/>
              <a:gd name="connsiteY4" fmla="*/ 3143637 h 3161926"/>
              <a:gd name="connsiteX5" fmla="*/ 0 w 5757118"/>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71069"/>
              <a:gd name="connsiteX1" fmla="*/ 4570199 w 5757118"/>
              <a:gd name="connsiteY1" fmla="*/ 0 h 3171069"/>
              <a:gd name="connsiteX2" fmla="*/ 5757118 w 5757118"/>
              <a:gd name="connsiteY2" fmla="*/ 1580963 h 3171069"/>
              <a:gd name="connsiteX3" fmla="*/ 4570199 w 5757118"/>
              <a:gd name="connsiteY3" fmla="*/ 3161926 h 3171069"/>
              <a:gd name="connsiteX4" fmla="*/ 0 w 5757118"/>
              <a:gd name="connsiteY4" fmla="*/ 3171069 h 3171069"/>
              <a:gd name="connsiteX5" fmla="*/ 0 w 5757118"/>
              <a:gd name="connsiteY5" fmla="*/ 9144 h 3171069"/>
              <a:gd name="connsiteX0" fmla="*/ 0 w 5763988"/>
              <a:gd name="connsiteY0" fmla="*/ 0 h 3171069"/>
              <a:gd name="connsiteX1" fmla="*/ 4577069 w 5763988"/>
              <a:gd name="connsiteY1" fmla="*/ 0 h 3171069"/>
              <a:gd name="connsiteX2" fmla="*/ 5763988 w 5763988"/>
              <a:gd name="connsiteY2" fmla="*/ 1580963 h 3171069"/>
              <a:gd name="connsiteX3" fmla="*/ 4577069 w 5763988"/>
              <a:gd name="connsiteY3" fmla="*/ 3161926 h 3171069"/>
              <a:gd name="connsiteX4" fmla="*/ 6870 w 5763988"/>
              <a:gd name="connsiteY4" fmla="*/ 3171069 h 3171069"/>
              <a:gd name="connsiteX5" fmla="*/ 0 w 5763988"/>
              <a:gd name="connsiteY5" fmla="*/ 0 h 317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3988" h="3171069">
                <a:moveTo>
                  <a:pt x="0" y="0"/>
                </a:moveTo>
                <a:lnTo>
                  <a:pt x="4577069" y="0"/>
                </a:lnTo>
                <a:cubicBezTo>
                  <a:pt x="5232586" y="0"/>
                  <a:pt x="5763988" y="707821"/>
                  <a:pt x="5763988" y="1580963"/>
                </a:cubicBezTo>
                <a:cubicBezTo>
                  <a:pt x="5763988" y="2454105"/>
                  <a:pt x="5232586" y="3161926"/>
                  <a:pt x="4577069" y="3161926"/>
                </a:cubicBezTo>
                <a:lnTo>
                  <a:pt x="6870" y="3171069"/>
                </a:lnTo>
                <a:lnTo>
                  <a:pt x="0" y="0"/>
                </a:lnTo>
                <a:close/>
              </a:path>
            </a:pathLst>
          </a:cu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2" name="Slide Number Placeholder 1">
            <a:extLst>
              <a:ext uri="{FF2B5EF4-FFF2-40B4-BE49-F238E27FC236}">
                <a16:creationId xmlns:a16="http://schemas.microsoft.com/office/drawing/2014/main" id="{80F8139F-D3FB-6848-B5A2-E54BDCB7E90D}"/>
              </a:ext>
            </a:extLst>
          </p:cNvPr>
          <p:cNvSpPr>
            <a:spLocks noGrp="1"/>
          </p:cNvSpPr>
          <p:nvPr>
            <p:ph type="sldNum" sz="quarter" idx="11"/>
          </p:nvPr>
        </p:nvSpPr>
        <p:spPr/>
        <p:txBody>
          <a:bodyPr/>
          <a:lstStyle/>
          <a:p>
            <a:fld id="{7D18A8FE-DFC8-4843-AEF2-DE4DB0CF7D65}" type="slidenum">
              <a:rPr lang="en-US" smtClean="0"/>
              <a:pPr/>
              <a:t>‹#›</a:t>
            </a:fld>
            <a:endParaRPr lang="en-US"/>
          </a:p>
        </p:txBody>
      </p:sp>
      <p:pic>
        <p:nvPicPr>
          <p:cNvPr id="10" name="Graphic 12">
            <a:extLst>
              <a:ext uri="{FF2B5EF4-FFF2-40B4-BE49-F238E27FC236}">
                <a16:creationId xmlns:a16="http://schemas.microsoft.com/office/drawing/2014/main" id="{0EFC21C6-F50B-4774-BC69-4FF755A1D58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8019417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Divider Slide - Full Photo">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0" y="0"/>
            <a:ext cx="12192000" cy="6193536"/>
          </a:xfrm>
          <a:prstGeom prst="rect">
            <a:avLst/>
          </a:pr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11" name="Content Placeholder 9">
            <a:extLst>
              <a:ext uri="{FF2B5EF4-FFF2-40B4-BE49-F238E27FC236}">
                <a16:creationId xmlns:a16="http://schemas.microsoft.com/office/drawing/2014/main" id="{20A3A4E7-56B1-0B44-98D4-AC2327493BF0}"/>
              </a:ext>
            </a:extLst>
          </p:cNvPr>
          <p:cNvSpPr>
            <a:spLocks noGrp="1"/>
          </p:cNvSpPr>
          <p:nvPr>
            <p:ph sz="quarter" idx="14" hasCustomPrompt="1"/>
          </p:nvPr>
        </p:nvSpPr>
        <p:spPr>
          <a:xfrm>
            <a:off x="587881" y="2070570"/>
            <a:ext cx="3411097" cy="3323383"/>
          </a:xfrm>
          <a:prstGeom prst="ellipse">
            <a:avLst/>
          </a:prstGeom>
          <a:solidFill>
            <a:schemeClr val="accent1"/>
          </a:solidFill>
        </p:spPr>
        <p:txBody>
          <a:bodyPr tIns="0" anchor="ctr">
            <a:normAutofit/>
          </a:bodyPr>
          <a:lstStyle>
            <a:lvl1pPr marL="0" indent="0" algn="ctr">
              <a:buNone/>
              <a:defRPr sz="1867" b="1">
                <a:noFill/>
              </a:defRPr>
            </a:lvl1pPr>
            <a:lvl2pPr algn="ctr">
              <a:defRPr/>
            </a:lvl2pPr>
            <a:lvl3pPr algn="ctr">
              <a:defRPr/>
            </a:lvl3pPr>
            <a:lvl4pPr algn="ctr">
              <a:defRPr/>
            </a:lvl4pPr>
            <a:lvl5pPr marL="1151438" indent="0" algn="ctr">
              <a:buNone/>
              <a:defRPr/>
            </a:lvl5pPr>
          </a:lstStyle>
          <a:p>
            <a:pPr lvl="0"/>
            <a:r>
              <a:rPr lang="en-US"/>
              <a:t> </a:t>
            </a:r>
          </a:p>
        </p:txBody>
      </p:sp>
      <p:sp>
        <p:nvSpPr>
          <p:cNvPr id="3" name="Subtitle 2"/>
          <p:cNvSpPr>
            <a:spLocks noGrp="1"/>
          </p:cNvSpPr>
          <p:nvPr>
            <p:ph type="subTitle" idx="1"/>
          </p:nvPr>
        </p:nvSpPr>
        <p:spPr>
          <a:xfrm>
            <a:off x="1430807" y="4230109"/>
            <a:ext cx="2060139" cy="474891"/>
          </a:xfrm>
          <a:prstGeom prst="rect">
            <a:avLst/>
          </a:prstGeom>
        </p:spPr>
        <p:txBody>
          <a:bodyPr lIns="0" tIns="0" rIns="0" bIns="0">
            <a:noAutofit/>
          </a:bodyPr>
          <a:lstStyle>
            <a:lvl1pPr marL="0" indent="0" algn="l">
              <a:buNone/>
              <a:defRPr sz="1333"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1430541" y="2957880"/>
            <a:ext cx="4849175" cy="1190949"/>
          </a:xfrm>
          <a:prstGeom prst="rect">
            <a:avLst/>
          </a:prstGeom>
        </p:spPr>
        <p:txBody>
          <a:bodyPr lIns="0" tIns="0" rIns="0" bIns="0" anchor="b">
            <a:noAutofit/>
          </a:bodyPr>
          <a:lstStyle>
            <a:lvl1pPr algn="l">
              <a:defRPr sz="4267">
                <a:solidFill>
                  <a:schemeClr val="bg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BEDB81BC-F9B1-D74F-B19E-0D8326A820AA}"/>
              </a:ext>
            </a:extLst>
          </p:cNvPr>
          <p:cNvSpPr>
            <a:spLocks noGrp="1"/>
          </p:cNvSpPr>
          <p:nvPr>
            <p:ph type="sldNum" sz="quarter" idx="15"/>
          </p:nvPr>
        </p:nvSpPr>
        <p:spPr/>
        <p:txBody>
          <a:bodyPr/>
          <a:lstStyle/>
          <a:p>
            <a:fld id="{7D18A8FE-DFC8-4843-AEF2-DE4DB0CF7D65}" type="slidenum">
              <a:rPr lang="en-US" smtClean="0"/>
              <a:pPr/>
              <a:t>‹#›</a:t>
            </a:fld>
            <a:endParaRPr lang="en-US"/>
          </a:p>
        </p:txBody>
      </p:sp>
      <p:pic>
        <p:nvPicPr>
          <p:cNvPr id="8" name="Graphic 12">
            <a:extLst>
              <a:ext uri="{FF2B5EF4-FFF2-40B4-BE49-F238E27FC236}">
                <a16:creationId xmlns:a16="http://schemas.microsoft.com/office/drawing/2014/main" id="{126098D9-534A-4BBE-BE76-6581AFF1053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295012334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100000"/>
              </a:lnSpc>
              <a:spcBef>
                <a:spcPts val="1000"/>
              </a:spcBef>
              <a:spcAft>
                <a:spcPts val="0"/>
              </a:spcAft>
              <a:buClr>
                <a:srgbClr val="E20177"/>
              </a:buClr>
              <a:buSzPct val="120000"/>
              <a:buFont typeface="Arial" panose="020B0604020202020204" pitchFamily="34" charset="0"/>
              <a:buNone/>
              <a:tabLst/>
              <a:defRPr sz="2133">
                <a:latin typeface="Montserrat" pitchFamily="2" charset="77"/>
              </a:defRPr>
            </a:lvl1pPr>
            <a:lvl2pPr marL="609585" marR="0" indent="-243834" algn="l" defTabSz="914377" rtl="0" eaLnBrk="1" fontAlgn="auto" latinLnBrk="0" hangingPunct="1">
              <a:lnSpc>
                <a:spcPct val="100000"/>
              </a:lnSpc>
              <a:spcBef>
                <a:spcPts val="500"/>
              </a:spcBef>
              <a:spcAft>
                <a:spcPts val="0"/>
              </a:spcAft>
              <a:buClr>
                <a:srgbClr val="E20177"/>
              </a:buClr>
              <a:buSzPct val="120000"/>
              <a:buFont typeface="Arial" panose="020B0604020202020204" pitchFamily="34" charset="0"/>
              <a:buChar char="•"/>
              <a:tabLst/>
              <a:defRPr sz="1867">
                <a:latin typeface="Montserrat" pitchFamily="2" charset="77"/>
              </a:defRPr>
            </a:lvl2pPr>
            <a:lvl3pPr marL="853419" marR="0" indent="-243834" algn="l" defTabSz="914377" rtl="0" eaLnBrk="1" fontAlgn="auto" latinLnBrk="0" hangingPunct="1">
              <a:lnSpc>
                <a:spcPct val="100000"/>
              </a:lnSpc>
              <a:spcBef>
                <a:spcPts val="500"/>
              </a:spcBef>
              <a:spcAft>
                <a:spcPts val="0"/>
              </a:spcAft>
              <a:buClr>
                <a:srgbClr val="E20177"/>
              </a:buClr>
              <a:buSzPct val="100000"/>
              <a:buFont typeface="Courier New" panose="02070309020205020404" pitchFamily="49" charset="0"/>
              <a:buChar char="o"/>
              <a:tabLst/>
              <a:defRPr sz="1867">
                <a:latin typeface="Montserrat" pitchFamily="2" charset="77"/>
              </a:defRPr>
            </a:lvl3pPr>
            <a:lvl4pPr marL="1219170" marR="0" indent="-243834" algn="l" defTabSz="914377" rtl="0" eaLnBrk="1" fontAlgn="auto" latinLnBrk="0" hangingPunct="1">
              <a:lnSpc>
                <a:spcPct val="100000"/>
              </a:lnSpc>
              <a:spcBef>
                <a:spcPts val="500"/>
              </a:spcBef>
              <a:spcAft>
                <a:spcPts val="0"/>
              </a:spcAft>
              <a:buClr>
                <a:srgbClr val="171717"/>
              </a:buClr>
              <a:buSzPct val="100000"/>
              <a:buFont typeface="Arial" panose="020B0604020202020204" pitchFamily="34" charset="0"/>
              <a:buChar char="•"/>
              <a:tabLst/>
              <a:defRPr sz="1867">
                <a:latin typeface="Montserrat" pitchFamily="2" charset="77"/>
              </a:defRPr>
            </a:lvl4pPr>
            <a:lvl5pPr marL="0" marR="0" indent="0" algn="l" defTabSz="914377" rtl="0" eaLnBrk="1" fontAlgn="auto" latinLnBrk="0" hangingPunct="1">
              <a:lnSpc>
                <a:spcPct val="100000"/>
              </a:lnSpc>
              <a:spcBef>
                <a:spcPts val="500"/>
              </a:spcBef>
              <a:spcAft>
                <a:spcPts val="200"/>
              </a:spcAft>
              <a:buClr>
                <a:srgbClr val="E20177"/>
              </a:buClr>
              <a:buSzTx/>
              <a:buFont typeface="Arial" panose="020B0604020202020204" pitchFamily="34" charset="0"/>
              <a:buNone/>
              <a:tabLst/>
              <a:defRPr sz="1867">
                <a:latin typeface="Montserrat" pitchFamily="2" charset="77"/>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hasCustomPrompt="1"/>
          </p:nvPr>
        </p:nvSpPr>
        <p:spPr>
          <a:xfrm>
            <a:off x="7147036"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83849848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fidential—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Freeform 11">
            <a:extLst>
              <a:ext uri="{FF2B5EF4-FFF2-40B4-BE49-F238E27FC236}">
                <a16:creationId xmlns:a16="http://schemas.microsoft.com/office/drawing/2014/main" id="{BDDDF61E-FD84-D34B-9DB5-46D76844A801}"/>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6" name="Picture Placeholder 14">
            <a:extLst>
              <a:ext uri="{FF2B5EF4-FFF2-40B4-BE49-F238E27FC236}">
                <a16:creationId xmlns:a16="http://schemas.microsoft.com/office/drawing/2014/main" id="{58E796D9-DAF5-D74D-8402-673E835AE59B}"/>
              </a:ext>
            </a:extLst>
          </p:cNvPr>
          <p:cNvSpPr>
            <a:spLocks noGrp="1"/>
          </p:cNvSpPr>
          <p:nvPr>
            <p:ph type="pic" sz="quarter" idx="13" hasCustomPrompt="1"/>
          </p:nvPr>
        </p:nvSpPr>
        <p:spPr>
          <a:xfrm>
            <a:off x="7147036"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126079298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roprietary—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Freeform 11">
            <a:extLst>
              <a:ext uri="{FF2B5EF4-FFF2-40B4-BE49-F238E27FC236}">
                <a16:creationId xmlns:a16="http://schemas.microsoft.com/office/drawing/2014/main" id="{0935410A-4452-764D-8477-13AF6ADB3609}"/>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Picture Placeholder 14">
            <a:extLst>
              <a:ext uri="{FF2B5EF4-FFF2-40B4-BE49-F238E27FC236}">
                <a16:creationId xmlns:a16="http://schemas.microsoft.com/office/drawing/2014/main" id="{3DB5542F-9D9E-F141-A555-16DFFDE653E4}"/>
              </a:ext>
            </a:extLst>
          </p:cNvPr>
          <p:cNvSpPr>
            <a:spLocks noGrp="1"/>
          </p:cNvSpPr>
          <p:nvPr>
            <p:ph type="pic" sz="quarter" idx="13" hasCustomPrompt="1"/>
          </p:nvPr>
        </p:nvSpPr>
        <p:spPr>
          <a:xfrm>
            <a:off x="7147036"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201298172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nsitiv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Freeform 11">
            <a:extLst>
              <a:ext uri="{FF2B5EF4-FFF2-40B4-BE49-F238E27FC236}">
                <a16:creationId xmlns:a16="http://schemas.microsoft.com/office/drawing/2014/main" id="{6E90D1E2-3FBB-1041-A715-785BFD621F5D}"/>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Picture Placeholder 14">
            <a:extLst>
              <a:ext uri="{FF2B5EF4-FFF2-40B4-BE49-F238E27FC236}">
                <a16:creationId xmlns:a16="http://schemas.microsoft.com/office/drawing/2014/main" id="{D959CE95-45F1-114D-AF89-17853692DC90}"/>
              </a:ext>
            </a:extLst>
          </p:cNvPr>
          <p:cNvSpPr>
            <a:spLocks noGrp="1"/>
          </p:cNvSpPr>
          <p:nvPr>
            <p:ph type="pic" sz="quarter" idx="13" hasCustomPrompt="1"/>
          </p:nvPr>
        </p:nvSpPr>
        <p:spPr>
          <a:xfrm>
            <a:off x="7147036"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392320059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fidential—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a:noFill/>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11243259" cy="4351283"/>
          </a:xfrm>
          <a:prstGeom prst="rect">
            <a:avLst/>
          </a:prstGeom>
          <a:noFill/>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9E242888-0328-0E4A-98EE-9774852A1A73}"/>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86772851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roprietary—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11243259"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BF67232A-40F8-1A47-9CDC-7290008F23C1}"/>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401941966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nsitiv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11243259"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0263CF2F-B018-3343-B44E-89447650A7B9}"/>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63934953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o Template">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hasCustomPrompt="1"/>
          </p:nvPr>
        </p:nvSpPr>
        <p:spPr>
          <a:xfrm>
            <a:off x="7833486" y="1578866"/>
            <a:ext cx="4130463" cy="4130463"/>
          </a:xfrm>
          <a:prstGeom prst="ellipse">
            <a:avLst/>
          </a:prstGeom>
          <a:solidFill>
            <a:schemeClr val="bg2"/>
          </a:solidFill>
        </p:spPr>
        <p:txBody>
          <a:bodyPr tIns="640080">
            <a:normAutofit/>
          </a:bodyPr>
          <a:lstStyle>
            <a:lvl1pPr marL="0" indent="0" algn="ctr">
              <a:buNone/>
              <a:defRPr sz="1867"/>
            </a:lvl1pPr>
          </a:lstStyle>
          <a:p>
            <a:r>
              <a:rPr lang="en-US"/>
              <a:t>Click icon to add photo</a:t>
            </a: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7" name="Text Placeholder 6">
            <a:extLst>
              <a:ext uri="{FF2B5EF4-FFF2-40B4-BE49-F238E27FC236}">
                <a16:creationId xmlns:a16="http://schemas.microsoft.com/office/drawing/2014/main" id="{42AB9BBF-A7FA-394D-A2E2-93323B4F3A38}"/>
              </a:ext>
            </a:extLst>
          </p:cNvPr>
          <p:cNvSpPr>
            <a:spLocks noGrp="1"/>
          </p:cNvSpPr>
          <p:nvPr>
            <p:ph type="body" sz="quarter" idx="14"/>
          </p:nvPr>
        </p:nvSpPr>
        <p:spPr>
          <a:xfrm>
            <a:off x="457200" y="1031611"/>
            <a:ext cx="10396483" cy="407436"/>
          </a:xfrm>
          <a:prstGeom prst="rect">
            <a:avLst/>
          </a:prstGeom>
        </p:spPr>
        <p:txBody>
          <a:bodyPr lIns="0" tIns="0" rIns="0" bIns="0">
            <a:noAutofit/>
          </a:bodyPr>
          <a:lstStyle>
            <a:lvl1pPr>
              <a:buNone/>
              <a:defRPr sz="1867" b="1">
                <a:solidFill>
                  <a:schemeClr val="accent1"/>
                </a:solidFill>
              </a:defRPr>
            </a:lvl1pPr>
            <a:lvl2pPr>
              <a:buNone/>
              <a:defRPr/>
            </a:lvl2pPr>
            <a:lvl3pPr>
              <a:buNone/>
              <a:defRPr/>
            </a:lvl3pPr>
            <a:lvl4pPr>
              <a:buNone/>
              <a:defRPr/>
            </a:lvl4pPr>
            <a:lvl5pPr>
              <a:buNone/>
              <a:defRPr/>
            </a:lvl5pPr>
          </a:lstStyle>
          <a:p>
            <a:pPr lvl="0"/>
            <a:endParaRPr lang="en-US"/>
          </a:p>
        </p:txBody>
      </p:sp>
      <p:sp>
        <p:nvSpPr>
          <p:cNvPr id="13" name="Content Placeholder 2">
            <a:extLst>
              <a:ext uri="{FF2B5EF4-FFF2-40B4-BE49-F238E27FC236}">
                <a16:creationId xmlns:a16="http://schemas.microsoft.com/office/drawing/2014/main" id="{10427BEF-5B47-724A-9C16-0A84E9E3CE09}"/>
              </a:ext>
            </a:extLst>
          </p:cNvPr>
          <p:cNvSpPr>
            <a:spLocks noGrp="1"/>
          </p:cNvSpPr>
          <p:nvPr>
            <p:ph idx="15" hasCustomPrompt="1"/>
          </p:nvPr>
        </p:nvSpPr>
        <p:spPr>
          <a:xfrm>
            <a:off x="457200" y="1576552"/>
            <a:ext cx="7141027"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a:extLst>
              <a:ext uri="{FF2B5EF4-FFF2-40B4-BE49-F238E27FC236}">
                <a16:creationId xmlns:a16="http://schemas.microsoft.com/office/drawing/2014/main" id="{C8A6CFA9-BBCE-4882-8617-533B5B4809FE}"/>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388983148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5CC28A6F-B179-B644-B0A5-418F10E7689D}"/>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8" name="Slide Number Placeholder 5">
            <a:extLst>
              <a:ext uri="{FF2B5EF4-FFF2-40B4-BE49-F238E27FC236}">
                <a16:creationId xmlns:a16="http://schemas.microsoft.com/office/drawing/2014/main" id="{D2F56B58-0B36-428A-B0BE-4574BA2F5CBD}"/>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163182861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w/foote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4282AEE-1FD5-402C-88B0-E25AE9E6C744}"/>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203178542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Blank w/foote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D14F37A-76DE-4025-85E4-675016AEFF62}"/>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4" name="Graphic 12">
            <a:extLst>
              <a:ext uri="{FF2B5EF4-FFF2-40B4-BE49-F238E27FC236}">
                <a16:creationId xmlns:a16="http://schemas.microsoft.com/office/drawing/2014/main" id="{B602D3CF-7375-4049-9258-8A87495F73D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366773530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8" name="Text Placeholder 70">
            <a:extLst>
              <a:ext uri="{FF2B5EF4-FFF2-40B4-BE49-F238E27FC236}">
                <a16:creationId xmlns:a16="http://schemas.microsoft.com/office/drawing/2014/main" id="{AE067FBA-294B-D849-BC89-744E5234FFE1}"/>
              </a:ext>
            </a:extLst>
          </p:cNvPr>
          <p:cNvSpPr>
            <a:spLocks noGrp="1"/>
          </p:cNvSpPr>
          <p:nvPr>
            <p:ph type="body" sz="quarter" idx="19" hasCustomPrompt="1"/>
          </p:nvPr>
        </p:nvSpPr>
        <p:spPr>
          <a:xfrm>
            <a:off x="9386152" y="4950896"/>
            <a:ext cx="2639483" cy="836083"/>
          </a:xfrm>
        </p:spPr>
        <p:txBody>
          <a:bodyPr anchor="t"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5CC28A6F-B179-B644-B0A5-418F10E7689D}"/>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48" name="TextBox 47">
            <a:extLst>
              <a:ext uri="{FF2B5EF4-FFF2-40B4-BE49-F238E27FC236}">
                <a16:creationId xmlns:a16="http://schemas.microsoft.com/office/drawing/2014/main" id="{B5E443A4-60AC-C04E-BE44-345D6D5A23F9}"/>
              </a:ext>
            </a:extLst>
          </p:cNvPr>
          <p:cNvSpPr txBox="1"/>
          <p:nvPr userDrawn="1"/>
        </p:nvSpPr>
        <p:spPr>
          <a:xfrm>
            <a:off x="2931199" y="2239734"/>
            <a:ext cx="881336" cy="545017"/>
          </a:xfrm>
          <a:prstGeom prst="rect">
            <a:avLst/>
          </a:prstGeom>
          <a:noFill/>
        </p:spPr>
        <p:txBody>
          <a:bodyPr wrap="square" lIns="0" tIns="0" rIns="0" bIns="0" rtlCol="0">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171717"/>
              </a:solidFill>
              <a:effectLst/>
              <a:uLnTx/>
              <a:uFillTx/>
              <a:latin typeface="Arial" panose="020B0604020202020204"/>
              <a:ea typeface="+mn-ea"/>
              <a:cs typeface="+mn-cs"/>
            </a:endParaRPr>
          </a:p>
        </p:txBody>
      </p:sp>
      <p:sp>
        <p:nvSpPr>
          <p:cNvPr id="71" name="Text Placeholder 70">
            <a:extLst>
              <a:ext uri="{FF2B5EF4-FFF2-40B4-BE49-F238E27FC236}">
                <a16:creationId xmlns:a16="http://schemas.microsoft.com/office/drawing/2014/main" id="{092A9FE5-AC61-9C4F-9115-8820A7F6F322}"/>
              </a:ext>
            </a:extLst>
          </p:cNvPr>
          <p:cNvSpPr>
            <a:spLocks noGrp="1"/>
          </p:cNvSpPr>
          <p:nvPr>
            <p:ph type="body" sz="quarter" idx="13" hasCustomPrompt="1"/>
          </p:nvPr>
        </p:nvSpPr>
        <p:spPr>
          <a:xfrm>
            <a:off x="647504" y="1208667"/>
            <a:ext cx="2639483" cy="836083"/>
          </a:xfrm>
        </p:spPr>
        <p:txBody>
          <a:bodyPr anchor="b"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2" name="Text Placeholder 70">
            <a:extLst>
              <a:ext uri="{FF2B5EF4-FFF2-40B4-BE49-F238E27FC236}">
                <a16:creationId xmlns:a16="http://schemas.microsoft.com/office/drawing/2014/main" id="{88F3E9C3-1356-0F46-8E31-5920A6ED2A3B}"/>
              </a:ext>
            </a:extLst>
          </p:cNvPr>
          <p:cNvSpPr>
            <a:spLocks noGrp="1"/>
          </p:cNvSpPr>
          <p:nvPr>
            <p:ph type="body" sz="quarter" idx="14" hasCustomPrompt="1"/>
          </p:nvPr>
        </p:nvSpPr>
        <p:spPr>
          <a:xfrm>
            <a:off x="4986928" y="1414860"/>
            <a:ext cx="2639483" cy="836083"/>
          </a:xfrm>
        </p:spPr>
        <p:txBody>
          <a:bodyPr anchor="b"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3" name="Text Placeholder 70">
            <a:extLst>
              <a:ext uri="{FF2B5EF4-FFF2-40B4-BE49-F238E27FC236}">
                <a16:creationId xmlns:a16="http://schemas.microsoft.com/office/drawing/2014/main" id="{45FA2D97-99A3-9848-B80E-50776252DE48}"/>
              </a:ext>
            </a:extLst>
          </p:cNvPr>
          <p:cNvSpPr>
            <a:spLocks noGrp="1"/>
          </p:cNvSpPr>
          <p:nvPr>
            <p:ph type="body" sz="quarter" idx="15" hasCustomPrompt="1"/>
          </p:nvPr>
        </p:nvSpPr>
        <p:spPr>
          <a:xfrm>
            <a:off x="8112521" y="1466982"/>
            <a:ext cx="2639483" cy="836083"/>
          </a:xfrm>
        </p:spPr>
        <p:txBody>
          <a:bodyPr anchor="b"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4" name="Text Placeholder 70">
            <a:extLst>
              <a:ext uri="{FF2B5EF4-FFF2-40B4-BE49-F238E27FC236}">
                <a16:creationId xmlns:a16="http://schemas.microsoft.com/office/drawing/2014/main" id="{FD4E0504-7DED-1845-BEBD-63B64826B6C8}"/>
              </a:ext>
            </a:extLst>
          </p:cNvPr>
          <p:cNvSpPr>
            <a:spLocks noGrp="1"/>
          </p:cNvSpPr>
          <p:nvPr>
            <p:ph type="body" sz="quarter" idx="16" hasCustomPrompt="1"/>
          </p:nvPr>
        </p:nvSpPr>
        <p:spPr>
          <a:xfrm>
            <a:off x="117920" y="4935463"/>
            <a:ext cx="2639483" cy="836083"/>
          </a:xfrm>
        </p:spPr>
        <p:txBody>
          <a:bodyPr anchor="t"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6" name="Text Placeholder 70">
            <a:extLst>
              <a:ext uri="{FF2B5EF4-FFF2-40B4-BE49-F238E27FC236}">
                <a16:creationId xmlns:a16="http://schemas.microsoft.com/office/drawing/2014/main" id="{EEED8497-B848-8E4D-857D-F800BDB3F150}"/>
              </a:ext>
            </a:extLst>
          </p:cNvPr>
          <p:cNvSpPr>
            <a:spLocks noGrp="1"/>
          </p:cNvSpPr>
          <p:nvPr>
            <p:ph type="body" sz="quarter" idx="17" hasCustomPrompt="1"/>
          </p:nvPr>
        </p:nvSpPr>
        <p:spPr>
          <a:xfrm>
            <a:off x="2962355" y="4893427"/>
            <a:ext cx="2639483" cy="836083"/>
          </a:xfrm>
        </p:spPr>
        <p:txBody>
          <a:bodyPr anchor="t"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7" name="Text Placeholder 70">
            <a:extLst>
              <a:ext uri="{FF2B5EF4-FFF2-40B4-BE49-F238E27FC236}">
                <a16:creationId xmlns:a16="http://schemas.microsoft.com/office/drawing/2014/main" id="{5AC7E6E0-E467-6C42-8D1C-BFF258C40292}"/>
              </a:ext>
            </a:extLst>
          </p:cNvPr>
          <p:cNvSpPr>
            <a:spLocks noGrp="1"/>
          </p:cNvSpPr>
          <p:nvPr>
            <p:ph type="body" sz="quarter" idx="18" hasCustomPrompt="1"/>
          </p:nvPr>
        </p:nvSpPr>
        <p:spPr>
          <a:xfrm>
            <a:off x="6413189" y="4815496"/>
            <a:ext cx="2639483" cy="836083"/>
          </a:xfrm>
        </p:spPr>
        <p:txBody>
          <a:bodyPr anchor="t"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9" name="Text Placeholder 70">
            <a:extLst>
              <a:ext uri="{FF2B5EF4-FFF2-40B4-BE49-F238E27FC236}">
                <a16:creationId xmlns:a16="http://schemas.microsoft.com/office/drawing/2014/main" id="{E8710EE9-E0AD-2140-925B-C4CFA5A005E9}"/>
              </a:ext>
            </a:extLst>
          </p:cNvPr>
          <p:cNvSpPr>
            <a:spLocks noGrp="1"/>
          </p:cNvSpPr>
          <p:nvPr>
            <p:ph type="body" sz="quarter" idx="20" hasCustomPrompt="1"/>
          </p:nvPr>
        </p:nvSpPr>
        <p:spPr>
          <a:xfrm>
            <a:off x="2249372" y="2061185"/>
            <a:ext cx="2639483" cy="836083"/>
          </a:xfrm>
        </p:spPr>
        <p:txBody>
          <a:bodyPr anchor="b"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17" name="Slide Number Placeholder 5">
            <a:extLst>
              <a:ext uri="{FF2B5EF4-FFF2-40B4-BE49-F238E27FC236}">
                <a16:creationId xmlns:a16="http://schemas.microsoft.com/office/drawing/2014/main" id="{48BD629C-E5E9-4854-9D7A-0A82495612FA}"/>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413797618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4_Blank w/footer">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369F67A3-A1B4-004B-8E2A-D755FB56451E}"/>
              </a:ext>
            </a:extLst>
          </p:cNvPr>
          <p:cNvGrpSpPr/>
          <p:nvPr userDrawn="1"/>
        </p:nvGrpSpPr>
        <p:grpSpPr>
          <a:xfrm>
            <a:off x="5442875" y="3948753"/>
            <a:ext cx="1317148" cy="246432"/>
            <a:chOff x="4109656" y="2961565"/>
            <a:chExt cx="987861" cy="184824"/>
          </a:xfrm>
        </p:grpSpPr>
        <p:sp>
          <p:nvSpPr>
            <p:cNvPr id="9" name="Rounded Rectangle 8">
              <a:extLst>
                <a:ext uri="{FF2B5EF4-FFF2-40B4-BE49-F238E27FC236}">
                  <a16:creationId xmlns:a16="http://schemas.microsoft.com/office/drawing/2014/main" id="{FDBDE7F3-AA3F-3A4B-BC96-C29300461749}"/>
                </a:ext>
              </a:extLst>
            </p:cNvPr>
            <p:cNvSpPr/>
            <p:nvPr/>
          </p:nvSpPr>
          <p:spPr>
            <a:xfrm>
              <a:off x="4667796" y="2962913"/>
              <a:ext cx="429721" cy="18212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Oval 9">
              <a:extLst>
                <a:ext uri="{FF2B5EF4-FFF2-40B4-BE49-F238E27FC236}">
                  <a16:creationId xmlns:a16="http://schemas.microsoft.com/office/drawing/2014/main" id="{86320228-23E0-0846-A6B6-2CDCBCC664C0}"/>
                </a:ext>
              </a:extLst>
            </p:cNvPr>
            <p:cNvSpPr/>
            <p:nvPr/>
          </p:nvSpPr>
          <p:spPr>
            <a:xfrm>
              <a:off x="4390811" y="2961565"/>
              <a:ext cx="184824" cy="18482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Oval 10">
              <a:extLst>
                <a:ext uri="{FF2B5EF4-FFF2-40B4-BE49-F238E27FC236}">
                  <a16:creationId xmlns:a16="http://schemas.microsoft.com/office/drawing/2014/main" id="{5C63AE92-D943-E046-8F35-C31BF9B9109C}"/>
                </a:ext>
              </a:extLst>
            </p:cNvPr>
            <p:cNvSpPr/>
            <p:nvPr/>
          </p:nvSpPr>
          <p:spPr>
            <a:xfrm>
              <a:off x="4109656" y="2961565"/>
              <a:ext cx="184824" cy="18482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3" name="Text Placeholder 2">
            <a:extLst>
              <a:ext uri="{FF2B5EF4-FFF2-40B4-BE49-F238E27FC236}">
                <a16:creationId xmlns:a16="http://schemas.microsoft.com/office/drawing/2014/main" id="{84AFC75D-C55C-1B4D-9FF5-B13158C16C4E}"/>
              </a:ext>
            </a:extLst>
          </p:cNvPr>
          <p:cNvSpPr>
            <a:spLocks noGrp="1"/>
          </p:cNvSpPr>
          <p:nvPr>
            <p:ph type="body" sz="quarter" idx="13"/>
          </p:nvPr>
        </p:nvSpPr>
        <p:spPr>
          <a:xfrm>
            <a:off x="485775" y="1489629"/>
            <a:ext cx="11220451" cy="2222500"/>
          </a:xfrm>
        </p:spPr>
        <p:txBody>
          <a:bodyPr anchor="b">
            <a:normAutofit/>
          </a:bodyPr>
          <a:lstStyle>
            <a:lvl1pPr algn="ctr">
              <a:defRPr sz="4267" b="1"/>
            </a:lvl1pPr>
            <a:lvl2pPr>
              <a:defRPr b="1"/>
            </a:lvl2pPr>
            <a:lvl3pPr>
              <a:defRPr b="1"/>
            </a:lvl3pPr>
            <a:lvl4pPr>
              <a:defRPr b="1"/>
            </a:lvl4pPr>
            <a:lvl5pPr>
              <a:defRPr b="1"/>
            </a:lvl5pPr>
          </a:lstStyle>
          <a:p>
            <a:pPr lvl="0"/>
            <a:r>
              <a:rPr lang="en-US"/>
              <a:t>Click to edit Master text styles</a:t>
            </a:r>
          </a:p>
        </p:txBody>
      </p:sp>
      <p:sp>
        <p:nvSpPr>
          <p:cNvPr id="12" name="Text Placeholder 11">
            <a:extLst>
              <a:ext uri="{FF2B5EF4-FFF2-40B4-BE49-F238E27FC236}">
                <a16:creationId xmlns:a16="http://schemas.microsoft.com/office/drawing/2014/main" id="{BF8F45B8-CB91-6945-BA1F-F5EC5287380A}"/>
              </a:ext>
            </a:extLst>
          </p:cNvPr>
          <p:cNvSpPr>
            <a:spLocks noGrp="1"/>
          </p:cNvSpPr>
          <p:nvPr>
            <p:ph type="body" sz="quarter" idx="14" hasCustomPrompt="1"/>
          </p:nvPr>
        </p:nvSpPr>
        <p:spPr>
          <a:xfrm>
            <a:off x="4923367" y="4440929"/>
            <a:ext cx="2345267" cy="493183"/>
          </a:xfrm>
        </p:spPr>
        <p:txBody>
          <a:bodyPr/>
          <a:lstStyle>
            <a:lvl1pPr marL="0" marR="0" indent="0" algn="ctr" defTabSz="609585" rtl="0" eaLnBrk="1" fontAlgn="auto" latinLnBrk="0" hangingPunct="1">
              <a:lnSpc>
                <a:spcPct val="100000"/>
              </a:lnSpc>
              <a:spcBef>
                <a:spcPts val="0"/>
              </a:spcBef>
              <a:spcAft>
                <a:spcPts val="0"/>
              </a:spcAft>
              <a:buClrTx/>
              <a:buSzTx/>
              <a:buFontTx/>
              <a:buNone/>
              <a:tabLst/>
              <a:defRPr/>
            </a:lvl1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E20177"/>
                </a:solidFill>
                <a:effectLst/>
                <a:uLnTx/>
                <a:uFillTx/>
                <a:latin typeface="Arial" panose="020B0604020202020204" pitchFamily="34" charset="0"/>
                <a:ea typeface="+mn-ea"/>
                <a:cs typeface="Arial" panose="020B0604020202020204" pitchFamily="34" charset="0"/>
              </a:rPr>
              <a:t>Name Here</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a:ln>
                  <a:noFill/>
                </a:ln>
                <a:solidFill>
                  <a:srgbClr val="171717"/>
                </a:solidFill>
                <a:effectLst/>
                <a:uLnTx/>
                <a:uFillTx/>
                <a:latin typeface="+mn-lt"/>
                <a:ea typeface="+mn-ea"/>
                <a:cs typeface="+mn-cs"/>
              </a:rPr>
              <a:t>Title Goes Here</a:t>
            </a:r>
          </a:p>
        </p:txBody>
      </p:sp>
      <p:sp>
        <p:nvSpPr>
          <p:cNvPr id="14" name="Slide Number Placeholder 5">
            <a:extLst>
              <a:ext uri="{FF2B5EF4-FFF2-40B4-BE49-F238E27FC236}">
                <a16:creationId xmlns:a16="http://schemas.microsoft.com/office/drawing/2014/main" id="{9E17FAC0-3DB1-4023-854C-C5EAE614B89A}"/>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13" name="Graphic 12">
            <a:extLst>
              <a:ext uri="{FF2B5EF4-FFF2-40B4-BE49-F238E27FC236}">
                <a16:creationId xmlns:a16="http://schemas.microsoft.com/office/drawing/2014/main" id="{F1DA2FFC-2A09-46AF-B04B-B791A766B8C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115543682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6_Blank w/foot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AFC75D-C55C-1B4D-9FF5-B13158C16C4E}"/>
              </a:ext>
            </a:extLst>
          </p:cNvPr>
          <p:cNvSpPr>
            <a:spLocks noGrp="1"/>
          </p:cNvSpPr>
          <p:nvPr>
            <p:ph type="body" sz="quarter" idx="13"/>
          </p:nvPr>
        </p:nvSpPr>
        <p:spPr>
          <a:xfrm>
            <a:off x="485775" y="1489629"/>
            <a:ext cx="11220451" cy="2222500"/>
          </a:xfrm>
        </p:spPr>
        <p:txBody>
          <a:bodyPr anchor="b">
            <a:normAutofit/>
          </a:bodyPr>
          <a:lstStyle>
            <a:lvl1pPr algn="ctr">
              <a:defRPr sz="4267" b="1"/>
            </a:lvl1pPr>
            <a:lvl2pPr>
              <a:defRPr b="1"/>
            </a:lvl2pPr>
            <a:lvl3pPr>
              <a:defRPr b="1"/>
            </a:lvl3pPr>
            <a:lvl4pPr>
              <a:defRPr b="1"/>
            </a:lvl4pPr>
            <a:lvl5pPr>
              <a:defRPr b="1"/>
            </a:lvl5pPr>
          </a:lstStyle>
          <a:p>
            <a:pPr lvl="0"/>
            <a:r>
              <a:rPr lang="en-US"/>
              <a:t>Click to edit Master text styles</a:t>
            </a:r>
          </a:p>
        </p:txBody>
      </p:sp>
      <p:sp>
        <p:nvSpPr>
          <p:cNvPr id="12" name="Text Placeholder 11">
            <a:extLst>
              <a:ext uri="{FF2B5EF4-FFF2-40B4-BE49-F238E27FC236}">
                <a16:creationId xmlns:a16="http://schemas.microsoft.com/office/drawing/2014/main" id="{BF8F45B8-CB91-6945-BA1F-F5EC5287380A}"/>
              </a:ext>
            </a:extLst>
          </p:cNvPr>
          <p:cNvSpPr>
            <a:spLocks noGrp="1"/>
          </p:cNvSpPr>
          <p:nvPr>
            <p:ph type="body" sz="quarter" idx="14" hasCustomPrompt="1"/>
          </p:nvPr>
        </p:nvSpPr>
        <p:spPr>
          <a:xfrm>
            <a:off x="4923367" y="4440929"/>
            <a:ext cx="2345267" cy="493183"/>
          </a:xfrm>
        </p:spPr>
        <p:txBody>
          <a:bodyPr/>
          <a:lstStyle>
            <a:lvl1pPr marL="0" marR="0" indent="0" algn="ctr" defTabSz="609585" rtl="0" eaLnBrk="1" fontAlgn="auto" latinLnBrk="0" hangingPunct="1">
              <a:lnSpc>
                <a:spcPct val="100000"/>
              </a:lnSpc>
              <a:spcBef>
                <a:spcPts val="0"/>
              </a:spcBef>
              <a:spcAft>
                <a:spcPts val="0"/>
              </a:spcAft>
              <a:buClrTx/>
              <a:buSzTx/>
              <a:buFontTx/>
              <a:buNone/>
              <a:tabLst/>
              <a:defRPr/>
            </a:lvl1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E20177"/>
                </a:solidFill>
                <a:effectLst/>
                <a:uLnTx/>
                <a:uFillTx/>
                <a:latin typeface="Arial" panose="020B0604020202020204" pitchFamily="34" charset="0"/>
                <a:ea typeface="+mn-ea"/>
                <a:cs typeface="Arial" panose="020B0604020202020204" pitchFamily="34" charset="0"/>
              </a:rPr>
              <a:t>Name Here</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a:ln>
                  <a:noFill/>
                </a:ln>
                <a:solidFill>
                  <a:srgbClr val="171717"/>
                </a:solidFill>
                <a:effectLst/>
                <a:uLnTx/>
                <a:uFillTx/>
                <a:latin typeface="+mn-lt"/>
                <a:ea typeface="+mn-ea"/>
                <a:cs typeface="+mn-cs"/>
              </a:rPr>
              <a:t>Title Goes Here</a:t>
            </a:r>
          </a:p>
        </p:txBody>
      </p:sp>
      <p:sp>
        <p:nvSpPr>
          <p:cNvPr id="14" name="Slide Number Placeholder 5">
            <a:extLst>
              <a:ext uri="{FF2B5EF4-FFF2-40B4-BE49-F238E27FC236}">
                <a16:creationId xmlns:a16="http://schemas.microsoft.com/office/drawing/2014/main" id="{9E17FAC0-3DB1-4023-854C-C5EAE614B89A}"/>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5" name="Graphic 12">
            <a:extLst>
              <a:ext uri="{FF2B5EF4-FFF2-40B4-BE49-F238E27FC236}">
                <a16:creationId xmlns:a16="http://schemas.microsoft.com/office/drawing/2014/main" id="{5C2857E4-F7C4-4875-8927-388BF164771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324437545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with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Content Placeholder 4">
            <a:extLst>
              <a:ext uri="{FF2B5EF4-FFF2-40B4-BE49-F238E27FC236}">
                <a16:creationId xmlns:a16="http://schemas.microsoft.com/office/drawing/2014/main" id="{8C57874F-97D7-894B-AAB7-0363CD80351B}"/>
              </a:ext>
            </a:extLst>
          </p:cNvPr>
          <p:cNvSpPr>
            <a:spLocks noGrp="1"/>
          </p:cNvSpPr>
          <p:nvPr>
            <p:ph sz="quarter" idx="13"/>
          </p:nvPr>
        </p:nvSpPr>
        <p:spPr>
          <a:xfrm>
            <a:off x="6911856" y="1576917"/>
            <a:ext cx="4822944" cy="4351867"/>
          </a:xfrm>
        </p:spPr>
        <p:txBody>
          <a:bodyPr/>
          <a:lstStyle/>
          <a:p>
            <a:pPr lvl="0"/>
            <a:endParaRPr lang="en-US"/>
          </a:p>
        </p:txBody>
      </p:sp>
    </p:spTree>
    <p:extLst>
      <p:ext uri="{BB962C8B-B14F-4D97-AF65-F5344CB8AC3E}">
        <p14:creationId xmlns:p14="http://schemas.microsoft.com/office/powerpoint/2010/main" val="45325051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with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5556469"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Content Placeholder 4">
            <a:extLst>
              <a:ext uri="{FF2B5EF4-FFF2-40B4-BE49-F238E27FC236}">
                <a16:creationId xmlns:a16="http://schemas.microsoft.com/office/drawing/2014/main" id="{8C57874F-97D7-894B-AAB7-0363CD80351B}"/>
              </a:ext>
            </a:extLst>
          </p:cNvPr>
          <p:cNvSpPr>
            <a:spLocks noGrp="1"/>
          </p:cNvSpPr>
          <p:nvPr>
            <p:ph sz="quarter" idx="13"/>
          </p:nvPr>
        </p:nvSpPr>
        <p:spPr>
          <a:xfrm>
            <a:off x="457200" y="1576917"/>
            <a:ext cx="4822944" cy="4351867"/>
          </a:xfrm>
        </p:spPr>
        <p:txBody>
          <a:bodyPr/>
          <a:lstStyle/>
          <a:p>
            <a:pPr lvl="0"/>
            <a:endParaRPr lang="en-US"/>
          </a:p>
        </p:txBody>
      </p:sp>
    </p:spTree>
    <p:extLst>
      <p:ext uri="{BB962C8B-B14F-4D97-AF65-F5344CB8AC3E}">
        <p14:creationId xmlns:p14="http://schemas.microsoft.com/office/powerpoint/2010/main" val="27120762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Column with Subhead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3682151"/>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3" y="3682151"/>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3682151"/>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F9EA4881-2F50-4460-9F83-A86DF033A165}"/>
              </a:ext>
            </a:extLst>
          </p:cNvPr>
          <p:cNvSpPr>
            <a:spLocks noGrp="1"/>
          </p:cNvSpPr>
          <p:nvPr>
            <p:ph type="body" sz="quarter" idx="15"/>
          </p:nvPr>
        </p:nvSpPr>
        <p:spPr>
          <a:xfrm>
            <a:off x="377826" y="1423668"/>
            <a:ext cx="11436351" cy="1730437"/>
          </a:xfrm>
        </p:spPr>
        <p:txBody>
          <a:bodyPr/>
          <a:lstStyle>
            <a:lvl1pPr>
              <a:lnSpc>
                <a:spcPct val="85000"/>
              </a:lnSpc>
              <a:spcAft>
                <a:spcPts val="0"/>
              </a:spcAft>
              <a:defRPr sz="6000">
                <a:solidFill>
                  <a:schemeClr val="accent1"/>
                </a:solidFill>
                <a:latin typeface="Montserrat" pitchFamily="2" charset="77"/>
              </a:defRPr>
            </a:lvl1pPr>
          </a:lstStyle>
          <a:p>
            <a:pPr lvl="0"/>
            <a:r>
              <a:rPr lang="en-US"/>
              <a:t>Click to edit Master text styles</a:t>
            </a:r>
          </a:p>
        </p:txBody>
      </p:sp>
      <p:sp>
        <p:nvSpPr>
          <p:cNvPr id="9" name="Slide Number Placeholder 5">
            <a:extLst>
              <a:ext uri="{FF2B5EF4-FFF2-40B4-BE49-F238E27FC236}">
                <a16:creationId xmlns:a16="http://schemas.microsoft.com/office/drawing/2014/main" id="{53671B7F-F2A4-4C16-8CFC-750DB8475484}"/>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27677383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1366321"/>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6" name="Slide Number Placeholder 5"/>
          <p:cNvSpPr>
            <a:spLocks noGrp="1"/>
          </p:cNvSpPr>
          <p:nvPr>
            <p:ph type="sldNum" sz="quarter" idx="12"/>
          </p:nvPr>
        </p:nvSpPr>
        <p:spPr/>
        <p:txBody>
          <a:bodyPr/>
          <a:lstStyle/>
          <a:p>
            <a:fld id="{29CC380D-5F44-41E8-971E-CDD19ED6F8E3}" type="slidenum">
              <a:rPr lang="en-GB" smtClean="0"/>
              <a:t>‹#›</a:t>
            </a:fld>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3" y="1366319"/>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1366319"/>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26277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1366322"/>
            <a:ext cx="3607595" cy="455781"/>
          </a:xfrm>
        </p:spPr>
        <p:txBody>
          <a:bodyPr/>
          <a:lstStyle>
            <a:lvl1pPr>
              <a:defRPr b="1"/>
            </a:lvl1pPr>
          </a:lstStyle>
          <a:p>
            <a:pPr lvl="0"/>
            <a:r>
              <a:rPr lang="en-US"/>
              <a:t>Click to edit Master text styles</a:t>
            </a:r>
          </a:p>
        </p:txBody>
      </p:sp>
      <p:sp>
        <p:nvSpPr>
          <p:cNvPr id="4" name="Date Placeholder 3"/>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6" name="Slide Number Placeholder 5"/>
          <p:cNvSpPr>
            <a:spLocks noGrp="1"/>
          </p:cNvSpPr>
          <p:nvPr>
            <p:ph type="sldNum" sz="quarter" idx="12"/>
          </p:nvPr>
        </p:nvSpPr>
        <p:spPr/>
        <p:txBody>
          <a:bodyPr/>
          <a:lstStyle/>
          <a:p>
            <a:fld id="{29CC380D-5F44-41E8-971E-CDD19ED6F8E3}" type="slidenum">
              <a:rPr lang="en-GB" smtClean="0"/>
              <a:t>‹#›</a:t>
            </a:fld>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3" y="1366320"/>
            <a:ext cx="3607595" cy="455781"/>
          </a:xfrm>
        </p:spPr>
        <p:txBody>
          <a:bodyPr/>
          <a:lstStyle>
            <a:lvl1pPr>
              <a:defRPr b="1"/>
            </a:lvl1pPr>
          </a:lstStyle>
          <a:p>
            <a:pPr lvl="0"/>
            <a:r>
              <a:rPr lang="en-US"/>
              <a:t>Click to edit Master text styles</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1366320"/>
            <a:ext cx="3607595" cy="455781"/>
          </a:xfrm>
        </p:spPr>
        <p:txBody>
          <a:bodyPr/>
          <a:lstStyle>
            <a:lvl1pPr>
              <a:defRPr b="1"/>
            </a:lvl1pPr>
          </a:lstStyle>
          <a:p>
            <a:pPr lvl="0"/>
            <a:r>
              <a:rPr lang="en-US"/>
              <a:t>Click to edit Master text styles</a:t>
            </a:r>
          </a:p>
        </p:txBody>
      </p:sp>
      <p:cxnSp>
        <p:nvCxnSpPr>
          <p:cNvPr id="10" name="Straight Connector 9">
            <a:extLst>
              <a:ext uri="{FF2B5EF4-FFF2-40B4-BE49-F238E27FC236}">
                <a16:creationId xmlns:a16="http://schemas.microsoft.com/office/drawing/2014/main" id="{6B896D49-2CCD-4F4F-B60A-7BA18E6D0558}"/>
              </a:ext>
            </a:extLst>
          </p:cNvPr>
          <p:cNvCxnSpPr>
            <a:cxnSpLocks/>
          </p:cNvCxnSpPr>
          <p:nvPr/>
        </p:nvCxnSpPr>
        <p:spPr>
          <a:xfrm>
            <a:off x="377825" y="2011523"/>
            <a:ext cx="3607595" cy="0"/>
          </a:xfrm>
          <a:prstGeom prst="line">
            <a:avLst/>
          </a:prstGeom>
          <a:ln w="412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19164EC-A269-884E-8AF1-4557714F264F}"/>
              </a:ext>
            </a:extLst>
          </p:cNvPr>
          <p:cNvCxnSpPr>
            <a:cxnSpLocks/>
          </p:cNvCxnSpPr>
          <p:nvPr/>
        </p:nvCxnSpPr>
        <p:spPr>
          <a:xfrm>
            <a:off x="4292203" y="2011523"/>
            <a:ext cx="3607595" cy="0"/>
          </a:xfrm>
          <a:prstGeom prst="line">
            <a:avLst/>
          </a:prstGeom>
          <a:ln w="41275"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4BD4A78-121F-1844-A35F-E46C08F38FD3}"/>
              </a:ext>
            </a:extLst>
          </p:cNvPr>
          <p:cNvCxnSpPr>
            <a:cxnSpLocks/>
          </p:cNvCxnSpPr>
          <p:nvPr/>
        </p:nvCxnSpPr>
        <p:spPr>
          <a:xfrm>
            <a:off x="8206581" y="2011523"/>
            <a:ext cx="3607595" cy="0"/>
          </a:xfrm>
          <a:prstGeom prst="line">
            <a:avLst/>
          </a:prstGeom>
          <a:ln w="41275"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32" name="Content Placeholder 2">
            <a:extLst>
              <a:ext uri="{FF2B5EF4-FFF2-40B4-BE49-F238E27FC236}">
                <a16:creationId xmlns:a16="http://schemas.microsoft.com/office/drawing/2014/main" id="{8B4E038E-0B73-4642-9BBA-0F941BA8C5DA}"/>
              </a:ext>
            </a:extLst>
          </p:cNvPr>
          <p:cNvSpPr>
            <a:spLocks noGrp="1"/>
          </p:cNvSpPr>
          <p:nvPr>
            <p:ph idx="15"/>
          </p:nvPr>
        </p:nvSpPr>
        <p:spPr>
          <a:xfrm>
            <a:off x="377824" y="2401888"/>
            <a:ext cx="3607595" cy="342054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Content Placeholder 2">
            <a:extLst>
              <a:ext uri="{FF2B5EF4-FFF2-40B4-BE49-F238E27FC236}">
                <a16:creationId xmlns:a16="http://schemas.microsoft.com/office/drawing/2014/main" id="{A0DC4165-AC2E-2646-B981-D025162A265C}"/>
              </a:ext>
            </a:extLst>
          </p:cNvPr>
          <p:cNvSpPr>
            <a:spLocks noGrp="1"/>
          </p:cNvSpPr>
          <p:nvPr>
            <p:ph idx="16"/>
          </p:nvPr>
        </p:nvSpPr>
        <p:spPr>
          <a:xfrm>
            <a:off x="4292201" y="2401887"/>
            <a:ext cx="3607595" cy="342054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2">
            <a:extLst>
              <a:ext uri="{FF2B5EF4-FFF2-40B4-BE49-F238E27FC236}">
                <a16:creationId xmlns:a16="http://schemas.microsoft.com/office/drawing/2014/main" id="{D2F03709-776D-6142-8C9D-424904555917}"/>
              </a:ext>
            </a:extLst>
          </p:cNvPr>
          <p:cNvSpPr>
            <a:spLocks noGrp="1"/>
          </p:cNvSpPr>
          <p:nvPr>
            <p:ph idx="17"/>
          </p:nvPr>
        </p:nvSpPr>
        <p:spPr>
          <a:xfrm>
            <a:off x="8206580" y="2401887"/>
            <a:ext cx="3607595" cy="342054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210153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DC1FED3A-BB9A-2043-9F73-F0D0B0F2F7EA}"/>
              </a:ext>
            </a:extLst>
          </p:cNvPr>
          <p:cNvSpPr>
            <a:spLocks noGrp="1"/>
          </p:cNvSpPr>
          <p:nvPr>
            <p:ph type="body" sz="quarter" idx="73"/>
          </p:nvPr>
        </p:nvSpPr>
        <p:spPr>
          <a:xfrm>
            <a:off x="457200" y="2470151"/>
            <a:ext cx="2420085" cy="3555061"/>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3" name="Text Placeholder 5">
            <a:extLst>
              <a:ext uri="{FF2B5EF4-FFF2-40B4-BE49-F238E27FC236}">
                <a16:creationId xmlns:a16="http://schemas.microsoft.com/office/drawing/2014/main" id="{63081A8C-D60B-1346-BA6F-2837524E9CDC}"/>
              </a:ext>
            </a:extLst>
          </p:cNvPr>
          <p:cNvSpPr>
            <a:spLocks noGrp="1"/>
          </p:cNvSpPr>
          <p:nvPr>
            <p:ph type="body" sz="quarter" idx="74"/>
          </p:nvPr>
        </p:nvSpPr>
        <p:spPr>
          <a:xfrm>
            <a:off x="3323200" y="2470150"/>
            <a:ext cx="2420085" cy="3555061"/>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4" name="Text Placeholder 5">
            <a:extLst>
              <a:ext uri="{FF2B5EF4-FFF2-40B4-BE49-F238E27FC236}">
                <a16:creationId xmlns:a16="http://schemas.microsoft.com/office/drawing/2014/main" id="{F560C527-94DF-4D46-89D7-1E7CB3160A88}"/>
              </a:ext>
            </a:extLst>
          </p:cNvPr>
          <p:cNvSpPr>
            <a:spLocks noGrp="1"/>
          </p:cNvSpPr>
          <p:nvPr>
            <p:ph type="body" sz="quarter" idx="75"/>
          </p:nvPr>
        </p:nvSpPr>
        <p:spPr>
          <a:xfrm>
            <a:off x="6189200" y="2463775"/>
            <a:ext cx="2420085" cy="3555061"/>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5" name="Text Placeholder 5">
            <a:extLst>
              <a:ext uri="{FF2B5EF4-FFF2-40B4-BE49-F238E27FC236}">
                <a16:creationId xmlns:a16="http://schemas.microsoft.com/office/drawing/2014/main" id="{BA8FEE21-FF05-5C45-819F-162DEAFCE567}"/>
              </a:ext>
            </a:extLst>
          </p:cNvPr>
          <p:cNvSpPr>
            <a:spLocks noGrp="1"/>
          </p:cNvSpPr>
          <p:nvPr>
            <p:ph type="body" sz="quarter" idx="76"/>
          </p:nvPr>
        </p:nvSpPr>
        <p:spPr>
          <a:xfrm>
            <a:off x="9055200" y="2463775"/>
            <a:ext cx="2420085" cy="3555061"/>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30" name="Content Placeholder 2">
            <a:extLst>
              <a:ext uri="{FF2B5EF4-FFF2-40B4-BE49-F238E27FC236}">
                <a16:creationId xmlns:a16="http://schemas.microsoft.com/office/drawing/2014/main" id="{F64BCA9E-BD25-BB44-A38A-89F10B03C404}"/>
              </a:ext>
            </a:extLst>
          </p:cNvPr>
          <p:cNvSpPr>
            <a:spLocks noGrp="1"/>
          </p:cNvSpPr>
          <p:nvPr>
            <p:ph idx="1"/>
          </p:nvPr>
        </p:nvSpPr>
        <p:spPr>
          <a:xfrm>
            <a:off x="377826" y="1366321"/>
            <a:ext cx="2499460" cy="655939"/>
          </a:xfrm>
        </p:spPr>
        <p:txBody>
          <a:bodyPr anchor="ctr"/>
          <a:lstStyle>
            <a:lvl1pPr>
              <a:defRPr b="1"/>
            </a:lvl1pPr>
          </a:lstStyle>
          <a:p>
            <a:pPr lvl="0"/>
            <a:r>
              <a:rPr lang="en-US"/>
              <a:t>Click to edit Master text styles</a:t>
            </a:r>
          </a:p>
        </p:txBody>
      </p:sp>
      <p:sp>
        <p:nvSpPr>
          <p:cNvPr id="31" name="Content Placeholder 2">
            <a:extLst>
              <a:ext uri="{FF2B5EF4-FFF2-40B4-BE49-F238E27FC236}">
                <a16:creationId xmlns:a16="http://schemas.microsoft.com/office/drawing/2014/main" id="{6AC809AE-310D-A740-9A5E-BD574EF56F40}"/>
              </a:ext>
            </a:extLst>
          </p:cNvPr>
          <p:cNvSpPr>
            <a:spLocks noGrp="1"/>
          </p:cNvSpPr>
          <p:nvPr>
            <p:ph idx="13"/>
          </p:nvPr>
        </p:nvSpPr>
        <p:spPr>
          <a:xfrm>
            <a:off x="3323202" y="1366320"/>
            <a:ext cx="2420085" cy="655939"/>
          </a:xfrm>
        </p:spPr>
        <p:txBody>
          <a:bodyPr anchor="ctr"/>
          <a:lstStyle>
            <a:lvl1pPr>
              <a:defRPr b="1"/>
            </a:lvl1pPr>
          </a:lstStyle>
          <a:p>
            <a:pPr lvl="0"/>
            <a:r>
              <a:rPr lang="en-US"/>
              <a:t>Click to edit Master text styles</a:t>
            </a:r>
          </a:p>
        </p:txBody>
      </p:sp>
      <p:sp>
        <p:nvSpPr>
          <p:cNvPr id="32" name="Content Placeholder 2">
            <a:extLst>
              <a:ext uri="{FF2B5EF4-FFF2-40B4-BE49-F238E27FC236}">
                <a16:creationId xmlns:a16="http://schemas.microsoft.com/office/drawing/2014/main" id="{3532D7B7-23D2-EA4E-B74B-6E7B9B58F147}"/>
              </a:ext>
            </a:extLst>
          </p:cNvPr>
          <p:cNvSpPr>
            <a:spLocks noGrp="1"/>
          </p:cNvSpPr>
          <p:nvPr>
            <p:ph idx="14"/>
          </p:nvPr>
        </p:nvSpPr>
        <p:spPr>
          <a:xfrm>
            <a:off x="6189200" y="1366320"/>
            <a:ext cx="2420085" cy="655939"/>
          </a:xfrm>
        </p:spPr>
        <p:txBody>
          <a:bodyPr anchor="ctr"/>
          <a:lstStyle>
            <a:lvl1pPr>
              <a:defRPr b="1"/>
            </a:lvl1pPr>
          </a:lstStyle>
          <a:p>
            <a:pPr lvl="0"/>
            <a:r>
              <a:rPr lang="en-US"/>
              <a:t>Click to edit Master text styles</a:t>
            </a:r>
          </a:p>
        </p:txBody>
      </p:sp>
      <p:cxnSp>
        <p:nvCxnSpPr>
          <p:cNvPr id="33" name="Straight Connector 32">
            <a:extLst>
              <a:ext uri="{FF2B5EF4-FFF2-40B4-BE49-F238E27FC236}">
                <a16:creationId xmlns:a16="http://schemas.microsoft.com/office/drawing/2014/main" id="{036E78F7-B8CE-5D4F-BDD4-BAD1502179E6}"/>
              </a:ext>
            </a:extLst>
          </p:cNvPr>
          <p:cNvCxnSpPr>
            <a:cxnSpLocks/>
          </p:cNvCxnSpPr>
          <p:nvPr userDrawn="1"/>
        </p:nvCxnSpPr>
        <p:spPr>
          <a:xfrm>
            <a:off x="377826" y="2243016"/>
            <a:ext cx="2499460" cy="0"/>
          </a:xfrm>
          <a:prstGeom prst="line">
            <a:avLst/>
          </a:prstGeom>
          <a:ln w="412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F69C8E1-F8B9-604C-9BC0-A629735C94A3}"/>
              </a:ext>
            </a:extLst>
          </p:cNvPr>
          <p:cNvCxnSpPr>
            <a:cxnSpLocks/>
          </p:cNvCxnSpPr>
          <p:nvPr userDrawn="1"/>
        </p:nvCxnSpPr>
        <p:spPr>
          <a:xfrm>
            <a:off x="3323200" y="2243016"/>
            <a:ext cx="2420085" cy="0"/>
          </a:xfrm>
          <a:prstGeom prst="line">
            <a:avLst/>
          </a:prstGeom>
          <a:ln w="41275"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B27C38D-3BD5-D245-854D-74C6AC5406DF}"/>
              </a:ext>
            </a:extLst>
          </p:cNvPr>
          <p:cNvCxnSpPr>
            <a:cxnSpLocks/>
          </p:cNvCxnSpPr>
          <p:nvPr userDrawn="1"/>
        </p:nvCxnSpPr>
        <p:spPr>
          <a:xfrm>
            <a:off x="6189199" y="2243016"/>
            <a:ext cx="2420085" cy="0"/>
          </a:xfrm>
          <a:prstGeom prst="line">
            <a:avLst/>
          </a:prstGeom>
          <a:ln w="41275" cap="rnd">
            <a:solidFill>
              <a:schemeClr val="accent3">
                <a:alpha val="99000"/>
              </a:schemeClr>
            </a:solidFill>
            <a:round/>
          </a:ln>
        </p:spPr>
        <p:style>
          <a:lnRef idx="1">
            <a:schemeClr val="accent1"/>
          </a:lnRef>
          <a:fillRef idx="0">
            <a:schemeClr val="accent1"/>
          </a:fillRef>
          <a:effectRef idx="0">
            <a:schemeClr val="accent1"/>
          </a:effectRef>
          <a:fontRef idx="minor">
            <a:schemeClr val="tx1"/>
          </a:fontRef>
        </p:style>
      </p:cxnSp>
      <p:sp>
        <p:nvSpPr>
          <p:cNvPr id="43" name="Content Placeholder 2">
            <a:extLst>
              <a:ext uri="{FF2B5EF4-FFF2-40B4-BE49-F238E27FC236}">
                <a16:creationId xmlns:a16="http://schemas.microsoft.com/office/drawing/2014/main" id="{DEE75C1D-BC4C-0146-912E-D47892C30EB2}"/>
              </a:ext>
            </a:extLst>
          </p:cNvPr>
          <p:cNvSpPr>
            <a:spLocks noGrp="1"/>
          </p:cNvSpPr>
          <p:nvPr>
            <p:ph idx="77"/>
          </p:nvPr>
        </p:nvSpPr>
        <p:spPr>
          <a:xfrm>
            <a:off x="9055199" y="1366320"/>
            <a:ext cx="2420085" cy="655939"/>
          </a:xfrm>
        </p:spPr>
        <p:txBody>
          <a:bodyPr anchor="ctr"/>
          <a:lstStyle>
            <a:lvl1pPr>
              <a:defRPr b="1"/>
            </a:lvl1pPr>
          </a:lstStyle>
          <a:p>
            <a:pPr lvl="0"/>
            <a:r>
              <a:rPr lang="en-US"/>
              <a:t>Click to edit Master text styles</a:t>
            </a:r>
          </a:p>
        </p:txBody>
      </p:sp>
      <p:cxnSp>
        <p:nvCxnSpPr>
          <p:cNvPr id="44" name="Straight Connector 43">
            <a:extLst>
              <a:ext uri="{FF2B5EF4-FFF2-40B4-BE49-F238E27FC236}">
                <a16:creationId xmlns:a16="http://schemas.microsoft.com/office/drawing/2014/main" id="{B5C538C9-2BCA-2E46-A94A-0FB8D18489BC}"/>
              </a:ext>
            </a:extLst>
          </p:cNvPr>
          <p:cNvCxnSpPr>
            <a:cxnSpLocks/>
          </p:cNvCxnSpPr>
          <p:nvPr userDrawn="1"/>
        </p:nvCxnSpPr>
        <p:spPr>
          <a:xfrm>
            <a:off x="9055198" y="2243016"/>
            <a:ext cx="2420085" cy="0"/>
          </a:xfrm>
          <a:prstGeom prst="line">
            <a:avLst/>
          </a:prstGeom>
          <a:ln w="41275" cap="rnd">
            <a:solidFill>
              <a:schemeClr val="accent4"/>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63546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Blank w/foote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2232DF8-F106-704B-8477-66785B07AB3E}"/>
              </a:ext>
            </a:extLst>
          </p:cNvPr>
          <p:cNvSpPr>
            <a:spLocks noGrp="1"/>
          </p:cNvSpPr>
          <p:nvPr>
            <p:ph type="pic" sz="quarter" idx="13"/>
          </p:nvPr>
        </p:nvSpPr>
        <p:spPr>
          <a:xfrm>
            <a:off x="0" y="280"/>
            <a:ext cx="12192000" cy="6193536"/>
          </a:xfrm>
          <a:solidFill>
            <a:schemeClr val="bg2"/>
          </a:solidFill>
        </p:spPr>
        <p:txBody>
          <a:bodyPr tIns="1920240" rIns="0"/>
          <a:lstStyle>
            <a:lvl1pPr marL="0" indent="0" algn="ctr">
              <a:buNone/>
              <a:defRPr/>
            </a:lvl1pPr>
          </a:lstStyle>
          <a:p>
            <a:r>
              <a:rPr lang="en-US"/>
              <a:t>Click icon to add picture</a:t>
            </a:r>
          </a:p>
        </p:txBody>
      </p:sp>
      <p:sp>
        <p:nvSpPr>
          <p:cNvPr id="10" name="Content Placeholder 9">
            <a:extLst>
              <a:ext uri="{FF2B5EF4-FFF2-40B4-BE49-F238E27FC236}">
                <a16:creationId xmlns:a16="http://schemas.microsoft.com/office/drawing/2014/main" id="{80237854-694D-8143-80CC-A1879777AF20}"/>
              </a:ext>
            </a:extLst>
          </p:cNvPr>
          <p:cNvSpPr>
            <a:spLocks noGrp="1"/>
          </p:cNvSpPr>
          <p:nvPr>
            <p:ph sz="quarter" idx="14"/>
          </p:nvPr>
        </p:nvSpPr>
        <p:spPr>
          <a:xfrm>
            <a:off x="728012" y="2404881"/>
            <a:ext cx="3411097" cy="3323383"/>
          </a:xfrm>
          <a:prstGeom prst="ellipse">
            <a:avLst/>
          </a:prstGeom>
          <a:solidFill>
            <a:schemeClr val="accent1"/>
          </a:solidFill>
        </p:spPr>
        <p:txBody>
          <a:bodyPr tIns="0" anchor="ctr">
            <a:normAutofit/>
          </a:bodyPr>
          <a:lstStyle>
            <a:lvl1pPr marL="0" indent="0" algn="ctr">
              <a:buNone/>
              <a:defRPr sz="1867" b="1">
                <a:solidFill>
                  <a:schemeClr val="bg1"/>
                </a:solidFill>
              </a:defRPr>
            </a:lvl1pPr>
            <a:lvl2pPr algn="ctr">
              <a:defRPr/>
            </a:lvl2pPr>
            <a:lvl3pPr algn="ctr">
              <a:defRPr/>
            </a:lvl3pPr>
            <a:lvl4pPr algn="ctr">
              <a:defRPr/>
            </a:lvl4pPr>
            <a:lvl5pPr marL="1151438" indent="0" algn="ctr">
              <a:buNone/>
              <a:defRPr/>
            </a:lvl5pPr>
          </a:lstStyle>
          <a:p>
            <a:pPr lvl="0"/>
            <a:r>
              <a:rPr lang="en-US"/>
              <a:t>Click to edit Master text styles</a:t>
            </a:r>
          </a:p>
        </p:txBody>
      </p:sp>
      <p:sp>
        <p:nvSpPr>
          <p:cNvPr id="7" name="Slide Number Placeholder 5">
            <a:extLst>
              <a:ext uri="{FF2B5EF4-FFF2-40B4-BE49-F238E27FC236}">
                <a16:creationId xmlns:a16="http://schemas.microsoft.com/office/drawing/2014/main" id="{911BBFA1-F550-4430-8659-41C3BCA73454}"/>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6" name="Graphic 12">
            <a:extLst>
              <a:ext uri="{FF2B5EF4-FFF2-40B4-BE49-F238E27FC236}">
                <a16:creationId xmlns:a16="http://schemas.microsoft.com/office/drawing/2014/main" id="{79B7C261-6DEB-4646-B1DC-C6F941069E2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189864289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3_Blank w/footer">
    <p:spTree>
      <p:nvGrpSpPr>
        <p:cNvPr id="1" name=""/>
        <p:cNvGrpSpPr/>
        <p:nvPr/>
      </p:nvGrpSpPr>
      <p:grpSpPr>
        <a:xfrm>
          <a:off x="0" y="0"/>
          <a:ext cx="0" cy="0"/>
          <a:chOff x="0" y="0"/>
          <a:chExt cx="0" cy="0"/>
        </a:xfrm>
      </p:grpSpPr>
      <p:sp>
        <p:nvSpPr>
          <p:cNvPr id="25" name="Slide Number Placeholder 5">
            <a:extLst>
              <a:ext uri="{FF2B5EF4-FFF2-40B4-BE49-F238E27FC236}">
                <a16:creationId xmlns:a16="http://schemas.microsoft.com/office/drawing/2014/main" id="{6852A224-48B9-7B47-B45D-F751E6BD7A8E}"/>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3" name="Picture Placeholder 2">
            <a:extLst>
              <a:ext uri="{FF2B5EF4-FFF2-40B4-BE49-F238E27FC236}">
                <a16:creationId xmlns:a16="http://schemas.microsoft.com/office/drawing/2014/main" id="{62232DF8-F106-704B-8477-66785B07AB3E}"/>
              </a:ext>
            </a:extLst>
          </p:cNvPr>
          <p:cNvSpPr>
            <a:spLocks noGrp="1"/>
          </p:cNvSpPr>
          <p:nvPr>
            <p:ph type="pic" sz="quarter" idx="13"/>
          </p:nvPr>
        </p:nvSpPr>
        <p:spPr>
          <a:xfrm>
            <a:off x="0" y="280"/>
            <a:ext cx="12192000" cy="6193536"/>
          </a:xfrm>
          <a:solidFill>
            <a:schemeClr val="bg2"/>
          </a:solidFill>
        </p:spPr>
        <p:txBody>
          <a:bodyPr tIns="1920240" rIns="0"/>
          <a:lstStyle>
            <a:lvl1pPr marL="0" indent="0" algn="ctr">
              <a:buNone/>
              <a:defRPr/>
            </a:lvl1pPr>
          </a:lstStyle>
          <a:p>
            <a:r>
              <a:rPr lang="en-US"/>
              <a:t>Click icon to add picture</a:t>
            </a:r>
          </a:p>
        </p:txBody>
      </p:sp>
      <p:pic>
        <p:nvPicPr>
          <p:cNvPr id="5" name="Graphic 12">
            <a:extLst>
              <a:ext uri="{FF2B5EF4-FFF2-40B4-BE49-F238E27FC236}">
                <a16:creationId xmlns:a16="http://schemas.microsoft.com/office/drawing/2014/main" id="{87097A1A-9ECB-4F0C-B6E1-14D2D8C0949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341857371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2_Blank w/footer">
    <p:spTree>
      <p:nvGrpSpPr>
        <p:cNvPr id="1" name=""/>
        <p:cNvGrpSpPr/>
        <p:nvPr/>
      </p:nvGrpSpPr>
      <p:grpSpPr>
        <a:xfrm>
          <a:off x="0" y="0"/>
          <a:ext cx="0" cy="0"/>
          <a:chOff x="0" y="0"/>
          <a:chExt cx="0" cy="0"/>
        </a:xfrm>
      </p:grpSpPr>
      <p:sp>
        <p:nvSpPr>
          <p:cNvPr id="7" name="Picture Placeholder 3">
            <a:extLst>
              <a:ext uri="{FF2B5EF4-FFF2-40B4-BE49-F238E27FC236}">
                <a16:creationId xmlns:a16="http://schemas.microsoft.com/office/drawing/2014/main" id="{8852C220-5335-954B-ABF5-68B35E378518}"/>
              </a:ext>
            </a:extLst>
          </p:cNvPr>
          <p:cNvSpPr>
            <a:spLocks noGrp="1"/>
          </p:cNvSpPr>
          <p:nvPr>
            <p:ph type="pic" sz="quarter" idx="10"/>
          </p:nvPr>
        </p:nvSpPr>
        <p:spPr>
          <a:xfrm rot="10800000" flipV="1">
            <a:off x="1873014" y="234427"/>
            <a:ext cx="10318983" cy="4616061"/>
          </a:xfrm>
          <a:custGeom>
            <a:avLst/>
            <a:gdLst>
              <a:gd name="connsiteX0" fmla="*/ 0 w 2373837"/>
              <a:gd name="connsiteY0" fmla="*/ 0 h 3161925"/>
              <a:gd name="connsiteX1" fmla="*/ 1186919 w 2373837"/>
              <a:gd name="connsiteY1" fmla="*/ 0 h 3161925"/>
              <a:gd name="connsiteX2" fmla="*/ 2373838 w 2373837"/>
              <a:gd name="connsiteY2" fmla="*/ 1580963 h 3161925"/>
              <a:gd name="connsiteX3" fmla="*/ 1186919 w 2373837"/>
              <a:gd name="connsiteY3" fmla="*/ 3161926 h 3161925"/>
              <a:gd name="connsiteX4" fmla="*/ 0 w 2373837"/>
              <a:gd name="connsiteY4" fmla="*/ 3161925 h 3161925"/>
              <a:gd name="connsiteX5" fmla="*/ 0 w 2373837"/>
              <a:gd name="connsiteY5" fmla="*/ 0 h 3161925"/>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338328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27432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18288 w 5757118"/>
              <a:gd name="connsiteY4" fmla="*/ 3143637 h 3161926"/>
              <a:gd name="connsiteX5" fmla="*/ 0 w 5757118"/>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71069"/>
              <a:gd name="connsiteX1" fmla="*/ 4570199 w 5757118"/>
              <a:gd name="connsiteY1" fmla="*/ 0 h 3171069"/>
              <a:gd name="connsiteX2" fmla="*/ 5757118 w 5757118"/>
              <a:gd name="connsiteY2" fmla="*/ 1580963 h 3171069"/>
              <a:gd name="connsiteX3" fmla="*/ 4570199 w 5757118"/>
              <a:gd name="connsiteY3" fmla="*/ 3161926 h 3171069"/>
              <a:gd name="connsiteX4" fmla="*/ 0 w 5757118"/>
              <a:gd name="connsiteY4" fmla="*/ 3171069 h 3171069"/>
              <a:gd name="connsiteX5" fmla="*/ 0 w 5757118"/>
              <a:gd name="connsiteY5" fmla="*/ 9144 h 3171069"/>
              <a:gd name="connsiteX0" fmla="*/ 0 w 5763988"/>
              <a:gd name="connsiteY0" fmla="*/ 0 h 3171069"/>
              <a:gd name="connsiteX1" fmla="*/ 4577069 w 5763988"/>
              <a:gd name="connsiteY1" fmla="*/ 0 h 3171069"/>
              <a:gd name="connsiteX2" fmla="*/ 5763988 w 5763988"/>
              <a:gd name="connsiteY2" fmla="*/ 1580963 h 3171069"/>
              <a:gd name="connsiteX3" fmla="*/ 4577069 w 5763988"/>
              <a:gd name="connsiteY3" fmla="*/ 3161926 h 3171069"/>
              <a:gd name="connsiteX4" fmla="*/ 6870 w 5763988"/>
              <a:gd name="connsiteY4" fmla="*/ 3171069 h 3171069"/>
              <a:gd name="connsiteX5" fmla="*/ 0 w 5763988"/>
              <a:gd name="connsiteY5" fmla="*/ 0 h 317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3988" h="3171069">
                <a:moveTo>
                  <a:pt x="0" y="0"/>
                </a:moveTo>
                <a:lnTo>
                  <a:pt x="4577069" y="0"/>
                </a:lnTo>
                <a:cubicBezTo>
                  <a:pt x="5232586" y="0"/>
                  <a:pt x="5763988" y="707821"/>
                  <a:pt x="5763988" y="1580963"/>
                </a:cubicBezTo>
                <a:cubicBezTo>
                  <a:pt x="5763988" y="2454105"/>
                  <a:pt x="5232586" y="3161926"/>
                  <a:pt x="4577069" y="3161926"/>
                </a:cubicBezTo>
                <a:lnTo>
                  <a:pt x="6870" y="3171069"/>
                </a:lnTo>
                <a:lnTo>
                  <a:pt x="0" y="0"/>
                </a:lnTo>
                <a:close/>
              </a:path>
            </a:pathLst>
          </a:cu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8" name="Oval 7">
            <a:extLst>
              <a:ext uri="{FF2B5EF4-FFF2-40B4-BE49-F238E27FC236}">
                <a16:creationId xmlns:a16="http://schemas.microsoft.com/office/drawing/2014/main" id="{4BBB5C12-3DEF-4540-973F-28E88629FD1D}"/>
              </a:ext>
            </a:extLst>
          </p:cNvPr>
          <p:cNvSpPr/>
          <p:nvPr userDrawn="1"/>
        </p:nvSpPr>
        <p:spPr>
          <a:xfrm>
            <a:off x="7958623" y="5164271"/>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Freeform 8">
            <a:extLst>
              <a:ext uri="{FF2B5EF4-FFF2-40B4-BE49-F238E27FC236}">
                <a16:creationId xmlns:a16="http://schemas.microsoft.com/office/drawing/2014/main" id="{0B8B6BA6-F26A-FD4E-8219-BF14B976B4DA}"/>
              </a:ext>
            </a:extLst>
          </p:cNvPr>
          <p:cNvSpPr/>
          <p:nvPr userDrawn="1"/>
        </p:nvSpPr>
        <p:spPr>
          <a:xfrm>
            <a:off x="478333"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Rounded Rectangle 10">
            <a:extLst>
              <a:ext uri="{FF2B5EF4-FFF2-40B4-BE49-F238E27FC236}">
                <a16:creationId xmlns:a16="http://schemas.microsoft.com/office/drawing/2014/main" id="{5DE15F76-698D-4D46-A56C-F2AD2B36F9A9}"/>
              </a:ext>
            </a:extLst>
          </p:cNvPr>
          <p:cNvSpPr/>
          <p:nvPr userDrawn="1"/>
        </p:nvSpPr>
        <p:spPr>
          <a:xfrm>
            <a:off x="932981" y="5164271"/>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Slide Number Placeholder 5">
            <a:extLst>
              <a:ext uri="{FF2B5EF4-FFF2-40B4-BE49-F238E27FC236}">
                <a16:creationId xmlns:a16="http://schemas.microsoft.com/office/drawing/2014/main" id="{FC37DCF4-C4BE-4BA3-83A1-23C52DDA3E33}"/>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13" name="Title 1">
            <a:extLst>
              <a:ext uri="{FF2B5EF4-FFF2-40B4-BE49-F238E27FC236}">
                <a16:creationId xmlns:a16="http://schemas.microsoft.com/office/drawing/2014/main" id="{F04A439C-900A-E14F-897C-B479EFB161FA}"/>
              </a:ext>
            </a:extLst>
          </p:cNvPr>
          <p:cNvSpPr>
            <a:spLocks noGrp="1"/>
          </p:cNvSpPr>
          <p:nvPr>
            <p:ph type="title"/>
          </p:nvPr>
        </p:nvSpPr>
        <p:spPr>
          <a:xfrm>
            <a:off x="478334" y="1910340"/>
            <a:ext cx="4481013" cy="2852737"/>
          </a:xfrm>
          <a:prstGeom prst="rect">
            <a:avLst/>
          </a:prstGeom>
        </p:spPr>
        <p:txBody>
          <a:bodyPr anchor="b">
            <a:normAutofit/>
          </a:bodyPr>
          <a:lstStyle>
            <a:lvl1pPr>
              <a:defRPr sz="3200"/>
            </a:lvl1pPr>
          </a:lstStyle>
          <a:p>
            <a:r>
              <a:rPr lang="en-US"/>
              <a:t>Click to edit Master title style</a:t>
            </a:r>
          </a:p>
        </p:txBody>
      </p:sp>
      <p:pic>
        <p:nvPicPr>
          <p:cNvPr id="10" name="Graphic 12">
            <a:extLst>
              <a:ext uri="{FF2B5EF4-FFF2-40B4-BE49-F238E27FC236}">
                <a16:creationId xmlns:a16="http://schemas.microsoft.com/office/drawing/2014/main" id="{96518993-75B4-4F40-A5EB-71E232CA85D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324956435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ix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7" name="Picture Placeholder 6">
            <a:extLst>
              <a:ext uri="{FF2B5EF4-FFF2-40B4-BE49-F238E27FC236}">
                <a16:creationId xmlns:a16="http://schemas.microsoft.com/office/drawing/2014/main" id="{ED95A2FD-1DC7-4D29-86A8-51D546E3A2C4}"/>
              </a:ext>
            </a:extLst>
          </p:cNvPr>
          <p:cNvSpPr>
            <a:spLocks noGrp="1" noChangeAspect="1"/>
          </p:cNvSpPr>
          <p:nvPr>
            <p:ph type="pic" sz="quarter" idx="13"/>
          </p:nvPr>
        </p:nvSpPr>
        <p:spPr>
          <a:xfrm>
            <a:off x="2336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8" name="Picture Placeholder 6">
            <a:extLst>
              <a:ext uri="{FF2B5EF4-FFF2-40B4-BE49-F238E27FC236}">
                <a16:creationId xmlns:a16="http://schemas.microsoft.com/office/drawing/2014/main" id="{837F4A05-B3B3-429B-B6AF-4AAC8FF0B597}"/>
              </a:ext>
            </a:extLst>
          </p:cNvPr>
          <p:cNvSpPr>
            <a:spLocks noGrp="1" noChangeAspect="1"/>
          </p:cNvSpPr>
          <p:nvPr>
            <p:ph type="pic" sz="quarter" idx="14"/>
          </p:nvPr>
        </p:nvSpPr>
        <p:spPr>
          <a:xfrm>
            <a:off x="5270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9" name="Picture Placeholder 6">
            <a:extLst>
              <a:ext uri="{FF2B5EF4-FFF2-40B4-BE49-F238E27FC236}">
                <a16:creationId xmlns:a16="http://schemas.microsoft.com/office/drawing/2014/main" id="{A7E5C1B1-79BD-4C2B-8DF6-AAAFDC31D4EA}"/>
              </a:ext>
            </a:extLst>
          </p:cNvPr>
          <p:cNvSpPr>
            <a:spLocks noGrp="1" noChangeAspect="1"/>
          </p:cNvSpPr>
          <p:nvPr>
            <p:ph type="pic" sz="quarter" idx="15"/>
          </p:nvPr>
        </p:nvSpPr>
        <p:spPr>
          <a:xfrm>
            <a:off x="8204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12" name="Picture Placeholder 6">
            <a:extLst>
              <a:ext uri="{FF2B5EF4-FFF2-40B4-BE49-F238E27FC236}">
                <a16:creationId xmlns:a16="http://schemas.microsoft.com/office/drawing/2014/main" id="{3A1C0D48-6745-44FE-81AC-9E3EB1E2DECC}"/>
              </a:ext>
            </a:extLst>
          </p:cNvPr>
          <p:cNvSpPr>
            <a:spLocks noGrp="1" noChangeAspect="1"/>
          </p:cNvSpPr>
          <p:nvPr>
            <p:ph type="pic" sz="quarter" idx="18"/>
          </p:nvPr>
        </p:nvSpPr>
        <p:spPr>
          <a:xfrm>
            <a:off x="2336400" y="3636841"/>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13" name="Picture Placeholder 6">
            <a:extLst>
              <a:ext uri="{FF2B5EF4-FFF2-40B4-BE49-F238E27FC236}">
                <a16:creationId xmlns:a16="http://schemas.microsoft.com/office/drawing/2014/main" id="{62FA97E8-4519-4739-B895-55612F78257D}"/>
              </a:ext>
            </a:extLst>
          </p:cNvPr>
          <p:cNvSpPr>
            <a:spLocks noGrp="1" noChangeAspect="1"/>
          </p:cNvSpPr>
          <p:nvPr>
            <p:ph type="pic" sz="quarter" idx="19"/>
          </p:nvPr>
        </p:nvSpPr>
        <p:spPr>
          <a:xfrm>
            <a:off x="52704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14" name="Picture Placeholder 6">
            <a:extLst>
              <a:ext uri="{FF2B5EF4-FFF2-40B4-BE49-F238E27FC236}">
                <a16:creationId xmlns:a16="http://schemas.microsoft.com/office/drawing/2014/main" id="{B5432D3A-C3C9-4B63-96CD-241A721F1380}"/>
              </a:ext>
            </a:extLst>
          </p:cNvPr>
          <p:cNvSpPr>
            <a:spLocks noGrp="1" noChangeAspect="1"/>
          </p:cNvSpPr>
          <p:nvPr>
            <p:ph type="pic" sz="quarter" idx="20"/>
          </p:nvPr>
        </p:nvSpPr>
        <p:spPr>
          <a:xfrm>
            <a:off x="8204400" y="3636841"/>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 name="Title 3">
            <a:extLst>
              <a:ext uri="{FF2B5EF4-FFF2-40B4-BE49-F238E27FC236}">
                <a16:creationId xmlns:a16="http://schemas.microsoft.com/office/drawing/2014/main" id="{0058C624-88C6-A749-9F27-558E9ADF4C56}"/>
              </a:ext>
            </a:extLst>
          </p:cNvPr>
          <p:cNvSpPr>
            <a:spLocks noGrp="1"/>
          </p:cNvSpPr>
          <p:nvPr>
            <p:ph type="title"/>
          </p:nvPr>
        </p:nvSpPr>
        <p:spPr/>
        <p:txBody>
          <a:bodyPr/>
          <a:lstStyle/>
          <a:p>
            <a:r>
              <a:rPr lang="en-US"/>
              <a:t>Click to edit Master title style</a:t>
            </a:r>
          </a:p>
        </p:txBody>
      </p:sp>
      <p:sp>
        <p:nvSpPr>
          <p:cNvPr id="17" name="Text Placeholder 17">
            <a:extLst>
              <a:ext uri="{FF2B5EF4-FFF2-40B4-BE49-F238E27FC236}">
                <a16:creationId xmlns:a16="http://schemas.microsoft.com/office/drawing/2014/main" id="{D7CDBFA3-F514-6741-9643-E95A1084E0CD}"/>
              </a:ext>
            </a:extLst>
          </p:cNvPr>
          <p:cNvSpPr>
            <a:spLocks noGrp="1"/>
          </p:cNvSpPr>
          <p:nvPr>
            <p:ph type="body" sz="quarter" idx="51" hasCustomPrompt="1"/>
          </p:nvPr>
        </p:nvSpPr>
        <p:spPr>
          <a:xfrm>
            <a:off x="2336400" y="300122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29" name="Text Placeholder 17">
            <a:extLst>
              <a:ext uri="{FF2B5EF4-FFF2-40B4-BE49-F238E27FC236}">
                <a16:creationId xmlns:a16="http://schemas.microsoft.com/office/drawing/2014/main" id="{774F63E0-E76C-A447-AB42-BF40B2C6F813}"/>
              </a:ext>
            </a:extLst>
          </p:cNvPr>
          <p:cNvSpPr>
            <a:spLocks noGrp="1"/>
          </p:cNvSpPr>
          <p:nvPr>
            <p:ph type="body" sz="quarter" idx="60" hasCustomPrompt="1"/>
          </p:nvPr>
        </p:nvSpPr>
        <p:spPr>
          <a:xfrm>
            <a:off x="5270400" y="3007794"/>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0" name="Text Placeholder 17">
            <a:extLst>
              <a:ext uri="{FF2B5EF4-FFF2-40B4-BE49-F238E27FC236}">
                <a16:creationId xmlns:a16="http://schemas.microsoft.com/office/drawing/2014/main" id="{DCFB84AB-7A55-2140-A0EC-51FE333C48DF}"/>
              </a:ext>
            </a:extLst>
          </p:cNvPr>
          <p:cNvSpPr>
            <a:spLocks noGrp="1"/>
          </p:cNvSpPr>
          <p:nvPr>
            <p:ph type="body" sz="quarter" idx="61" hasCustomPrompt="1"/>
          </p:nvPr>
        </p:nvSpPr>
        <p:spPr>
          <a:xfrm>
            <a:off x="8204400" y="3001224"/>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1" name="Text Placeholder 17">
            <a:extLst>
              <a:ext uri="{FF2B5EF4-FFF2-40B4-BE49-F238E27FC236}">
                <a16:creationId xmlns:a16="http://schemas.microsoft.com/office/drawing/2014/main" id="{C8DFBF47-74A8-0742-8727-6A02055AF2B5}"/>
              </a:ext>
            </a:extLst>
          </p:cNvPr>
          <p:cNvSpPr>
            <a:spLocks noGrp="1"/>
          </p:cNvSpPr>
          <p:nvPr>
            <p:ph type="body" sz="quarter" idx="62" hasCustomPrompt="1"/>
          </p:nvPr>
        </p:nvSpPr>
        <p:spPr>
          <a:xfrm>
            <a:off x="2336400" y="5467593"/>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2" name="Text Placeholder 17">
            <a:extLst>
              <a:ext uri="{FF2B5EF4-FFF2-40B4-BE49-F238E27FC236}">
                <a16:creationId xmlns:a16="http://schemas.microsoft.com/office/drawing/2014/main" id="{A6FFA54D-A788-D349-8CF8-43C27822326A}"/>
              </a:ext>
            </a:extLst>
          </p:cNvPr>
          <p:cNvSpPr>
            <a:spLocks noGrp="1"/>
          </p:cNvSpPr>
          <p:nvPr>
            <p:ph type="body" sz="quarter" idx="63" hasCustomPrompt="1"/>
          </p:nvPr>
        </p:nvSpPr>
        <p:spPr>
          <a:xfrm>
            <a:off x="5270700" y="5458822"/>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3" name="Text Placeholder 17">
            <a:extLst>
              <a:ext uri="{FF2B5EF4-FFF2-40B4-BE49-F238E27FC236}">
                <a16:creationId xmlns:a16="http://schemas.microsoft.com/office/drawing/2014/main" id="{1EE0B458-B269-3641-975E-232EBC073BF3}"/>
              </a:ext>
            </a:extLst>
          </p:cNvPr>
          <p:cNvSpPr>
            <a:spLocks noGrp="1"/>
          </p:cNvSpPr>
          <p:nvPr>
            <p:ph type="body" sz="quarter" idx="64" hasCustomPrompt="1"/>
          </p:nvPr>
        </p:nvSpPr>
        <p:spPr>
          <a:xfrm>
            <a:off x="8204400" y="5467590"/>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Tree>
    <p:extLst>
      <p:ext uri="{BB962C8B-B14F-4D97-AF65-F5344CB8AC3E}">
        <p14:creationId xmlns:p14="http://schemas.microsoft.com/office/powerpoint/2010/main" val="19823703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38" name="Picture Placeholder 6">
            <a:extLst>
              <a:ext uri="{FF2B5EF4-FFF2-40B4-BE49-F238E27FC236}">
                <a16:creationId xmlns:a16="http://schemas.microsoft.com/office/drawing/2014/main" id="{C22955AA-FEFD-5040-9C3B-C821496B46D7}"/>
              </a:ext>
            </a:extLst>
          </p:cNvPr>
          <p:cNvSpPr>
            <a:spLocks noGrp="1" noChangeAspect="1"/>
          </p:cNvSpPr>
          <p:nvPr>
            <p:ph type="pic" sz="quarter" idx="31"/>
          </p:nvPr>
        </p:nvSpPr>
        <p:spPr>
          <a:xfrm>
            <a:off x="13590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39" name="Picture Placeholder 6">
            <a:extLst>
              <a:ext uri="{FF2B5EF4-FFF2-40B4-BE49-F238E27FC236}">
                <a16:creationId xmlns:a16="http://schemas.microsoft.com/office/drawing/2014/main" id="{B509B8F3-4042-7F44-BA0F-7153543484FC}"/>
              </a:ext>
            </a:extLst>
          </p:cNvPr>
          <p:cNvSpPr>
            <a:spLocks noGrp="1" noChangeAspect="1"/>
          </p:cNvSpPr>
          <p:nvPr>
            <p:ph type="pic" sz="quarter" idx="32"/>
          </p:nvPr>
        </p:nvSpPr>
        <p:spPr>
          <a:xfrm>
            <a:off x="33147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0" name="Picture Placeholder 6">
            <a:extLst>
              <a:ext uri="{FF2B5EF4-FFF2-40B4-BE49-F238E27FC236}">
                <a16:creationId xmlns:a16="http://schemas.microsoft.com/office/drawing/2014/main" id="{C43BA59E-724A-AB42-B801-4B550B9A6E88}"/>
              </a:ext>
            </a:extLst>
          </p:cNvPr>
          <p:cNvSpPr>
            <a:spLocks noGrp="1" noChangeAspect="1"/>
          </p:cNvSpPr>
          <p:nvPr>
            <p:ph type="pic" sz="quarter" idx="33"/>
          </p:nvPr>
        </p:nvSpPr>
        <p:spPr>
          <a:xfrm>
            <a:off x="5270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4" name="Picture Placeholder 6">
            <a:extLst>
              <a:ext uri="{FF2B5EF4-FFF2-40B4-BE49-F238E27FC236}">
                <a16:creationId xmlns:a16="http://schemas.microsoft.com/office/drawing/2014/main" id="{E2CE9C72-4A45-324C-9211-0E11477CE6B4}"/>
              </a:ext>
            </a:extLst>
          </p:cNvPr>
          <p:cNvSpPr>
            <a:spLocks noGrp="1" noChangeAspect="1"/>
          </p:cNvSpPr>
          <p:nvPr>
            <p:ph type="pic" sz="quarter" idx="26"/>
          </p:nvPr>
        </p:nvSpPr>
        <p:spPr>
          <a:xfrm>
            <a:off x="72261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5" name="Picture Placeholder 6">
            <a:extLst>
              <a:ext uri="{FF2B5EF4-FFF2-40B4-BE49-F238E27FC236}">
                <a16:creationId xmlns:a16="http://schemas.microsoft.com/office/drawing/2014/main" id="{8BAE87D9-3F8C-C245-A245-FADFA310BA9B}"/>
              </a:ext>
            </a:extLst>
          </p:cNvPr>
          <p:cNvSpPr>
            <a:spLocks noGrp="1" noChangeAspect="1"/>
          </p:cNvSpPr>
          <p:nvPr>
            <p:ph type="pic" sz="quarter" idx="27"/>
          </p:nvPr>
        </p:nvSpPr>
        <p:spPr>
          <a:xfrm>
            <a:off x="91818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8" name="Picture Placeholder 6">
            <a:extLst>
              <a:ext uri="{FF2B5EF4-FFF2-40B4-BE49-F238E27FC236}">
                <a16:creationId xmlns:a16="http://schemas.microsoft.com/office/drawing/2014/main" id="{438D6873-BE96-2546-8427-4365148081D5}"/>
              </a:ext>
            </a:extLst>
          </p:cNvPr>
          <p:cNvSpPr>
            <a:spLocks noGrp="1" noChangeAspect="1"/>
          </p:cNvSpPr>
          <p:nvPr>
            <p:ph type="pic" sz="quarter" idx="39"/>
          </p:nvPr>
        </p:nvSpPr>
        <p:spPr>
          <a:xfrm>
            <a:off x="13590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9" name="Picture Placeholder 6">
            <a:extLst>
              <a:ext uri="{FF2B5EF4-FFF2-40B4-BE49-F238E27FC236}">
                <a16:creationId xmlns:a16="http://schemas.microsoft.com/office/drawing/2014/main" id="{622791C0-156C-EC4C-A5D8-B2E66E1E1455}"/>
              </a:ext>
            </a:extLst>
          </p:cNvPr>
          <p:cNvSpPr>
            <a:spLocks noGrp="1" noChangeAspect="1"/>
          </p:cNvSpPr>
          <p:nvPr>
            <p:ph type="pic" sz="quarter" idx="40"/>
          </p:nvPr>
        </p:nvSpPr>
        <p:spPr>
          <a:xfrm>
            <a:off x="33147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0" name="Picture Placeholder 6">
            <a:extLst>
              <a:ext uri="{FF2B5EF4-FFF2-40B4-BE49-F238E27FC236}">
                <a16:creationId xmlns:a16="http://schemas.microsoft.com/office/drawing/2014/main" id="{E6AF9491-2B93-7A4B-A4AD-93EB4B1B24FC}"/>
              </a:ext>
            </a:extLst>
          </p:cNvPr>
          <p:cNvSpPr>
            <a:spLocks noGrp="1" noChangeAspect="1"/>
          </p:cNvSpPr>
          <p:nvPr>
            <p:ph type="pic" sz="quarter" idx="41"/>
          </p:nvPr>
        </p:nvSpPr>
        <p:spPr>
          <a:xfrm>
            <a:off x="52704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4" name="Picture Placeholder 6">
            <a:extLst>
              <a:ext uri="{FF2B5EF4-FFF2-40B4-BE49-F238E27FC236}">
                <a16:creationId xmlns:a16="http://schemas.microsoft.com/office/drawing/2014/main" id="{AF49FF47-5766-1640-ABF9-240007B37EE0}"/>
              </a:ext>
            </a:extLst>
          </p:cNvPr>
          <p:cNvSpPr>
            <a:spLocks noGrp="1" noChangeAspect="1"/>
          </p:cNvSpPr>
          <p:nvPr>
            <p:ph type="pic" sz="quarter" idx="45"/>
          </p:nvPr>
        </p:nvSpPr>
        <p:spPr>
          <a:xfrm>
            <a:off x="72261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5" name="Picture Placeholder 6">
            <a:extLst>
              <a:ext uri="{FF2B5EF4-FFF2-40B4-BE49-F238E27FC236}">
                <a16:creationId xmlns:a16="http://schemas.microsoft.com/office/drawing/2014/main" id="{4D65803D-C671-C74A-8E5D-482B32FF563F}"/>
              </a:ext>
            </a:extLst>
          </p:cNvPr>
          <p:cNvSpPr>
            <a:spLocks noGrp="1" noChangeAspect="1"/>
          </p:cNvSpPr>
          <p:nvPr>
            <p:ph type="pic" sz="quarter" idx="46"/>
          </p:nvPr>
        </p:nvSpPr>
        <p:spPr>
          <a:xfrm>
            <a:off x="91818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34" name="Text Placeholder 17">
            <a:extLst>
              <a:ext uri="{FF2B5EF4-FFF2-40B4-BE49-F238E27FC236}">
                <a16:creationId xmlns:a16="http://schemas.microsoft.com/office/drawing/2014/main" id="{B1EA32E2-33AF-A042-A99C-83EC2303CD77}"/>
              </a:ext>
            </a:extLst>
          </p:cNvPr>
          <p:cNvSpPr>
            <a:spLocks noGrp="1"/>
          </p:cNvSpPr>
          <p:nvPr>
            <p:ph type="body" sz="quarter" idx="58" hasCustomPrompt="1"/>
          </p:nvPr>
        </p:nvSpPr>
        <p:spPr>
          <a:xfrm>
            <a:off x="1359000" y="301436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5" name="Text Placeholder 17">
            <a:extLst>
              <a:ext uri="{FF2B5EF4-FFF2-40B4-BE49-F238E27FC236}">
                <a16:creationId xmlns:a16="http://schemas.microsoft.com/office/drawing/2014/main" id="{2715CA28-9D1E-064B-AA56-9A3C32E02E4E}"/>
              </a:ext>
            </a:extLst>
          </p:cNvPr>
          <p:cNvSpPr>
            <a:spLocks noGrp="1"/>
          </p:cNvSpPr>
          <p:nvPr>
            <p:ph type="body" sz="quarter" idx="60" hasCustomPrompt="1"/>
          </p:nvPr>
        </p:nvSpPr>
        <p:spPr>
          <a:xfrm>
            <a:off x="3314700" y="3014365"/>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6" name="Text Placeholder 17">
            <a:extLst>
              <a:ext uri="{FF2B5EF4-FFF2-40B4-BE49-F238E27FC236}">
                <a16:creationId xmlns:a16="http://schemas.microsoft.com/office/drawing/2014/main" id="{2BCDFDB2-6962-2C45-9560-12E105561B48}"/>
              </a:ext>
            </a:extLst>
          </p:cNvPr>
          <p:cNvSpPr>
            <a:spLocks noGrp="1"/>
          </p:cNvSpPr>
          <p:nvPr>
            <p:ph type="body" sz="quarter" idx="61" hasCustomPrompt="1"/>
          </p:nvPr>
        </p:nvSpPr>
        <p:spPr>
          <a:xfrm>
            <a:off x="5270400" y="3014365"/>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7" name="Text Placeholder 17">
            <a:extLst>
              <a:ext uri="{FF2B5EF4-FFF2-40B4-BE49-F238E27FC236}">
                <a16:creationId xmlns:a16="http://schemas.microsoft.com/office/drawing/2014/main" id="{E194A757-8767-8B40-A0D2-3DD59AE90EBC}"/>
              </a:ext>
            </a:extLst>
          </p:cNvPr>
          <p:cNvSpPr>
            <a:spLocks noGrp="1"/>
          </p:cNvSpPr>
          <p:nvPr>
            <p:ph type="body" sz="quarter" idx="62" hasCustomPrompt="1"/>
          </p:nvPr>
        </p:nvSpPr>
        <p:spPr>
          <a:xfrm>
            <a:off x="7226100" y="301436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58" name="Text Placeholder 17">
            <a:extLst>
              <a:ext uri="{FF2B5EF4-FFF2-40B4-BE49-F238E27FC236}">
                <a16:creationId xmlns:a16="http://schemas.microsoft.com/office/drawing/2014/main" id="{D3E8FA35-64D5-4547-9548-19CAA96EF1F3}"/>
              </a:ext>
            </a:extLst>
          </p:cNvPr>
          <p:cNvSpPr>
            <a:spLocks noGrp="1"/>
          </p:cNvSpPr>
          <p:nvPr>
            <p:ph type="body" sz="quarter" idx="63" hasCustomPrompt="1"/>
          </p:nvPr>
        </p:nvSpPr>
        <p:spPr>
          <a:xfrm>
            <a:off x="9181800" y="301436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59" name="Text Placeholder 17">
            <a:extLst>
              <a:ext uri="{FF2B5EF4-FFF2-40B4-BE49-F238E27FC236}">
                <a16:creationId xmlns:a16="http://schemas.microsoft.com/office/drawing/2014/main" id="{69CE46AA-308F-7442-9842-1D1561DEB94B}"/>
              </a:ext>
            </a:extLst>
          </p:cNvPr>
          <p:cNvSpPr>
            <a:spLocks noGrp="1"/>
          </p:cNvSpPr>
          <p:nvPr>
            <p:ph type="body" sz="quarter" idx="64" hasCustomPrompt="1"/>
          </p:nvPr>
        </p:nvSpPr>
        <p:spPr>
          <a:xfrm>
            <a:off x="1369015" y="546539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0" name="Text Placeholder 17">
            <a:extLst>
              <a:ext uri="{FF2B5EF4-FFF2-40B4-BE49-F238E27FC236}">
                <a16:creationId xmlns:a16="http://schemas.microsoft.com/office/drawing/2014/main" id="{5214737B-C49F-3F47-B344-D88DFF3BC5E0}"/>
              </a:ext>
            </a:extLst>
          </p:cNvPr>
          <p:cNvSpPr>
            <a:spLocks noGrp="1"/>
          </p:cNvSpPr>
          <p:nvPr>
            <p:ph type="body" sz="quarter" idx="65" hasCustomPrompt="1"/>
          </p:nvPr>
        </p:nvSpPr>
        <p:spPr>
          <a:xfrm>
            <a:off x="3324715" y="5465393"/>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1" name="Text Placeholder 17">
            <a:extLst>
              <a:ext uri="{FF2B5EF4-FFF2-40B4-BE49-F238E27FC236}">
                <a16:creationId xmlns:a16="http://schemas.microsoft.com/office/drawing/2014/main" id="{4B1E1BFC-A209-3245-BD30-DE1E05B1A035}"/>
              </a:ext>
            </a:extLst>
          </p:cNvPr>
          <p:cNvSpPr>
            <a:spLocks noGrp="1"/>
          </p:cNvSpPr>
          <p:nvPr>
            <p:ph type="body" sz="quarter" idx="66" hasCustomPrompt="1"/>
          </p:nvPr>
        </p:nvSpPr>
        <p:spPr>
          <a:xfrm>
            <a:off x="5280415" y="5465393"/>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2" name="Text Placeholder 17">
            <a:extLst>
              <a:ext uri="{FF2B5EF4-FFF2-40B4-BE49-F238E27FC236}">
                <a16:creationId xmlns:a16="http://schemas.microsoft.com/office/drawing/2014/main" id="{A9DF13AF-1164-3C4B-BBE6-B90BA80FC6B4}"/>
              </a:ext>
            </a:extLst>
          </p:cNvPr>
          <p:cNvSpPr>
            <a:spLocks noGrp="1"/>
          </p:cNvSpPr>
          <p:nvPr>
            <p:ph type="body" sz="quarter" idx="67" hasCustomPrompt="1"/>
          </p:nvPr>
        </p:nvSpPr>
        <p:spPr>
          <a:xfrm>
            <a:off x="7236115" y="546539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3" name="Text Placeholder 17">
            <a:extLst>
              <a:ext uri="{FF2B5EF4-FFF2-40B4-BE49-F238E27FC236}">
                <a16:creationId xmlns:a16="http://schemas.microsoft.com/office/drawing/2014/main" id="{4AD9248B-A8C2-7447-81E8-207F4AB47BB9}"/>
              </a:ext>
            </a:extLst>
          </p:cNvPr>
          <p:cNvSpPr>
            <a:spLocks noGrp="1"/>
          </p:cNvSpPr>
          <p:nvPr>
            <p:ph type="body" sz="quarter" idx="68" hasCustomPrompt="1"/>
          </p:nvPr>
        </p:nvSpPr>
        <p:spPr>
          <a:xfrm>
            <a:off x="9191815" y="546539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Tree>
    <p:extLst>
      <p:ext uri="{BB962C8B-B14F-4D97-AF65-F5344CB8AC3E}">
        <p14:creationId xmlns:p14="http://schemas.microsoft.com/office/powerpoint/2010/main" val="250775087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38" name="Picture Placeholder 6">
            <a:extLst>
              <a:ext uri="{FF2B5EF4-FFF2-40B4-BE49-F238E27FC236}">
                <a16:creationId xmlns:a16="http://schemas.microsoft.com/office/drawing/2014/main" id="{C22955AA-FEFD-5040-9C3B-C821496B46D7}"/>
              </a:ext>
            </a:extLst>
          </p:cNvPr>
          <p:cNvSpPr>
            <a:spLocks noGrp="1" noChangeAspect="1"/>
          </p:cNvSpPr>
          <p:nvPr>
            <p:ph type="pic" sz="quarter" idx="31"/>
          </p:nvPr>
        </p:nvSpPr>
        <p:spPr>
          <a:xfrm>
            <a:off x="4572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0" name="Picture Placeholder 6">
            <a:extLst>
              <a:ext uri="{FF2B5EF4-FFF2-40B4-BE49-F238E27FC236}">
                <a16:creationId xmlns:a16="http://schemas.microsoft.com/office/drawing/2014/main" id="{C43BA59E-724A-AB42-B801-4B550B9A6E88}"/>
              </a:ext>
            </a:extLst>
          </p:cNvPr>
          <p:cNvSpPr>
            <a:spLocks noGrp="1" noChangeAspect="1"/>
          </p:cNvSpPr>
          <p:nvPr>
            <p:ph type="pic" sz="quarter" idx="33"/>
          </p:nvPr>
        </p:nvSpPr>
        <p:spPr>
          <a:xfrm>
            <a:off x="43686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5" name="Picture Placeholder 6">
            <a:extLst>
              <a:ext uri="{FF2B5EF4-FFF2-40B4-BE49-F238E27FC236}">
                <a16:creationId xmlns:a16="http://schemas.microsoft.com/office/drawing/2014/main" id="{8BAE87D9-3F8C-C245-A245-FADFA310BA9B}"/>
              </a:ext>
            </a:extLst>
          </p:cNvPr>
          <p:cNvSpPr>
            <a:spLocks noGrp="1" noChangeAspect="1"/>
          </p:cNvSpPr>
          <p:nvPr>
            <p:ph type="pic" sz="quarter" idx="27"/>
          </p:nvPr>
        </p:nvSpPr>
        <p:spPr>
          <a:xfrm>
            <a:off x="82800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8" name="Picture Placeholder 6">
            <a:extLst>
              <a:ext uri="{FF2B5EF4-FFF2-40B4-BE49-F238E27FC236}">
                <a16:creationId xmlns:a16="http://schemas.microsoft.com/office/drawing/2014/main" id="{438D6873-BE96-2546-8427-4365148081D5}"/>
              </a:ext>
            </a:extLst>
          </p:cNvPr>
          <p:cNvSpPr>
            <a:spLocks noGrp="1" noChangeAspect="1"/>
          </p:cNvSpPr>
          <p:nvPr>
            <p:ph type="pic" sz="quarter" idx="39"/>
          </p:nvPr>
        </p:nvSpPr>
        <p:spPr>
          <a:xfrm>
            <a:off x="4572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0" name="Picture Placeholder 6">
            <a:extLst>
              <a:ext uri="{FF2B5EF4-FFF2-40B4-BE49-F238E27FC236}">
                <a16:creationId xmlns:a16="http://schemas.microsoft.com/office/drawing/2014/main" id="{E6AF9491-2B93-7A4B-A4AD-93EB4B1B24FC}"/>
              </a:ext>
            </a:extLst>
          </p:cNvPr>
          <p:cNvSpPr>
            <a:spLocks noGrp="1" noChangeAspect="1"/>
          </p:cNvSpPr>
          <p:nvPr>
            <p:ph type="pic" sz="quarter" idx="41"/>
          </p:nvPr>
        </p:nvSpPr>
        <p:spPr>
          <a:xfrm>
            <a:off x="43686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5" name="Picture Placeholder 6">
            <a:extLst>
              <a:ext uri="{FF2B5EF4-FFF2-40B4-BE49-F238E27FC236}">
                <a16:creationId xmlns:a16="http://schemas.microsoft.com/office/drawing/2014/main" id="{4D65803D-C671-C74A-8E5D-482B32FF563F}"/>
              </a:ext>
            </a:extLst>
          </p:cNvPr>
          <p:cNvSpPr>
            <a:spLocks noGrp="1" noChangeAspect="1"/>
          </p:cNvSpPr>
          <p:nvPr>
            <p:ph type="pic" sz="quarter" idx="46"/>
          </p:nvPr>
        </p:nvSpPr>
        <p:spPr>
          <a:xfrm>
            <a:off x="82800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34" name="Text Placeholder 17">
            <a:extLst>
              <a:ext uri="{FF2B5EF4-FFF2-40B4-BE49-F238E27FC236}">
                <a16:creationId xmlns:a16="http://schemas.microsoft.com/office/drawing/2014/main" id="{B1EA32E2-33AF-A042-A99C-83EC2303CD77}"/>
              </a:ext>
            </a:extLst>
          </p:cNvPr>
          <p:cNvSpPr>
            <a:spLocks noGrp="1"/>
          </p:cNvSpPr>
          <p:nvPr>
            <p:ph type="body" sz="quarter" idx="58" hasCustomPrompt="1"/>
          </p:nvPr>
        </p:nvSpPr>
        <p:spPr>
          <a:xfrm>
            <a:off x="2360111" y="1477173"/>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36" name="Text Placeholder 17">
            <a:extLst>
              <a:ext uri="{FF2B5EF4-FFF2-40B4-BE49-F238E27FC236}">
                <a16:creationId xmlns:a16="http://schemas.microsoft.com/office/drawing/2014/main" id="{2BCDFDB2-6962-2C45-9560-12E105561B48}"/>
              </a:ext>
            </a:extLst>
          </p:cNvPr>
          <p:cNvSpPr>
            <a:spLocks noGrp="1"/>
          </p:cNvSpPr>
          <p:nvPr>
            <p:ph type="body" sz="quarter" idx="61" hasCustomPrompt="1"/>
          </p:nvPr>
        </p:nvSpPr>
        <p:spPr>
          <a:xfrm>
            <a:off x="6271511" y="1477170"/>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58" name="Text Placeholder 17">
            <a:extLst>
              <a:ext uri="{FF2B5EF4-FFF2-40B4-BE49-F238E27FC236}">
                <a16:creationId xmlns:a16="http://schemas.microsoft.com/office/drawing/2014/main" id="{D3E8FA35-64D5-4547-9548-19CAA96EF1F3}"/>
              </a:ext>
            </a:extLst>
          </p:cNvPr>
          <p:cNvSpPr>
            <a:spLocks noGrp="1"/>
          </p:cNvSpPr>
          <p:nvPr>
            <p:ph type="body" sz="quarter" idx="63" hasCustomPrompt="1"/>
          </p:nvPr>
        </p:nvSpPr>
        <p:spPr>
          <a:xfrm>
            <a:off x="10182911" y="1477173"/>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59" name="Text Placeholder 17">
            <a:extLst>
              <a:ext uri="{FF2B5EF4-FFF2-40B4-BE49-F238E27FC236}">
                <a16:creationId xmlns:a16="http://schemas.microsoft.com/office/drawing/2014/main" id="{69CE46AA-308F-7442-9842-1D1561DEB94B}"/>
              </a:ext>
            </a:extLst>
          </p:cNvPr>
          <p:cNvSpPr>
            <a:spLocks noGrp="1"/>
          </p:cNvSpPr>
          <p:nvPr>
            <p:ph type="body" sz="quarter" idx="64" hasCustomPrompt="1"/>
          </p:nvPr>
        </p:nvSpPr>
        <p:spPr>
          <a:xfrm>
            <a:off x="2370125" y="3928201"/>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61" name="Text Placeholder 17">
            <a:extLst>
              <a:ext uri="{FF2B5EF4-FFF2-40B4-BE49-F238E27FC236}">
                <a16:creationId xmlns:a16="http://schemas.microsoft.com/office/drawing/2014/main" id="{4B1E1BFC-A209-3245-BD30-DE1E05B1A035}"/>
              </a:ext>
            </a:extLst>
          </p:cNvPr>
          <p:cNvSpPr>
            <a:spLocks noGrp="1"/>
          </p:cNvSpPr>
          <p:nvPr>
            <p:ph type="body" sz="quarter" idx="66" hasCustomPrompt="1"/>
          </p:nvPr>
        </p:nvSpPr>
        <p:spPr>
          <a:xfrm>
            <a:off x="6281525" y="3928198"/>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63" name="Text Placeholder 17">
            <a:extLst>
              <a:ext uri="{FF2B5EF4-FFF2-40B4-BE49-F238E27FC236}">
                <a16:creationId xmlns:a16="http://schemas.microsoft.com/office/drawing/2014/main" id="{4AD9248B-A8C2-7447-81E8-207F4AB47BB9}"/>
              </a:ext>
            </a:extLst>
          </p:cNvPr>
          <p:cNvSpPr>
            <a:spLocks noGrp="1"/>
          </p:cNvSpPr>
          <p:nvPr>
            <p:ph type="body" sz="quarter" idx="68" hasCustomPrompt="1"/>
          </p:nvPr>
        </p:nvSpPr>
        <p:spPr>
          <a:xfrm>
            <a:off x="10192925" y="3928201"/>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Tree>
    <p:extLst>
      <p:ext uri="{BB962C8B-B14F-4D97-AF65-F5344CB8AC3E}">
        <p14:creationId xmlns:p14="http://schemas.microsoft.com/office/powerpoint/2010/main" val="373811040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38" name="Picture Placeholder 6">
            <a:extLst>
              <a:ext uri="{FF2B5EF4-FFF2-40B4-BE49-F238E27FC236}">
                <a16:creationId xmlns:a16="http://schemas.microsoft.com/office/drawing/2014/main" id="{C22955AA-FEFD-5040-9C3B-C821496B46D7}"/>
              </a:ext>
            </a:extLst>
          </p:cNvPr>
          <p:cNvSpPr>
            <a:spLocks noGrp="1" noChangeAspect="1"/>
          </p:cNvSpPr>
          <p:nvPr>
            <p:ph type="pic" sz="quarter" idx="31"/>
          </p:nvPr>
        </p:nvSpPr>
        <p:spPr>
          <a:xfrm>
            <a:off x="457200"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40" name="Picture Placeholder 6">
            <a:extLst>
              <a:ext uri="{FF2B5EF4-FFF2-40B4-BE49-F238E27FC236}">
                <a16:creationId xmlns:a16="http://schemas.microsoft.com/office/drawing/2014/main" id="{C43BA59E-724A-AB42-B801-4B550B9A6E88}"/>
              </a:ext>
            </a:extLst>
          </p:cNvPr>
          <p:cNvSpPr>
            <a:spLocks noGrp="1" noChangeAspect="1"/>
          </p:cNvSpPr>
          <p:nvPr>
            <p:ph type="pic" sz="quarter" idx="33"/>
          </p:nvPr>
        </p:nvSpPr>
        <p:spPr>
          <a:xfrm>
            <a:off x="3251732"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45" name="Picture Placeholder 6">
            <a:extLst>
              <a:ext uri="{FF2B5EF4-FFF2-40B4-BE49-F238E27FC236}">
                <a16:creationId xmlns:a16="http://schemas.microsoft.com/office/drawing/2014/main" id="{8BAE87D9-3F8C-C245-A245-FADFA310BA9B}"/>
              </a:ext>
            </a:extLst>
          </p:cNvPr>
          <p:cNvSpPr>
            <a:spLocks noGrp="1" noChangeAspect="1"/>
          </p:cNvSpPr>
          <p:nvPr>
            <p:ph type="pic" sz="quarter" idx="27"/>
          </p:nvPr>
        </p:nvSpPr>
        <p:spPr>
          <a:xfrm>
            <a:off x="6050099"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48" name="Picture Placeholder 6">
            <a:extLst>
              <a:ext uri="{FF2B5EF4-FFF2-40B4-BE49-F238E27FC236}">
                <a16:creationId xmlns:a16="http://schemas.microsoft.com/office/drawing/2014/main" id="{438D6873-BE96-2546-8427-4365148081D5}"/>
              </a:ext>
            </a:extLst>
          </p:cNvPr>
          <p:cNvSpPr>
            <a:spLocks noGrp="1" noChangeAspect="1"/>
          </p:cNvSpPr>
          <p:nvPr>
            <p:ph type="pic" sz="quarter" idx="39"/>
          </p:nvPr>
        </p:nvSpPr>
        <p:spPr>
          <a:xfrm>
            <a:off x="457200"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50" name="Picture Placeholder 6">
            <a:extLst>
              <a:ext uri="{FF2B5EF4-FFF2-40B4-BE49-F238E27FC236}">
                <a16:creationId xmlns:a16="http://schemas.microsoft.com/office/drawing/2014/main" id="{E6AF9491-2B93-7A4B-A4AD-93EB4B1B24FC}"/>
              </a:ext>
            </a:extLst>
          </p:cNvPr>
          <p:cNvSpPr>
            <a:spLocks noGrp="1" noChangeAspect="1"/>
          </p:cNvSpPr>
          <p:nvPr>
            <p:ph type="pic" sz="quarter" idx="41"/>
          </p:nvPr>
        </p:nvSpPr>
        <p:spPr>
          <a:xfrm>
            <a:off x="3251732"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55" name="Picture Placeholder 6">
            <a:extLst>
              <a:ext uri="{FF2B5EF4-FFF2-40B4-BE49-F238E27FC236}">
                <a16:creationId xmlns:a16="http://schemas.microsoft.com/office/drawing/2014/main" id="{4D65803D-C671-C74A-8E5D-482B32FF563F}"/>
              </a:ext>
            </a:extLst>
          </p:cNvPr>
          <p:cNvSpPr>
            <a:spLocks noGrp="1" noChangeAspect="1"/>
          </p:cNvSpPr>
          <p:nvPr>
            <p:ph type="pic" sz="quarter" idx="46"/>
          </p:nvPr>
        </p:nvSpPr>
        <p:spPr>
          <a:xfrm>
            <a:off x="6050099"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34" name="Text Placeholder 17">
            <a:extLst>
              <a:ext uri="{FF2B5EF4-FFF2-40B4-BE49-F238E27FC236}">
                <a16:creationId xmlns:a16="http://schemas.microsoft.com/office/drawing/2014/main" id="{B1EA32E2-33AF-A042-A99C-83EC2303CD77}"/>
              </a:ext>
            </a:extLst>
          </p:cNvPr>
          <p:cNvSpPr>
            <a:spLocks noGrp="1"/>
          </p:cNvSpPr>
          <p:nvPr>
            <p:ph type="body" sz="quarter" idx="58" hasCustomPrompt="1"/>
          </p:nvPr>
        </p:nvSpPr>
        <p:spPr>
          <a:xfrm>
            <a:off x="1681061" y="1214460"/>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36" name="Text Placeholder 17">
            <a:extLst>
              <a:ext uri="{FF2B5EF4-FFF2-40B4-BE49-F238E27FC236}">
                <a16:creationId xmlns:a16="http://schemas.microsoft.com/office/drawing/2014/main" id="{2BCDFDB2-6962-2C45-9560-12E105561B48}"/>
              </a:ext>
            </a:extLst>
          </p:cNvPr>
          <p:cNvSpPr>
            <a:spLocks noGrp="1"/>
          </p:cNvSpPr>
          <p:nvPr>
            <p:ph type="body" sz="quarter" idx="61" hasCustomPrompt="1"/>
          </p:nvPr>
        </p:nvSpPr>
        <p:spPr>
          <a:xfrm>
            <a:off x="4495623" y="1214457"/>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58" name="Text Placeholder 17">
            <a:extLst>
              <a:ext uri="{FF2B5EF4-FFF2-40B4-BE49-F238E27FC236}">
                <a16:creationId xmlns:a16="http://schemas.microsoft.com/office/drawing/2014/main" id="{D3E8FA35-64D5-4547-9548-19CAA96EF1F3}"/>
              </a:ext>
            </a:extLst>
          </p:cNvPr>
          <p:cNvSpPr>
            <a:spLocks noGrp="1"/>
          </p:cNvSpPr>
          <p:nvPr>
            <p:ph type="body" sz="quarter" idx="63" hasCustomPrompt="1"/>
          </p:nvPr>
        </p:nvSpPr>
        <p:spPr>
          <a:xfrm>
            <a:off x="7273960" y="1214460"/>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59" name="Text Placeholder 17">
            <a:extLst>
              <a:ext uri="{FF2B5EF4-FFF2-40B4-BE49-F238E27FC236}">
                <a16:creationId xmlns:a16="http://schemas.microsoft.com/office/drawing/2014/main" id="{69CE46AA-308F-7442-9842-1D1561DEB94B}"/>
              </a:ext>
            </a:extLst>
          </p:cNvPr>
          <p:cNvSpPr>
            <a:spLocks noGrp="1"/>
          </p:cNvSpPr>
          <p:nvPr>
            <p:ph type="body" sz="quarter" idx="64" hasCustomPrompt="1"/>
          </p:nvPr>
        </p:nvSpPr>
        <p:spPr>
          <a:xfrm>
            <a:off x="1691076" y="3665488"/>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61" name="Text Placeholder 17">
            <a:extLst>
              <a:ext uri="{FF2B5EF4-FFF2-40B4-BE49-F238E27FC236}">
                <a16:creationId xmlns:a16="http://schemas.microsoft.com/office/drawing/2014/main" id="{4B1E1BFC-A209-3245-BD30-DE1E05B1A035}"/>
              </a:ext>
            </a:extLst>
          </p:cNvPr>
          <p:cNvSpPr>
            <a:spLocks noGrp="1"/>
          </p:cNvSpPr>
          <p:nvPr>
            <p:ph type="body" sz="quarter" idx="66" hasCustomPrompt="1"/>
          </p:nvPr>
        </p:nvSpPr>
        <p:spPr>
          <a:xfrm>
            <a:off x="4505637" y="3665485"/>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63" name="Text Placeholder 17">
            <a:extLst>
              <a:ext uri="{FF2B5EF4-FFF2-40B4-BE49-F238E27FC236}">
                <a16:creationId xmlns:a16="http://schemas.microsoft.com/office/drawing/2014/main" id="{4AD9248B-A8C2-7447-81E8-207F4AB47BB9}"/>
              </a:ext>
            </a:extLst>
          </p:cNvPr>
          <p:cNvSpPr>
            <a:spLocks noGrp="1"/>
          </p:cNvSpPr>
          <p:nvPr>
            <p:ph type="body" sz="quarter" idx="68" hasCustomPrompt="1"/>
          </p:nvPr>
        </p:nvSpPr>
        <p:spPr>
          <a:xfrm>
            <a:off x="7283975" y="3665488"/>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17" name="Picture Placeholder 6">
            <a:extLst>
              <a:ext uri="{FF2B5EF4-FFF2-40B4-BE49-F238E27FC236}">
                <a16:creationId xmlns:a16="http://schemas.microsoft.com/office/drawing/2014/main" id="{D54279C9-D8C9-184F-87B4-BA4B204C8C5B}"/>
              </a:ext>
            </a:extLst>
          </p:cNvPr>
          <p:cNvSpPr>
            <a:spLocks noGrp="1" noChangeAspect="1"/>
          </p:cNvSpPr>
          <p:nvPr>
            <p:ph type="pic" sz="quarter" idx="69"/>
          </p:nvPr>
        </p:nvSpPr>
        <p:spPr>
          <a:xfrm>
            <a:off x="8858480"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18" name="Picture Placeholder 6">
            <a:extLst>
              <a:ext uri="{FF2B5EF4-FFF2-40B4-BE49-F238E27FC236}">
                <a16:creationId xmlns:a16="http://schemas.microsoft.com/office/drawing/2014/main" id="{3B8500FE-7D84-1A43-84FF-1FF6AA85DDE7}"/>
              </a:ext>
            </a:extLst>
          </p:cNvPr>
          <p:cNvSpPr>
            <a:spLocks noGrp="1" noChangeAspect="1"/>
          </p:cNvSpPr>
          <p:nvPr>
            <p:ph type="pic" sz="quarter" idx="70"/>
          </p:nvPr>
        </p:nvSpPr>
        <p:spPr>
          <a:xfrm>
            <a:off x="8858480"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19" name="Text Placeholder 17">
            <a:extLst>
              <a:ext uri="{FF2B5EF4-FFF2-40B4-BE49-F238E27FC236}">
                <a16:creationId xmlns:a16="http://schemas.microsoft.com/office/drawing/2014/main" id="{F20EECDE-4BFB-724F-AE26-ED1D088BC93F}"/>
              </a:ext>
            </a:extLst>
          </p:cNvPr>
          <p:cNvSpPr>
            <a:spLocks noGrp="1"/>
          </p:cNvSpPr>
          <p:nvPr>
            <p:ph type="body" sz="quarter" idx="71" hasCustomPrompt="1"/>
          </p:nvPr>
        </p:nvSpPr>
        <p:spPr>
          <a:xfrm>
            <a:off x="10082341" y="1214460"/>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20" name="Text Placeholder 17">
            <a:extLst>
              <a:ext uri="{FF2B5EF4-FFF2-40B4-BE49-F238E27FC236}">
                <a16:creationId xmlns:a16="http://schemas.microsoft.com/office/drawing/2014/main" id="{EDE6543B-D5D2-7C46-B8C6-C70EEAFD8574}"/>
              </a:ext>
            </a:extLst>
          </p:cNvPr>
          <p:cNvSpPr>
            <a:spLocks noGrp="1"/>
          </p:cNvSpPr>
          <p:nvPr>
            <p:ph type="body" sz="quarter" idx="72" hasCustomPrompt="1"/>
          </p:nvPr>
        </p:nvSpPr>
        <p:spPr>
          <a:xfrm>
            <a:off x="10092356" y="3665488"/>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6" name="Text Placeholder 5">
            <a:extLst>
              <a:ext uri="{FF2B5EF4-FFF2-40B4-BE49-F238E27FC236}">
                <a16:creationId xmlns:a16="http://schemas.microsoft.com/office/drawing/2014/main" id="{DC1FED3A-BB9A-2043-9F73-F0D0B0F2F7EA}"/>
              </a:ext>
            </a:extLst>
          </p:cNvPr>
          <p:cNvSpPr>
            <a:spLocks noGrp="1"/>
          </p:cNvSpPr>
          <p:nvPr>
            <p:ph type="body" sz="quarter" idx="73"/>
          </p:nvPr>
        </p:nvSpPr>
        <p:spPr>
          <a:xfrm>
            <a:off x="457200" y="2470151"/>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3" name="Text Placeholder 5">
            <a:extLst>
              <a:ext uri="{FF2B5EF4-FFF2-40B4-BE49-F238E27FC236}">
                <a16:creationId xmlns:a16="http://schemas.microsoft.com/office/drawing/2014/main" id="{63081A8C-D60B-1346-BA6F-2837524E9CDC}"/>
              </a:ext>
            </a:extLst>
          </p:cNvPr>
          <p:cNvSpPr>
            <a:spLocks noGrp="1"/>
          </p:cNvSpPr>
          <p:nvPr>
            <p:ph type="body" sz="quarter" idx="74"/>
          </p:nvPr>
        </p:nvSpPr>
        <p:spPr>
          <a:xfrm>
            <a:off x="3271797" y="2470150"/>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4" name="Text Placeholder 5">
            <a:extLst>
              <a:ext uri="{FF2B5EF4-FFF2-40B4-BE49-F238E27FC236}">
                <a16:creationId xmlns:a16="http://schemas.microsoft.com/office/drawing/2014/main" id="{F560C527-94DF-4D46-89D7-1E7CB3160A88}"/>
              </a:ext>
            </a:extLst>
          </p:cNvPr>
          <p:cNvSpPr>
            <a:spLocks noGrp="1"/>
          </p:cNvSpPr>
          <p:nvPr>
            <p:ph type="body" sz="quarter" idx="75"/>
          </p:nvPr>
        </p:nvSpPr>
        <p:spPr>
          <a:xfrm>
            <a:off x="6050135" y="2463775"/>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5" name="Text Placeholder 5">
            <a:extLst>
              <a:ext uri="{FF2B5EF4-FFF2-40B4-BE49-F238E27FC236}">
                <a16:creationId xmlns:a16="http://schemas.microsoft.com/office/drawing/2014/main" id="{BA8FEE21-FF05-5C45-819F-162DEAFCE567}"/>
              </a:ext>
            </a:extLst>
          </p:cNvPr>
          <p:cNvSpPr>
            <a:spLocks noGrp="1"/>
          </p:cNvSpPr>
          <p:nvPr>
            <p:ph type="body" sz="quarter" idx="76"/>
          </p:nvPr>
        </p:nvSpPr>
        <p:spPr>
          <a:xfrm>
            <a:off x="8876805" y="2463774"/>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6" name="Text Placeholder 5">
            <a:extLst>
              <a:ext uri="{FF2B5EF4-FFF2-40B4-BE49-F238E27FC236}">
                <a16:creationId xmlns:a16="http://schemas.microsoft.com/office/drawing/2014/main" id="{4E713894-D65E-8D4F-8901-40EB76536394}"/>
              </a:ext>
            </a:extLst>
          </p:cNvPr>
          <p:cNvSpPr>
            <a:spLocks noGrp="1"/>
          </p:cNvSpPr>
          <p:nvPr>
            <p:ph type="body" sz="quarter" idx="77"/>
          </p:nvPr>
        </p:nvSpPr>
        <p:spPr>
          <a:xfrm>
            <a:off x="457200" y="4891549"/>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7" name="Text Placeholder 5">
            <a:extLst>
              <a:ext uri="{FF2B5EF4-FFF2-40B4-BE49-F238E27FC236}">
                <a16:creationId xmlns:a16="http://schemas.microsoft.com/office/drawing/2014/main" id="{F844F3E7-4948-4D44-A187-04DCFBC2FD2D}"/>
              </a:ext>
            </a:extLst>
          </p:cNvPr>
          <p:cNvSpPr>
            <a:spLocks noGrp="1"/>
          </p:cNvSpPr>
          <p:nvPr>
            <p:ph type="body" sz="quarter" idx="78"/>
          </p:nvPr>
        </p:nvSpPr>
        <p:spPr>
          <a:xfrm>
            <a:off x="3271797" y="4891547"/>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8" name="Text Placeholder 5">
            <a:extLst>
              <a:ext uri="{FF2B5EF4-FFF2-40B4-BE49-F238E27FC236}">
                <a16:creationId xmlns:a16="http://schemas.microsoft.com/office/drawing/2014/main" id="{32A66BCD-68C9-C746-B585-18E0FA191A79}"/>
              </a:ext>
            </a:extLst>
          </p:cNvPr>
          <p:cNvSpPr>
            <a:spLocks noGrp="1"/>
          </p:cNvSpPr>
          <p:nvPr>
            <p:ph type="body" sz="quarter" idx="79"/>
          </p:nvPr>
        </p:nvSpPr>
        <p:spPr>
          <a:xfrm>
            <a:off x="6050135" y="4885173"/>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9" name="Text Placeholder 5">
            <a:extLst>
              <a:ext uri="{FF2B5EF4-FFF2-40B4-BE49-F238E27FC236}">
                <a16:creationId xmlns:a16="http://schemas.microsoft.com/office/drawing/2014/main" id="{153E9A74-691A-7F43-A556-D69EE86D9603}"/>
              </a:ext>
            </a:extLst>
          </p:cNvPr>
          <p:cNvSpPr>
            <a:spLocks noGrp="1"/>
          </p:cNvSpPr>
          <p:nvPr>
            <p:ph type="body" sz="quarter" idx="80"/>
          </p:nvPr>
        </p:nvSpPr>
        <p:spPr>
          <a:xfrm>
            <a:off x="8876805" y="4885171"/>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Tree>
    <p:extLst>
      <p:ext uri="{BB962C8B-B14F-4D97-AF65-F5344CB8AC3E}">
        <p14:creationId xmlns:p14="http://schemas.microsoft.com/office/powerpoint/2010/main" val="10894322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Section Header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7825" y="1378817"/>
            <a:ext cx="9468000" cy="3214287"/>
          </a:xfrm>
        </p:spPr>
        <p:txBody>
          <a:bodyPr anchor="ctr"/>
          <a:lstStyle>
            <a:lvl1pPr>
              <a:defRPr sz="5751">
                <a:solidFill>
                  <a:schemeClr val="bg1"/>
                </a:solidFill>
              </a:defRPr>
            </a:lvl1pPr>
          </a:lstStyle>
          <a:p>
            <a:r>
              <a:rPr lang="en-US"/>
              <a:t>Click to edit Master title style</a:t>
            </a:r>
          </a:p>
        </p:txBody>
      </p:sp>
      <p:sp>
        <p:nvSpPr>
          <p:cNvPr id="6" name="Rectangle 5">
            <a:extLst>
              <a:ext uri="{FF2B5EF4-FFF2-40B4-BE49-F238E27FC236}">
                <a16:creationId xmlns:a16="http://schemas.microsoft.com/office/drawing/2014/main" id="{9A5BD75A-6B61-9441-8CE4-F0FC479087C4}"/>
              </a:ext>
            </a:extLst>
          </p:cNvPr>
          <p:cNvSpPr/>
          <p:nvPr userDrawn="1"/>
        </p:nvSpPr>
        <p:spPr>
          <a:xfrm>
            <a:off x="1" y="6183203"/>
            <a:ext cx="12192000" cy="670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 name="Slide Number Placeholder 2">
            <a:extLst>
              <a:ext uri="{FF2B5EF4-FFF2-40B4-BE49-F238E27FC236}">
                <a16:creationId xmlns:a16="http://schemas.microsoft.com/office/drawing/2014/main" id="{78C2C004-DB56-8047-9E50-3078696689BE}"/>
              </a:ext>
            </a:extLst>
          </p:cNvPr>
          <p:cNvSpPr>
            <a:spLocks noGrp="1"/>
          </p:cNvSpPr>
          <p:nvPr>
            <p:ph type="sldNum" sz="quarter" idx="10"/>
          </p:nvPr>
        </p:nvSpPr>
        <p:spPr/>
        <p:txBody>
          <a:bodyPr/>
          <a:lstStyle/>
          <a:p>
            <a:fld id="{7D18A8FE-DFC8-4843-AEF2-DE4DB0CF7D65}" type="slidenum">
              <a:rPr lang="en-US" smtClean="0"/>
              <a:pPr/>
              <a:t>‹#›</a:t>
            </a:fld>
            <a:endParaRPr lang="en-US"/>
          </a:p>
        </p:txBody>
      </p:sp>
      <p:pic>
        <p:nvPicPr>
          <p:cNvPr id="8" name="Graphic 12">
            <a:extLst>
              <a:ext uri="{FF2B5EF4-FFF2-40B4-BE49-F238E27FC236}">
                <a16:creationId xmlns:a16="http://schemas.microsoft.com/office/drawing/2014/main" id="{B10C90B1-4A2A-4756-A976-A1F4FE54692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196825565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A0D93C59-0F95-6442-A8BF-7DDE07DA82C7}"/>
              </a:ext>
            </a:extLst>
          </p:cNvPr>
          <p:cNvSpPr/>
          <p:nvPr userDrawn="1"/>
        </p:nvSpPr>
        <p:spPr>
          <a:xfrm>
            <a:off x="10342179" y="5402111"/>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8" name="Graphic 12">
            <a:extLst>
              <a:ext uri="{FF2B5EF4-FFF2-40B4-BE49-F238E27FC236}">
                <a16:creationId xmlns:a16="http://schemas.microsoft.com/office/drawing/2014/main" id="{8B63C88B-0FAC-FB42-B6F4-80D1A529DCA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870315" y="5730225"/>
            <a:ext cx="2451372" cy="526468"/>
          </a:xfrm>
          <a:prstGeom prst="rect">
            <a:avLst/>
          </a:prstGeom>
        </p:spPr>
      </p:pic>
      <p:sp>
        <p:nvSpPr>
          <p:cNvPr id="10" name="Freeform 9">
            <a:extLst>
              <a:ext uri="{FF2B5EF4-FFF2-40B4-BE49-F238E27FC236}">
                <a16:creationId xmlns:a16="http://schemas.microsoft.com/office/drawing/2014/main" id="{BD712132-CDEC-3641-9E3D-94726B2F1A29}"/>
              </a:ext>
            </a:extLst>
          </p:cNvPr>
          <p:cNvSpPr/>
          <p:nvPr userDrawn="1"/>
        </p:nvSpPr>
        <p:spPr>
          <a:xfrm>
            <a:off x="2975751" y="-1"/>
            <a:ext cx="909296" cy="468852"/>
          </a:xfrm>
          <a:custGeom>
            <a:avLst/>
            <a:gdLst>
              <a:gd name="connsiteX0" fmla="*/ 2151 w 681972"/>
              <a:gd name="connsiteY0" fmla="*/ 0 h 351639"/>
              <a:gd name="connsiteX1" fmla="*/ 679821 w 681972"/>
              <a:gd name="connsiteY1" fmla="*/ 0 h 351639"/>
              <a:gd name="connsiteX2" fmla="*/ 681972 w 681972"/>
              <a:gd name="connsiteY2" fmla="*/ 10653 h 351639"/>
              <a:gd name="connsiteX3" fmla="*/ 340986 w 681972"/>
              <a:gd name="connsiteY3" fmla="*/ 351639 h 351639"/>
              <a:gd name="connsiteX4" fmla="*/ 0 w 681972"/>
              <a:gd name="connsiteY4" fmla="*/ 10653 h 35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9">
                <a:moveTo>
                  <a:pt x="2151" y="0"/>
                </a:moveTo>
                <a:lnTo>
                  <a:pt x="679821" y="0"/>
                </a:lnTo>
                <a:lnTo>
                  <a:pt x="681972" y="10653"/>
                </a:lnTo>
                <a:cubicBezTo>
                  <a:pt x="681972" y="198974"/>
                  <a:pt x="529307" y="351639"/>
                  <a:pt x="340986" y="351639"/>
                </a:cubicBezTo>
                <a:cubicBezTo>
                  <a:pt x="152665" y="351639"/>
                  <a:pt x="0" y="198974"/>
                  <a:pt x="0" y="10653"/>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AB6A8D74-240E-094D-9B42-F592AEF534A3}"/>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TextBox 11">
            <a:extLst>
              <a:ext uri="{FF2B5EF4-FFF2-40B4-BE49-F238E27FC236}">
                <a16:creationId xmlns:a16="http://schemas.microsoft.com/office/drawing/2014/main" id="{4D75B536-EBC7-4B40-8C47-A4B1834E410D}"/>
              </a:ext>
            </a:extLst>
          </p:cNvPr>
          <p:cNvSpPr txBox="1"/>
          <p:nvPr userDrawn="1"/>
        </p:nvSpPr>
        <p:spPr>
          <a:xfrm>
            <a:off x="0" y="2897304"/>
            <a:ext cx="12192000" cy="985648"/>
          </a:xfrm>
          <a:prstGeom prst="rect">
            <a:avLst/>
          </a:prstGeom>
          <a:noFill/>
        </p:spPr>
        <p:txBody>
          <a:bodyPr wrap="square" rtlCol="0" anchor="ctr">
            <a:noAutofit/>
          </a:bodyPr>
          <a:lstStyle/>
          <a:p>
            <a:pPr algn="ctr"/>
            <a:r>
              <a:rPr lang="en-US" sz="4800" b="1">
                <a:solidFill>
                  <a:srgbClr val="171717"/>
                </a:solidFill>
                <a:latin typeface="+mj-lt"/>
                <a:ea typeface="+mj-ea"/>
                <a:cs typeface="Arial" panose="020B0604020202020204" pitchFamily="34" charset="0"/>
              </a:rPr>
              <a:t>Thank you</a:t>
            </a:r>
            <a:endParaRPr lang="en-US" sz="2400">
              <a:latin typeface="+mj-lt"/>
            </a:endParaRPr>
          </a:p>
        </p:txBody>
      </p:sp>
      <p:sp>
        <p:nvSpPr>
          <p:cNvPr id="13" name="Content Placeholder 2">
            <a:extLst>
              <a:ext uri="{FF2B5EF4-FFF2-40B4-BE49-F238E27FC236}">
                <a16:creationId xmlns:a16="http://schemas.microsoft.com/office/drawing/2014/main" id="{F5974BA7-AD04-7A43-81DD-B98B549B07CB}"/>
              </a:ext>
            </a:extLst>
          </p:cNvPr>
          <p:cNvSpPr txBox="1">
            <a:spLocks/>
          </p:cNvSpPr>
          <p:nvPr userDrawn="1"/>
        </p:nvSpPr>
        <p:spPr>
          <a:xfrm>
            <a:off x="-1375" y="6508319"/>
            <a:ext cx="12192000" cy="280108"/>
          </a:xfrm>
          <a:prstGeom prst="rect">
            <a:avLst/>
          </a:prstGeom>
        </p:spPr>
        <p:txBody>
          <a:bodyPr/>
          <a:lstStyle>
            <a:lvl1pPr marL="171450" indent="-171450" algn="l" defTabSz="685800" rtl="0" eaLnBrk="1" latinLnBrk="0" hangingPunct="1">
              <a:lnSpc>
                <a:spcPct val="90000"/>
              </a:lnSpc>
              <a:spcBef>
                <a:spcPts val="750"/>
              </a:spcBef>
              <a:buClr>
                <a:schemeClr val="accent2"/>
              </a:buClr>
              <a:buSzPct val="120000"/>
              <a:buFont typeface="Arial" panose="020B0604020202020204" pitchFamily="34" charset="0"/>
              <a:buChar char="•"/>
              <a:tabLst/>
              <a:defRPr sz="2000" kern="1200">
                <a:solidFill>
                  <a:schemeClr val="tx1"/>
                </a:solidFill>
                <a:latin typeface="+mn-lt"/>
                <a:ea typeface="+mn-ea"/>
                <a:cs typeface="+mn-cs"/>
              </a:defRPr>
            </a:lvl1pPr>
            <a:lvl2pPr marL="573088" indent="-168275" algn="l" defTabSz="685800" rtl="0" eaLnBrk="1" latinLnBrk="0" hangingPunct="1">
              <a:lnSpc>
                <a:spcPct val="90000"/>
              </a:lnSpc>
              <a:spcBef>
                <a:spcPts val="375"/>
              </a:spcBef>
              <a:buFont typeface="System Font Regular"/>
              <a:buChar char="–"/>
              <a:tabLst/>
              <a:defRPr sz="1800" kern="1200">
                <a:solidFill>
                  <a:schemeClr val="tx1"/>
                </a:solidFill>
                <a:latin typeface="+mn-lt"/>
                <a:ea typeface="+mn-ea"/>
                <a:cs typeface="+mn-cs"/>
              </a:defRPr>
            </a:lvl2pPr>
            <a:lvl3pPr marL="749300" indent="-176213" algn="l" defTabSz="685800" rtl="0" eaLnBrk="1" latinLnBrk="0" hangingPunct="1">
              <a:lnSpc>
                <a:spcPct val="90000"/>
              </a:lnSpc>
              <a:spcBef>
                <a:spcPts val="375"/>
              </a:spcBef>
              <a:buFont typeface="Wingdings" pitchFamily="2" charset="2"/>
              <a:buChar char="§"/>
              <a:tabLst/>
              <a:defRPr sz="1800" kern="1200">
                <a:solidFill>
                  <a:schemeClr val="tx1"/>
                </a:solidFill>
                <a:latin typeface="+mn-lt"/>
                <a:ea typeface="+mn-ea"/>
                <a:cs typeface="+mn-cs"/>
              </a:defRPr>
            </a:lvl3pPr>
            <a:lvl4pPr marL="863600" indent="-190500" algn="l" defTabSz="685800" rtl="0" eaLnBrk="1" latinLnBrk="0" hangingPunct="1">
              <a:lnSpc>
                <a:spcPct val="90000"/>
              </a:lnSpc>
              <a:spcBef>
                <a:spcPts val="375"/>
              </a:spcBef>
              <a:buFont typeface="Courier New" panose="02070309020205020404" pitchFamily="49" charset="0"/>
              <a:buChar char="o"/>
              <a:tabLst/>
              <a:defRPr sz="1800" kern="1200">
                <a:solidFill>
                  <a:schemeClr val="tx1"/>
                </a:solidFill>
                <a:latin typeface="+mn-lt"/>
                <a:ea typeface="+mn-ea"/>
                <a:cs typeface="+mn-cs"/>
              </a:defRPr>
            </a:lvl4pPr>
            <a:lvl5pPr marL="1031875" indent="-168275" algn="l" defTabSz="685800" rtl="0" eaLnBrk="1" latinLnBrk="0" hangingPunct="1">
              <a:lnSpc>
                <a:spcPct val="90000"/>
              </a:lnSpc>
              <a:spcBef>
                <a:spcPts val="375"/>
              </a:spcBef>
              <a:buFont typeface="Arial" panose="020B0604020202020204" pitchFamily="34" charset="0"/>
              <a:buChar char="•"/>
              <a:tabLst/>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00000"/>
              </a:lnSpc>
              <a:spcBef>
                <a:spcPts val="0"/>
              </a:spcBef>
              <a:buNone/>
            </a:pPr>
            <a:r>
              <a:rPr lang="en-US" sz="800" dirty="0">
                <a:latin typeface="Montserrat" pitchFamily="2" charset="77"/>
              </a:rPr>
              <a:t>© 2025 Organon group of companies. All rights reserved. ORGANON and the ORGANON Logo are trademarks of the Organon group of companies.					                     </a:t>
            </a:r>
          </a:p>
          <a:p>
            <a:pPr marL="0" indent="0">
              <a:lnSpc>
                <a:spcPct val="100000"/>
              </a:lnSpc>
              <a:spcBef>
                <a:spcPts val="0"/>
              </a:spcBef>
              <a:buNone/>
            </a:pPr>
            <a:r>
              <a:rPr lang="en-US" sz="800" dirty="0">
                <a:latin typeface="Montserrat" pitchFamily="2" charset="77"/>
              </a:rPr>
              <a:t>US-NON-111219     09/25</a:t>
            </a:r>
            <a:br>
              <a:rPr lang="en-US" sz="800" dirty="0">
                <a:latin typeface="Montserrat" pitchFamily="2" charset="77"/>
              </a:rPr>
            </a:br>
            <a:endParaRPr lang="en-US" sz="800" dirty="0">
              <a:latin typeface="Montserrat" pitchFamily="2" charset="77"/>
            </a:endParaRPr>
          </a:p>
        </p:txBody>
      </p:sp>
    </p:spTree>
    <p:extLst>
      <p:ext uri="{BB962C8B-B14F-4D97-AF65-F5344CB8AC3E}">
        <p14:creationId xmlns:p14="http://schemas.microsoft.com/office/powerpoint/2010/main" val="343453455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endParaRPr lang="en-US"/>
          </a:p>
        </p:txBody>
      </p:sp>
      <p:sp>
        <p:nvSpPr>
          <p:cNvPr id="25" name="Slide Number Placeholder 5">
            <a:extLst>
              <a:ext uri="{FF2B5EF4-FFF2-40B4-BE49-F238E27FC236}">
                <a16:creationId xmlns:a16="http://schemas.microsoft.com/office/drawing/2014/main" id="{158CE639-514C-2A4F-986C-11AB4BAB7D0E}"/>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8" name="Freeform 7">
            <a:extLst>
              <a:ext uri="{FF2B5EF4-FFF2-40B4-BE49-F238E27FC236}">
                <a16:creationId xmlns:a16="http://schemas.microsoft.com/office/drawing/2014/main" id="{70F3D363-33B2-1C4F-91D8-A055D064E0FA}"/>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72027493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Divider Slide">
    <p:spTree>
      <p:nvGrpSpPr>
        <p:cNvPr id="1" name=""/>
        <p:cNvGrpSpPr/>
        <p:nvPr/>
      </p:nvGrpSpPr>
      <p:grpSpPr>
        <a:xfrm>
          <a:off x="0" y="0"/>
          <a:ext cx="0" cy="0"/>
          <a:chOff x="0" y="0"/>
          <a:chExt cx="0" cy="0"/>
        </a:xfrm>
      </p:grpSpPr>
      <p:graphicFrame>
        <p:nvGraphicFramePr>
          <p:cNvPr id="19" name="Object 18" hidden="1"/>
          <p:cNvGraphicFramePr>
            <a:graphicFrameLocks noChangeAspect="1"/>
          </p:cNvGraphicFramePr>
          <p:nvPr userDrawn="1">
            <p:custDataLst>
              <p:tags r:id="rId1"/>
            </p:custDataLst>
            <p:extLst>
              <p:ext uri="{D42A27DB-BD31-4B8C-83A1-F6EECF244321}">
                <p14:modId xmlns:p14="http://schemas.microsoft.com/office/powerpoint/2010/main" val="446707613"/>
              </p:ext>
            </p:ext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19" name="Object 18" hidden="1"/>
                      <p:cNvPicPr/>
                      <p:nvPr/>
                    </p:nvPicPr>
                    <p:blipFill>
                      <a:blip r:embed="rId5"/>
                      <a:stretch>
                        <a:fillRect/>
                      </a:stretch>
                    </p:blipFill>
                    <p:spPr>
                      <a:xfrm>
                        <a:off x="2119" y="2119"/>
                        <a:ext cx="2117" cy="2117"/>
                      </a:xfrm>
                      <a:prstGeom prst="rect">
                        <a:avLst/>
                      </a:prstGeom>
                    </p:spPr>
                  </p:pic>
                </p:oleObj>
              </mc:Fallback>
            </mc:AlternateContent>
          </a:graphicData>
        </a:graphic>
      </p:graphicFrame>
      <p:sp>
        <p:nvSpPr>
          <p:cNvPr id="18" name="Rectangle 17" hidden="1"/>
          <p:cNvSpPr/>
          <p:nvPr userDrawn="1">
            <p:custDataLst>
              <p:tags r:id="rId2"/>
            </p:custDataLst>
          </p:nvPr>
        </p:nvSpPr>
        <p:spPr>
          <a:xfrm>
            <a:off x="1" y="1"/>
            <a:ext cx="211667" cy="211667"/>
          </a:xfrm>
          <a:prstGeom prst="rect">
            <a:avLst/>
          </a:prstGeom>
          <a:solidFill>
            <a:schemeClr val="tx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3733" b="1" i="0" u="none" strike="noStrike" kern="1200" cap="none" spc="0" normalizeH="0" baseline="0" noProof="0">
              <a:ln>
                <a:noFill/>
              </a:ln>
              <a:solidFill>
                <a:srgbClr val="FFFFFF"/>
              </a:solidFill>
              <a:effectLst/>
              <a:uLnTx/>
              <a:uFillTx/>
              <a:latin typeface="+mn-lt"/>
              <a:ea typeface="+mn-ea"/>
              <a:cs typeface="+mn-cs"/>
              <a:sym typeface="Montserrat" panose="00000500000000000000" pitchFamily="2" charset="0"/>
            </a:endParaRPr>
          </a:p>
        </p:txBody>
      </p:sp>
      <p:grpSp>
        <p:nvGrpSpPr>
          <p:cNvPr id="17" name="Group 16"/>
          <p:cNvGrpSpPr/>
          <p:nvPr userDrawn="1"/>
        </p:nvGrpSpPr>
        <p:grpSpPr>
          <a:xfrm>
            <a:off x="2" y="0"/>
            <a:ext cx="11251473" cy="6551253"/>
            <a:chOff x="0" y="0"/>
            <a:chExt cx="8438605" cy="4913440"/>
          </a:xfrm>
        </p:grpSpPr>
        <p:sp>
          <p:nvSpPr>
            <p:cNvPr id="14" name="Oval 13">
              <a:extLst>
                <a:ext uri="{FF2B5EF4-FFF2-40B4-BE49-F238E27FC236}">
                  <a16:creationId xmlns:a16="http://schemas.microsoft.com/office/drawing/2014/main" id="{00E93B47-1235-C54B-81D2-D02E94505843}"/>
                </a:ext>
              </a:extLst>
            </p:cNvPr>
            <p:cNvSpPr/>
            <p:nvPr userDrawn="1"/>
          </p:nvSpPr>
          <p:spPr>
            <a:xfrm>
              <a:off x="2127485" y="4231469"/>
              <a:ext cx="681971" cy="681971"/>
            </a:xfrm>
            <a:prstGeom prst="ellipse">
              <a:avLst/>
            </a:prstGeom>
            <a:solidFill>
              <a:srgbClr val="54B948"/>
            </a:solidFill>
            <a:ln w="12700" cap="flat" cmpd="sng" algn="ctr">
              <a:noFill/>
              <a:prstDash val="solid"/>
              <a:miter lim="800000"/>
            </a:ln>
            <a:effectLst/>
          </p:spPr>
          <p:txBody>
            <a:bodyPr rtlCol="0" anchor="ctr"/>
            <a:lstStyle/>
            <a:p>
              <a:pPr marL="0" marR="0" lvl="0" indent="0" algn="ctr" defTabSz="6095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FFFFFF"/>
                </a:solidFill>
                <a:effectLst/>
                <a:uLnTx/>
                <a:uFillTx/>
                <a:latin typeface="+mn-lt"/>
                <a:ea typeface="+mn-ea"/>
                <a:cs typeface="+mn-cs"/>
              </a:endParaRPr>
            </a:p>
          </p:txBody>
        </p:sp>
        <p:sp>
          <p:nvSpPr>
            <p:cNvPr id="15" name="Freeform 14">
              <a:extLst>
                <a:ext uri="{FF2B5EF4-FFF2-40B4-BE49-F238E27FC236}">
                  <a16:creationId xmlns:a16="http://schemas.microsoft.com/office/drawing/2014/main" id="{74AFD015-0D1F-3547-8CF1-90942E7ACF2E}"/>
                </a:ext>
              </a:extLst>
            </p:cNvPr>
            <p:cNvSpPr/>
            <p:nvPr userDrawn="1"/>
          </p:nvSpPr>
          <p:spPr>
            <a:xfrm>
              <a:off x="7756633" y="0"/>
              <a:ext cx="681972" cy="351638"/>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rgbClr val="1B4198"/>
            </a:solidFill>
            <a:ln w="12700" cap="flat" cmpd="sng" algn="ctr">
              <a:noFill/>
              <a:prstDash val="solid"/>
              <a:miter lim="800000"/>
            </a:ln>
            <a:effectLst/>
          </p:spPr>
          <p:txBody>
            <a:bodyPr wrap="square" rtlCol="0" anchor="ctr">
              <a:noAutofit/>
            </a:bodyPr>
            <a:lstStyle/>
            <a:p>
              <a:pPr marL="0" marR="0" lvl="0" indent="0" algn="ctr" defTabSz="6095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FFFFFF"/>
                </a:solidFill>
                <a:effectLst/>
                <a:uLnTx/>
                <a:uFillTx/>
                <a:latin typeface="+mn-lt"/>
                <a:ea typeface="+mn-ea"/>
                <a:cs typeface="+mn-cs"/>
              </a:endParaRPr>
            </a:p>
          </p:txBody>
        </p:sp>
        <p:sp>
          <p:nvSpPr>
            <p:cNvPr id="16" name="Freeform 15">
              <a:extLst>
                <a:ext uri="{FF2B5EF4-FFF2-40B4-BE49-F238E27FC236}">
                  <a16:creationId xmlns:a16="http://schemas.microsoft.com/office/drawing/2014/main" id="{B74D8618-1342-4C42-94BD-C150DF3C1928}"/>
                </a:ext>
              </a:extLst>
            </p:cNvPr>
            <p:cNvSpPr/>
            <p:nvPr userDrawn="1"/>
          </p:nvSpPr>
          <p:spPr>
            <a:xfrm>
              <a:off x="0" y="1421025"/>
              <a:ext cx="1408542" cy="681972"/>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rgbClr val="E20177"/>
            </a:solidFill>
            <a:ln w="12700" cap="flat" cmpd="sng" algn="ctr">
              <a:noFill/>
              <a:prstDash val="solid"/>
              <a:miter lim="800000"/>
            </a:ln>
            <a:effectLst/>
          </p:spPr>
          <p:txBody>
            <a:bodyPr wrap="square" rtlCol="0" anchor="ctr">
              <a:noAutofit/>
            </a:bodyPr>
            <a:lstStyle/>
            <a:p>
              <a:pPr marL="0" marR="0" lvl="0" indent="0" algn="ctr" defTabSz="6095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FFFFFF"/>
                </a:solidFill>
                <a:effectLst/>
                <a:uLnTx/>
                <a:uFillTx/>
                <a:latin typeface="+mn-lt"/>
                <a:ea typeface="+mn-ea"/>
                <a:cs typeface="+mn-cs"/>
              </a:endParaRPr>
            </a:p>
          </p:txBody>
        </p:sp>
      </p:grpSp>
      <p:sp>
        <p:nvSpPr>
          <p:cNvPr id="12" name="Date Placeholder 2"/>
          <p:cNvSpPr>
            <a:spLocks noGrp="1"/>
          </p:cNvSpPr>
          <p:nvPr>
            <p:ph type="dt" sz="half" idx="10"/>
          </p:nvPr>
        </p:nvSpPr>
        <p:spPr>
          <a:xfrm>
            <a:off x="8336281" y="6514010"/>
            <a:ext cx="1482051" cy="123111"/>
          </a:xfrm>
          <a:prstGeom prst="rect">
            <a:avLst/>
          </a:prstGeom>
        </p:spPr>
        <p:txBody>
          <a:bodyPr/>
          <a:lstStyle>
            <a:lvl1pPr>
              <a:defRPr sz="800">
                <a:solidFill>
                  <a:schemeClr val="bg1"/>
                </a:solidFill>
                <a:latin typeface="+mn-lt"/>
                <a:ea typeface="+mn-ea"/>
                <a:cs typeface="+mn-cs"/>
                <a:sym typeface="+mn-lt"/>
              </a:defRPr>
            </a:lvl1pPr>
          </a:lstStyle>
          <a:p>
            <a:endParaRPr lang="en-US">
              <a:solidFill>
                <a:srgbClr val="FFFFFF"/>
              </a:solidFill>
            </a:endParaRPr>
          </a:p>
        </p:txBody>
      </p:sp>
      <p:sp>
        <p:nvSpPr>
          <p:cNvPr id="2" name="Title 1"/>
          <p:cNvSpPr>
            <a:spLocks noGrp="1"/>
          </p:cNvSpPr>
          <p:nvPr>
            <p:ph type="title"/>
          </p:nvPr>
        </p:nvSpPr>
        <p:spPr>
          <a:xfrm>
            <a:off x="460464" y="2897304"/>
            <a:ext cx="10515600" cy="985648"/>
          </a:xfrm>
        </p:spPr>
        <p:txBody>
          <a:bodyPr vert="horz"/>
          <a:lstStyle>
            <a:lvl1pPr>
              <a:defRPr sz="3600" b="1">
                <a:latin typeface="+mj-lt"/>
                <a:ea typeface="+mj-ea"/>
                <a:cs typeface="+mj-cs"/>
              </a:defRPr>
            </a:lvl1pPr>
          </a:lstStyle>
          <a:p>
            <a:r>
              <a:rPr lang="en-US"/>
              <a:t>Click to edit Master title style</a:t>
            </a:r>
          </a:p>
        </p:txBody>
      </p:sp>
      <p:sp>
        <p:nvSpPr>
          <p:cNvPr id="23" name="Text Placeholder 22"/>
          <p:cNvSpPr>
            <a:spLocks noGrp="1"/>
          </p:cNvSpPr>
          <p:nvPr>
            <p:ph type="body" sz="quarter" idx="11"/>
          </p:nvPr>
        </p:nvSpPr>
        <p:spPr>
          <a:xfrm>
            <a:off x="457200" y="4025416"/>
            <a:ext cx="10538293" cy="684208"/>
          </a:xfrm>
        </p:spPr>
        <p:txBody>
          <a:bodyPr/>
          <a:lstStyle>
            <a:lvl1pPr>
              <a:defRPr sz="2800" b="0">
                <a:latin typeface="+mn-lt"/>
                <a:ea typeface="+mn-ea"/>
                <a:cs typeface="+mn-cs"/>
              </a:defRPr>
            </a:lvl1pPr>
          </a:lstStyle>
          <a:p>
            <a:pPr lvl="0"/>
            <a:r>
              <a:rPr lang="en-US"/>
              <a:t>Click to edit Master text styles</a:t>
            </a:r>
          </a:p>
        </p:txBody>
      </p:sp>
      <p:pic>
        <p:nvPicPr>
          <p:cNvPr id="20" name="Graphic 9">
            <a:extLst>
              <a:ext uri="{FF2B5EF4-FFF2-40B4-BE49-F238E27FC236}">
                <a16:creationId xmlns:a16="http://schemas.microsoft.com/office/drawing/2014/main" id="{D3FE0F32-6A39-2143-8C31-4818256ECAE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5446882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2_Title and Content w/Picture no/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a:extLst>
              <a:ext uri="{FF2B5EF4-FFF2-40B4-BE49-F238E27FC236}">
                <a16:creationId xmlns:a16="http://schemas.microsoft.com/office/drawing/2014/main" id="{F6C2E4E1-C590-2644-8C95-107E509DCB05}"/>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1" name="Freeform 20">
            <a:extLst>
              <a:ext uri="{FF2B5EF4-FFF2-40B4-BE49-F238E27FC236}">
                <a16:creationId xmlns:a16="http://schemas.microsoft.com/office/drawing/2014/main" id="{C59BA2E4-1225-9E46-AE3D-23BB0E38630E}"/>
              </a:ext>
            </a:extLst>
          </p:cNvPr>
          <p:cNvSpPr/>
          <p:nvPr userDrawn="1"/>
        </p:nvSpPr>
        <p:spPr>
          <a:xfrm>
            <a:off x="11700461" y="446468"/>
            <a:ext cx="491543" cy="479013"/>
          </a:xfrm>
          <a:custGeom>
            <a:avLst/>
            <a:gdLst>
              <a:gd name="connsiteX0" fmla="*/ 0 w 368657"/>
              <a:gd name="connsiteY0" fmla="*/ 179629 h 359260"/>
              <a:gd name="connsiteX1" fmla="*/ 0 w 368657"/>
              <a:gd name="connsiteY1" fmla="*/ 179630 h 359260"/>
              <a:gd name="connsiteX2" fmla="*/ 0 w 368657"/>
              <a:gd name="connsiteY2" fmla="*/ 179630 h 359260"/>
              <a:gd name="connsiteX3" fmla="*/ 179630 w 368657"/>
              <a:gd name="connsiteY3" fmla="*/ 0 h 359260"/>
              <a:gd name="connsiteX4" fmla="*/ 368657 w 368657"/>
              <a:gd name="connsiteY4" fmla="*/ 0 h 359260"/>
              <a:gd name="connsiteX5" fmla="*/ 368657 w 368657"/>
              <a:gd name="connsiteY5" fmla="*/ 359260 h 359260"/>
              <a:gd name="connsiteX6" fmla="*/ 179630 w 368657"/>
              <a:gd name="connsiteY6" fmla="*/ 359259 h 359260"/>
              <a:gd name="connsiteX7" fmla="*/ 14116 w 368657"/>
              <a:gd name="connsiteY7" fmla="*/ 249549 h 359260"/>
              <a:gd name="connsiteX8" fmla="*/ 0 w 368657"/>
              <a:gd name="connsiteY8" fmla="*/ 179630 h 359260"/>
              <a:gd name="connsiteX9" fmla="*/ 14116 w 368657"/>
              <a:gd name="connsiteY9" fmla="*/ 109710 h 359260"/>
              <a:gd name="connsiteX10" fmla="*/ 179630 w 368657"/>
              <a:gd name="connsiteY10" fmla="*/ 0 h 35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657" h="359260">
                <a:moveTo>
                  <a:pt x="0" y="179629"/>
                </a:moveTo>
                <a:lnTo>
                  <a:pt x="0" y="179630"/>
                </a:lnTo>
                <a:lnTo>
                  <a:pt x="0" y="179630"/>
                </a:lnTo>
                <a:close/>
                <a:moveTo>
                  <a:pt x="179630" y="0"/>
                </a:moveTo>
                <a:lnTo>
                  <a:pt x="368657" y="0"/>
                </a:lnTo>
                <a:lnTo>
                  <a:pt x="368657" y="359260"/>
                </a:lnTo>
                <a:lnTo>
                  <a:pt x="179630" y="359259"/>
                </a:lnTo>
                <a:cubicBezTo>
                  <a:pt x="105225" y="359259"/>
                  <a:pt x="41386" y="314021"/>
                  <a:pt x="14116" y="249549"/>
                </a:cubicBezTo>
                <a:lnTo>
                  <a:pt x="0" y="179630"/>
                </a:lnTo>
                <a:lnTo>
                  <a:pt x="14116" y="109710"/>
                </a:lnTo>
                <a:cubicBezTo>
                  <a:pt x="41386" y="45238"/>
                  <a:pt x="105225" y="0"/>
                  <a:pt x="17963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6" name="Oval 15">
            <a:extLst>
              <a:ext uri="{FF2B5EF4-FFF2-40B4-BE49-F238E27FC236}">
                <a16:creationId xmlns:a16="http://schemas.microsoft.com/office/drawing/2014/main" id="{623BEB02-8936-C64C-90E5-34C9FAD17301}"/>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Freeform 19">
            <a:extLst>
              <a:ext uri="{FF2B5EF4-FFF2-40B4-BE49-F238E27FC236}">
                <a16:creationId xmlns:a16="http://schemas.microsoft.com/office/drawing/2014/main" id="{20F1CE2F-F236-0D4F-8B3A-B0E6ECB7570C}"/>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9" name="Graphic 18">
            <a:extLst>
              <a:ext uri="{FF2B5EF4-FFF2-40B4-BE49-F238E27FC236}">
                <a16:creationId xmlns:a16="http://schemas.microsoft.com/office/drawing/2014/main" id="{3673E506-FF6F-1149-B70E-45234714224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405" b="31086"/>
          <a:stretch/>
        </p:blipFill>
        <p:spPr>
          <a:xfrm>
            <a:off x="9982200" y="6417733"/>
            <a:ext cx="1783080" cy="369195"/>
          </a:xfrm>
          <a:prstGeom prst="rect">
            <a:avLst/>
          </a:prstGeom>
        </p:spPr>
      </p:pic>
    </p:spTree>
    <p:extLst>
      <p:ext uri="{BB962C8B-B14F-4D97-AF65-F5344CB8AC3E}">
        <p14:creationId xmlns:p14="http://schemas.microsoft.com/office/powerpoint/2010/main" val="360371576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5_Custom Layout">
    <p:spTree>
      <p:nvGrpSpPr>
        <p:cNvPr id="1" name=""/>
        <p:cNvGrpSpPr/>
        <p:nvPr/>
      </p:nvGrpSpPr>
      <p:grpSpPr>
        <a:xfrm>
          <a:off x="0" y="0"/>
          <a:ext cx="0" cy="0"/>
          <a:chOff x="0" y="0"/>
          <a:chExt cx="0" cy="0"/>
        </a:xfrm>
      </p:grpSpPr>
      <p:sp>
        <p:nvSpPr>
          <p:cNvPr id="32" name="Freeform 31">
            <a:extLst>
              <a:ext uri="{FF2B5EF4-FFF2-40B4-BE49-F238E27FC236}">
                <a16:creationId xmlns:a16="http://schemas.microsoft.com/office/drawing/2014/main" id="{03C1C5D1-536D-AD42-ADF1-44F2EFD99432}"/>
              </a:ext>
            </a:extLst>
          </p:cNvPr>
          <p:cNvSpPr/>
          <p:nvPr userDrawn="1"/>
        </p:nvSpPr>
        <p:spPr>
          <a:xfrm>
            <a:off x="-61731" y="320418"/>
            <a:ext cx="7585276" cy="6217164"/>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8" name="Title 7">
            <a:extLst>
              <a:ext uri="{FF2B5EF4-FFF2-40B4-BE49-F238E27FC236}">
                <a16:creationId xmlns:a16="http://schemas.microsoft.com/office/drawing/2014/main" id="{9C6B559C-6BA8-2744-9FFD-AC23A0A1BCDA}"/>
              </a:ext>
            </a:extLst>
          </p:cNvPr>
          <p:cNvSpPr>
            <a:spLocks noGrp="1"/>
          </p:cNvSpPr>
          <p:nvPr>
            <p:ph type="title"/>
          </p:nvPr>
        </p:nvSpPr>
        <p:spPr>
          <a:xfrm>
            <a:off x="571018" y="1632282"/>
            <a:ext cx="4629873" cy="3603529"/>
          </a:xfrm>
        </p:spPr>
        <p:txBody>
          <a:bodyPr anchor="ctr"/>
          <a:lstStyle>
            <a:lvl1pPr>
              <a:defRPr>
                <a:solidFill>
                  <a:schemeClr val="bg1"/>
                </a:solidFill>
              </a:defRPr>
            </a:lvl1pPr>
          </a:lstStyle>
          <a:p>
            <a:r>
              <a:rPr lang="en-US"/>
              <a:t>Click to edit Master title style</a:t>
            </a:r>
          </a:p>
        </p:txBody>
      </p:sp>
      <p:sp>
        <p:nvSpPr>
          <p:cNvPr id="11" name="Oval 10">
            <a:extLst>
              <a:ext uri="{FF2B5EF4-FFF2-40B4-BE49-F238E27FC236}">
                <a16:creationId xmlns:a16="http://schemas.microsoft.com/office/drawing/2014/main" id="{339B9D6A-F5CA-C347-BC53-A21EB0BA6D14}"/>
              </a:ext>
            </a:extLst>
          </p:cNvPr>
          <p:cNvSpPr/>
          <p:nvPr userDrawn="1"/>
        </p:nvSpPr>
        <p:spPr>
          <a:xfrm>
            <a:off x="6255586" y="886145"/>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917710" y="1758174"/>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293470" y="2661059"/>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7293471" y="3789562"/>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934996" y="4752734"/>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Oval 15">
            <a:extLst>
              <a:ext uri="{FF2B5EF4-FFF2-40B4-BE49-F238E27FC236}">
                <a16:creationId xmlns:a16="http://schemas.microsoft.com/office/drawing/2014/main" id="{68E5A7B6-8EDC-E247-96FE-94990C14B37F}"/>
              </a:ext>
            </a:extLst>
          </p:cNvPr>
          <p:cNvSpPr/>
          <p:nvPr userDrawn="1"/>
        </p:nvSpPr>
        <p:spPr>
          <a:xfrm>
            <a:off x="6255587" y="5611077"/>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895062" y="886471"/>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507067" y="1758500"/>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903507" y="2661385"/>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903507" y="3789888"/>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7524354" y="4752733"/>
            <a:ext cx="3689452" cy="406400"/>
          </a:xfrm>
        </p:spPr>
        <p:txBody>
          <a:bodyPr anchor="ctr"/>
          <a:lstStyle/>
          <a:p>
            <a:pPr lvl="0"/>
            <a:r>
              <a:rPr lang="en-US"/>
              <a:t>Click to edit Master text styles</a:t>
            </a:r>
          </a:p>
        </p:txBody>
      </p:sp>
      <p:sp>
        <p:nvSpPr>
          <p:cNvPr id="23" name="Text Placeholder 17">
            <a:extLst>
              <a:ext uri="{FF2B5EF4-FFF2-40B4-BE49-F238E27FC236}">
                <a16:creationId xmlns:a16="http://schemas.microsoft.com/office/drawing/2014/main" id="{524C2451-9287-FD48-B032-D09424DB2174}"/>
              </a:ext>
            </a:extLst>
          </p:cNvPr>
          <p:cNvSpPr>
            <a:spLocks noGrp="1"/>
          </p:cNvSpPr>
          <p:nvPr>
            <p:ph type="body" sz="quarter" idx="15"/>
          </p:nvPr>
        </p:nvSpPr>
        <p:spPr>
          <a:xfrm>
            <a:off x="6895062" y="5611403"/>
            <a:ext cx="3689452" cy="406400"/>
          </a:xfrm>
        </p:spPr>
        <p:txBody>
          <a:bodyPr anchor="ctr"/>
          <a:lstStyle/>
          <a:p>
            <a:pPr lvl="0"/>
            <a:r>
              <a:rPr lang="en-US"/>
              <a:t>Click to edit Master text styles</a:t>
            </a:r>
          </a:p>
        </p:txBody>
      </p:sp>
      <p:sp>
        <p:nvSpPr>
          <p:cNvPr id="35" name="Picture Placeholder 34">
            <a:extLst>
              <a:ext uri="{FF2B5EF4-FFF2-40B4-BE49-F238E27FC236}">
                <a16:creationId xmlns:a16="http://schemas.microsoft.com/office/drawing/2014/main" id="{DB06BBE2-9184-784A-BD49-15A7348C7260}"/>
              </a:ext>
            </a:extLst>
          </p:cNvPr>
          <p:cNvSpPr>
            <a:spLocks noGrp="1"/>
          </p:cNvSpPr>
          <p:nvPr>
            <p:ph type="pic" sz="quarter" idx="16"/>
          </p:nvPr>
        </p:nvSpPr>
        <p:spPr>
          <a:xfrm rot="10800000" flipH="1" flipV="1">
            <a:off x="-6972" y="839870"/>
            <a:ext cx="6588376" cy="5169844"/>
          </a:xfrm>
          <a:custGeom>
            <a:avLst/>
            <a:gdLst>
              <a:gd name="connsiteX0" fmla="*/ 0 w 4941282"/>
              <a:gd name="connsiteY0" fmla="*/ 0 h 3877383"/>
              <a:gd name="connsiteX1" fmla="*/ 3153638 w 4941282"/>
              <a:gd name="connsiteY1" fmla="*/ 0 h 3877383"/>
              <a:gd name="connsiteX2" fmla="*/ 4941282 w 4941282"/>
              <a:gd name="connsiteY2" fmla="*/ 1936127 h 3877383"/>
              <a:gd name="connsiteX3" fmla="*/ 3153638 w 4941282"/>
              <a:gd name="connsiteY3" fmla="*/ 3872253 h 3877383"/>
              <a:gd name="connsiteX4" fmla="*/ 0 w 4941282"/>
              <a:gd name="connsiteY4" fmla="*/ 3877383 h 3877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1282" h="3877383">
                <a:moveTo>
                  <a:pt x="0" y="0"/>
                </a:moveTo>
                <a:lnTo>
                  <a:pt x="3153638" y="0"/>
                </a:lnTo>
                <a:cubicBezTo>
                  <a:pt x="4140926" y="0"/>
                  <a:pt x="4941282" y="866833"/>
                  <a:pt x="4941282" y="1936127"/>
                </a:cubicBezTo>
                <a:cubicBezTo>
                  <a:pt x="4941282" y="3005420"/>
                  <a:pt x="4140926" y="3872253"/>
                  <a:pt x="3153638" y="3872253"/>
                </a:cubicBezTo>
                <a:lnTo>
                  <a:pt x="0" y="3877383"/>
                </a:lnTo>
                <a:close/>
              </a:path>
            </a:pathLst>
          </a:custGeom>
          <a:solidFill>
            <a:schemeClr val="bg2"/>
          </a:solidFill>
        </p:spPr>
        <p:txBody>
          <a:bodyPr vert="horz" wrap="square" lIns="0" tIns="914400" rIns="0" anchor="t" anchorCtr="0">
            <a:noAutofit/>
          </a:bodyPr>
          <a:lstStyle>
            <a:lvl1pPr marL="0" indent="0" algn="ctr">
              <a:buNone/>
              <a:defRPr sz="1867"/>
            </a:lvl1pPr>
          </a:lstStyle>
          <a:p>
            <a:r>
              <a:rPr lang="en-US"/>
              <a:t>Click icon to add picture</a:t>
            </a:r>
          </a:p>
        </p:txBody>
      </p:sp>
    </p:spTree>
    <p:extLst>
      <p:ext uri="{BB962C8B-B14F-4D97-AF65-F5344CB8AC3E}">
        <p14:creationId xmlns:p14="http://schemas.microsoft.com/office/powerpoint/2010/main" val="143195479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6_Custom Layout">
    <p:spTree>
      <p:nvGrpSpPr>
        <p:cNvPr id="1" name=""/>
        <p:cNvGrpSpPr/>
        <p:nvPr/>
      </p:nvGrpSpPr>
      <p:grpSpPr>
        <a:xfrm>
          <a:off x="0" y="0"/>
          <a:ext cx="0" cy="0"/>
          <a:chOff x="0" y="0"/>
          <a:chExt cx="0" cy="0"/>
        </a:xfrm>
      </p:grpSpPr>
      <p:sp>
        <p:nvSpPr>
          <p:cNvPr id="26" name="Freeform 25">
            <a:extLst>
              <a:ext uri="{FF2B5EF4-FFF2-40B4-BE49-F238E27FC236}">
                <a16:creationId xmlns:a16="http://schemas.microsoft.com/office/drawing/2014/main" id="{9A5FF9B7-D734-F44B-B6EB-90019FA057EB}"/>
              </a:ext>
            </a:extLst>
          </p:cNvPr>
          <p:cNvSpPr/>
          <p:nvPr userDrawn="1"/>
        </p:nvSpPr>
        <p:spPr>
          <a:xfrm>
            <a:off x="1" y="840198"/>
            <a:ext cx="6546455" cy="5177605"/>
          </a:xfrm>
          <a:custGeom>
            <a:avLst/>
            <a:gdLst>
              <a:gd name="connsiteX0" fmla="*/ 0 w 4909841"/>
              <a:gd name="connsiteY0" fmla="*/ 0 h 3883204"/>
              <a:gd name="connsiteX1" fmla="*/ 2968240 w 4909841"/>
              <a:gd name="connsiteY1" fmla="*/ 0 h 3883204"/>
              <a:gd name="connsiteX2" fmla="*/ 4909841 w 4909841"/>
              <a:gd name="connsiteY2" fmla="*/ 1941603 h 3883204"/>
              <a:gd name="connsiteX3" fmla="*/ 4909835 w 4909841"/>
              <a:gd name="connsiteY3" fmla="*/ 1941603 h 3883204"/>
              <a:gd name="connsiteX4" fmla="*/ 2968234 w 4909841"/>
              <a:gd name="connsiteY4" fmla="*/ 3883204 h 3883204"/>
              <a:gd name="connsiteX5" fmla="*/ 0 w 4909841"/>
              <a:gd name="connsiteY5" fmla="*/ 3883202 h 3883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9841" h="3883204">
                <a:moveTo>
                  <a:pt x="0" y="0"/>
                </a:moveTo>
                <a:lnTo>
                  <a:pt x="2968240" y="0"/>
                </a:lnTo>
                <a:cubicBezTo>
                  <a:pt x="4040554" y="0"/>
                  <a:pt x="4909841" y="869287"/>
                  <a:pt x="4909841" y="1941603"/>
                </a:cubicBezTo>
                <a:lnTo>
                  <a:pt x="4909835" y="1941603"/>
                </a:lnTo>
                <a:cubicBezTo>
                  <a:pt x="4909835" y="3013917"/>
                  <a:pt x="4040548" y="3883204"/>
                  <a:pt x="2968234" y="3883204"/>
                </a:cubicBezTo>
                <a:lnTo>
                  <a:pt x="0" y="388320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Oval 10">
            <a:extLst>
              <a:ext uri="{FF2B5EF4-FFF2-40B4-BE49-F238E27FC236}">
                <a16:creationId xmlns:a16="http://schemas.microsoft.com/office/drawing/2014/main" id="{339B9D6A-F5CA-C347-BC53-A21EB0BA6D14}"/>
              </a:ext>
            </a:extLst>
          </p:cNvPr>
          <p:cNvSpPr/>
          <p:nvPr userDrawn="1"/>
        </p:nvSpPr>
        <p:spPr>
          <a:xfrm>
            <a:off x="6255586" y="886145"/>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917710" y="1758174"/>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293470" y="2661059"/>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7293471" y="3789562"/>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934996" y="4752734"/>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Oval 15">
            <a:extLst>
              <a:ext uri="{FF2B5EF4-FFF2-40B4-BE49-F238E27FC236}">
                <a16:creationId xmlns:a16="http://schemas.microsoft.com/office/drawing/2014/main" id="{68E5A7B6-8EDC-E247-96FE-94990C14B37F}"/>
              </a:ext>
            </a:extLst>
          </p:cNvPr>
          <p:cNvSpPr/>
          <p:nvPr userDrawn="1"/>
        </p:nvSpPr>
        <p:spPr>
          <a:xfrm>
            <a:off x="6255587" y="5611077"/>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895062" y="886471"/>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507067" y="1758500"/>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903507" y="2661385"/>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903507" y="3789888"/>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7524354" y="4752733"/>
            <a:ext cx="3689452" cy="406400"/>
          </a:xfrm>
        </p:spPr>
        <p:txBody>
          <a:bodyPr anchor="ctr"/>
          <a:lstStyle/>
          <a:p>
            <a:pPr lvl="0"/>
            <a:r>
              <a:rPr lang="en-US"/>
              <a:t>Click to edit Master text styles</a:t>
            </a:r>
          </a:p>
        </p:txBody>
      </p:sp>
      <p:sp>
        <p:nvSpPr>
          <p:cNvPr id="23" name="Text Placeholder 17">
            <a:extLst>
              <a:ext uri="{FF2B5EF4-FFF2-40B4-BE49-F238E27FC236}">
                <a16:creationId xmlns:a16="http://schemas.microsoft.com/office/drawing/2014/main" id="{524C2451-9287-FD48-B032-D09424DB2174}"/>
              </a:ext>
            </a:extLst>
          </p:cNvPr>
          <p:cNvSpPr>
            <a:spLocks noGrp="1"/>
          </p:cNvSpPr>
          <p:nvPr>
            <p:ph type="body" sz="quarter" idx="15"/>
          </p:nvPr>
        </p:nvSpPr>
        <p:spPr>
          <a:xfrm>
            <a:off x="6895062" y="5611403"/>
            <a:ext cx="3689452" cy="406400"/>
          </a:xfrm>
        </p:spPr>
        <p:txBody>
          <a:bodyPr anchor="ctr"/>
          <a:lstStyle/>
          <a:p>
            <a:pPr lvl="0"/>
            <a:r>
              <a:rPr lang="en-US"/>
              <a:t>Click to edit Master text styles</a:t>
            </a:r>
          </a:p>
        </p:txBody>
      </p:sp>
      <p:sp>
        <p:nvSpPr>
          <p:cNvPr id="32" name="Freeform 31">
            <a:extLst>
              <a:ext uri="{FF2B5EF4-FFF2-40B4-BE49-F238E27FC236}">
                <a16:creationId xmlns:a16="http://schemas.microsoft.com/office/drawing/2014/main" id="{03C1C5D1-536D-AD42-ADF1-44F2EFD99432}"/>
              </a:ext>
            </a:extLst>
          </p:cNvPr>
          <p:cNvSpPr/>
          <p:nvPr userDrawn="1"/>
        </p:nvSpPr>
        <p:spPr>
          <a:xfrm>
            <a:off x="-61731" y="320418"/>
            <a:ext cx="7585276" cy="6217164"/>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Text Placeholder 4">
            <a:extLst>
              <a:ext uri="{FF2B5EF4-FFF2-40B4-BE49-F238E27FC236}">
                <a16:creationId xmlns:a16="http://schemas.microsoft.com/office/drawing/2014/main" id="{2E9C3374-2761-FA4E-8E97-DB8C2B7D86F8}"/>
              </a:ext>
            </a:extLst>
          </p:cNvPr>
          <p:cNvSpPr>
            <a:spLocks noGrp="1"/>
          </p:cNvSpPr>
          <p:nvPr>
            <p:ph type="body" sz="quarter" idx="16"/>
          </p:nvPr>
        </p:nvSpPr>
        <p:spPr>
          <a:xfrm>
            <a:off x="717046" y="1729318"/>
            <a:ext cx="4518121" cy="3399367"/>
          </a:xfrm>
        </p:spPr>
        <p:txBody>
          <a:bodyPr anchor="ctr">
            <a:normAutofit/>
          </a:bodyPr>
          <a:lstStyle>
            <a:lvl1pPr>
              <a:defRPr sz="3733"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78910023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hree Column with Subhead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3682151"/>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6" name="Slide Number Placeholder 5"/>
          <p:cNvSpPr>
            <a:spLocks noGrp="1"/>
          </p:cNvSpPr>
          <p:nvPr>
            <p:ph type="sldNum" sz="quarter" idx="12"/>
          </p:nvPr>
        </p:nvSpPr>
        <p:spPr/>
        <p:txBody>
          <a:bodyPr/>
          <a:lstStyle/>
          <a:p>
            <a:fld id="{29CC380D-5F44-41E8-971E-CDD19ED6F8E3}" type="slidenum">
              <a:rPr lang="en-GB" smtClean="0"/>
              <a:t>‹#›</a:t>
            </a:fld>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3" y="3682151"/>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3682151"/>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F9EA4881-2F50-4460-9F83-A86DF033A165}"/>
              </a:ext>
            </a:extLst>
          </p:cNvPr>
          <p:cNvSpPr>
            <a:spLocks noGrp="1"/>
          </p:cNvSpPr>
          <p:nvPr>
            <p:ph type="body" sz="quarter" idx="15"/>
          </p:nvPr>
        </p:nvSpPr>
        <p:spPr>
          <a:xfrm>
            <a:off x="377826" y="1423668"/>
            <a:ext cx="11436351" cy="1730437"/>
          </a:xfrm>
        </p:spPr>
        <p:txBody>
          <a:bodyPr/>
          <a:lstStyle>
            <a:lvl1pPr>
              <a:lnSpc>
                <a:spcPct val="85000"/>
              </a:lnSpc>
              <a:spcAft>
                <a:spcPts val="0"/>
              </a:spcAft>
              <a:defRPr sz="6000">
                <a:solidFill>
                  <a:schemeClr val="accent1"/>
                </a:solidFill>
                <a:latin typeface="+mj-lt"/>
              </a:defRPr>
            </a:lvl1pPr>
          </a:lstStyle>
          <a:p>
            <a:pPr lvl="0"/>
            <a:r>
              <a:rPr lang="en-US"/>
              <a:t>Click to edit Master text styles</a:t>
            </a:r>
          </a:p>
        </p:txBody>
      </p:sp>
    </p:spTree>
    <p:extLst>
      <p:ext uri="{BB962C8B-B14F-4D97-AF65-F5344CB8AC3E}">
        <p14:creationId xmlns:p14="http://schemas.microsoft.com/office/powerpoint/2010/main" val="2503316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1366322"/>
            <a:ext cx="3607595" cy="455781"/>
          </a:xfrm>
        </p:spPr>
        <p:txBody>
          <a:bodyPr/>
          <a:lstStyle>
            <a:lvl1pPr>
              <a:defRPr b="1"/>
            </a:lvl1pPr>
          </a:lstStyle>
          <a:p>
            <a:pPr lvl="0"/>
            <a:r>
              <a:rPr lang="en-US"/>
              <a:t>Click to edit Master text styles</a:t>
            </a:r>
          </a:p>
        </p:txBody>
      </p:sp>
      <p:sp>
        <p:nvSpPr>
          <p:cNvPr id="4" name="Date Placeholder 3"/>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6" name="Slide Number Placeholder 5"/>
          <p:cNvSpPr>
            <a:spLocks noGrp="1"/>
          </p:cNvSpPr>
          <p:nvPr>
            <p:ph type="sldNum" sz="quarter" idx="12"/>
          </p:nvPr>
        </p:nvSpPr>
        <p:spPr/>
        <p:txBody>
          <a:bodyPr/>
          <a:lstStyle/>
          <a:p>
            <a:fld id="{29CC380D-5F44-41E8-971E-CDD19ED6F8E3}" type="slidenum">
              <a:rPr lang="en-GB" smtClean="0"/>
              <a:t>‹#›</a:t>
            </a:fld>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3" y="1366320"/>
            <a:ext cx="3607595" cy="455781"/>
          </a:xfrm>
        </p:spPr>
        <p:txBody>
          <a:bodyPr/>
          <a:lstStyle>
            <a:lvl1pPr>
              <a:defRPr b="1"/>
            </a:lvl1pPr>
          </a:lstStyle>
          <a:p>
            <a:pPr lvl="0"/>
            <a:r>
              <a:rPr lang="en-US"/>
              <a:t>Click to edit Master text styles</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1366320"/>
            <a:ext cx="3607595" cy="455781"/>
          </a:xfrm>
        </p:spPr>
        <p:txBody>
          <a:bodyPr/>
          <a:lstStyle>
            <a:lvl1pPr>
              <a:defRPr b="1"/>
            </a:lvl1pPr>
          </a:lstStyle>
          <a:p>
            <a:pPr lvl="0"/>
            <a:r>
              <a:rPr lang="en-US"/>
              <a:t>Click to edit Master text styles</a:t>
            </a:r>
          </a:p>
        </p:txBody>
      </p:sp>
      <p:cxnSp>
        <p:nvCxnSpPr>
          <p:cNvPr id="10" name="Straight Connector 9">
            <a:extLst>
              <a:ext uri="{FF2B5EF4-FFF2-40B4-BE49-F238E27FC236}">
                <a16:creationId xmlns:a16="http://schemas.microsoft.com/office/drawing/2014/main" id="{6B896D49-2CCD-4F4F-B60A-7BA18E6D0558}"/>
              </a:ext>
            </a:extLst>
          </p:cNvPr>
          <p:cNvCxnSpPr>
            <a:cxnSpLocks/>
          </p:cNvCxnSpPr>
          <p:nvPr/>
        </p:nvCxnSpPr>
        <p:spPr>
          <a:xfrm>
            <a:off x="377825" y="2011523"/>
            <a:ext cx="3607595" cy="0"/>
          </a:xfrm>
          <a:prstGeom prst="line">
            <a:avLst/>
          </a:prstGeom>
          <a:ln w="412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19164EC-A269-884E-8AF1-4557714F264F}"/>
              </a:ext>
            </a:extLst>
          </p:cNvPr>
          <p:cNvCxnSpPr>
            <a:cxnSpLocks/>
          </p:cNvCxnSpPr>
          <p:nvPr/>
        </p:nvCxnSpPr>
        <p:spPr>
          <a:xfrm>
            <a:off x="4292203" y="2011523"/>
            <a:ext cx="3607595" cy="0"/>
          </a:xfrm>
          <a:prstGeom prst="line">
            <a:avLst/>
          </a:prstGeom>
          <a:ln w="41275"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4BD4A78-121F-1844-A35F-E46C08F38FD3}"/>
              </a:ext>
            </a:extLst>
          </p:cNvPr>
          <p:cNvCxnSpPr>
            <a:cxnSpLocks/>
          </p:cNvCxnSpPr>
          <p:nvPr/>
        </p:nvCxnSpPr>
        <p:spPr>
          <a:xfrm>
            <a:off x="8206581" y="2011523"/>
            <a:ext cx="3607595" cy="0"/>
          </a:xfrm>
          <a:prstGeom prst="line">
            <a:avLst/>
          </a:prstGeom>
          <a:ln w="41275"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32" name="Content Placeholder 2">
            <a:extLst>
              <a:ext uri="{FF2B5EF4-FFF2-40B4-BE49-F238E27FC236}">
                <a16:creationId xmlns:a16="http://schemas.microsoft.com/office/drawing/2014/main" id="{8B4E038E-0B73-4642-9BBA-0F941BA8C5DA}"/>
              </a:ext>
            </a:extLst>
          </p:cNvPr>
          <p:cNvSpPr>
            <a:spLocks noGrp="1"/>
          </p:cNvSpPr>
          <p:nvPr>
            <p:ph idx="15"/>
          </p:nvPr>
        </p:nvSpPr>
        <p:spPr>
          <a:xfrm>
            <a:off x="377824" y="2401888"/>
            <a:ext cx="3607595" cy="34205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Content Placeholder 2">
            <a:extLst>
              <a:ext uri="{FF2B5EF4-FFF2-40B4-BE49-F238E27FC236}">
                <a16:creationId xmlns:a16="http://schemas.microsoft.com/office/drawing/2014/main" id="{A0DC4165-AC2E-2646-B981-D025162A265C}"/>
              </a:ext>
            </a:extLst>
          </p:cNvPr>
          <p:cNvSpPr>
            <a:spLocks noGrp="1"/>
          </p:cNvSpPr>
          <p:nvPr>
            <p:ph idx="16"/>
          </p:nvPr>
        </p:nvSpPr>
        <p:spPr>
          <a:xfrm>
            <a:off x="4292201" y="2401887"/>
            <a:ext cx="3607595" cy="34205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2">
            <a:extLst>
              <a:ext uri="{FF2B5EF4-FFF2-40B4-BE49-F238E27FC236}">
                <a16:creationId xmlns:a16="http://schemas.microsoft.com/office/drawing/2014/main" id="{D2F03709-776D-6142-8C9D-424904555917}"/>
              </a:ext>
            </a:extLst>
          </p:cNvPr>
          <p:cNvSpPr>
            <a:spLocks noGrp="1"/>
          </p:cNvSpPr>
          <p:nvPr>
            <p:ph idx="17"/>
          </p:nvPr>
        </p:nvSpPr>
        <p:spPr>
          <a:xfrm>
            <a:off x="8206580" y="2401887"/>
            <a:ext cx="3607595" cy="34205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123532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4_Title with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Content Placeholder 4">
            <a:extLst>
              <a:ext uri="{FF2B5EF4-FFF2-40B4-BE49-F238E27FC236}">
                <a16:creationId xmlns:a16="http://schemas.microsoft.com/office/drawing/2014/main" id="{8C57874F-97D7-894B-AAB7-0363CD80351B}"/>
              </a:ext>
            </a:extLst>
          </p:cNvPr>
          <p:cNvSpPr>
            <a:spLocks noGrp="1"/>
          </p:cNvSpPr>
          <p:nvPr>
            <p:ph sz="quarter" idx="13"/>
          </p:nvPr>
        </p:nvSpPr>
        <p:spPr>
          <a:xfrm>
            <a:off x="6911856" y="1576917"/>
            <a:ext cx="4822944" cy="4351867"/>
          </a:xfrm>
        </p:spPr>
        <p:txBody>
          <a:bodyPr/>
          <a:lstStyle/>
          <a:p>
            <a:pPr lvl="0"/>
            <a:endParaRPr lang="en-US"/>
          </a:p>
        </p:txBody>
      </p:sp>
    </p:spTree>
    <p:extLst>
      <p:ext uri="{BB962C8B-B14F-4D97-AF65-F5344CB8AC3E}">
        <p14:creationId xmlns:p14="http://schemas.microsoft.com/office/powerpoint/2010/main" val="271640837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5_Title with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5556469"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Content Placeholder 4">
            <a:extLst>
              <a:ext uri="{FF2B5EF4-FFF2-40B4-BE49-F238E27FC236}">
                <a16:creationId xmlns:a16="http://schemas.microsoft.com/office/drawing/2014/main" id="{8C57874F-97D7-894B-AAB7-0363CD80351B}"/>
              </a:ext>
            </a:extLst>
          </p:cNvPr>
          <p:cNvSpPr>
            <a:spLocks noGrp="1"/>
          </p:cNvSpPr>
          <p:nvPr>
            <p:ph sz="quarter" idx="13"/>
          </p:nvPr>
        </p:nvSpPr>
        <p:spPr>
          <a:xfrm>
            <a:off x="457200" y="1576917"/>
            <a:ext cx="4822944" cy="4351867"/>
          </a:xfrm>
        </p:spPr>
        <p:txBody>
          <a:bodyPr/>
          <a:lstStyle/>
          <a:p>
            <a:pPr lvl="0"/>
            <a:endParaRPr lang="en-US"/>
          </a:p>
        </p:txBody>
      </p:sp>
    </p:spTree>
    <p:extLst>
      <p:ext uri="{BB962C8B-B14F-4D97-AF65-F5344CB8AC3E}">
        <p14:creationId xmlns:p14="http://schemas.microsoft.com/office/powerpoint/2010/main" val="295308952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_Three Column with Subhead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3682151"/>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3" y="3682151"/>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3682151"/>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F9EA4881-2F50-4460-9F83-A86DF033A165}"/>
              </a:ext>
            </a:extLst>
          </p:cNvPr>
          <p:cNvSpPr>
            <a:spLocks noGrp="1"/>
          </p:cNvSpPr>
          <p:nvPr>
            <p:ph type="body" sz="quarter" idx="15"/>
          </p:nvPr>
        </p:nvSpPr>
        <p:spPr>
          <a:xfrm>
            <a:off x="377826" y="1423668"/>
            <a:ext cx="11436351" cy="1730437"/>
          </a:xfrm>
        </p:spPr>
        <p:txBody>
          <a:bodyPr/>
          <a:lstStyle>
            <a:lvl1pPr>
              <a:lnSpc>
                <a:spcPct val="85000"/>
              </a:lnSpc>
              <a:spcAft>
                <a:spcPts val="0"/>
              </a:spcAft>
              <a:defRPr sz="6000">
                <a:solidFill>
                  <a:schemeClr val="accent1"/>
                </a:solidFill>
                <a:latin typeface="Montserrat" pitchFamily="2" charset="77"/>
              </a:defRPr>
            </a:lvl1pPr>
          </a:lstStyle>
          <a:p>
            <a:pPr lvl="0"/>
            <a:r>
              <a:rPr lang="en-US"/>
              <a:t>Click to edit Master text styles</a:t>
            </a:r>
          </a:p>
        </p:txBody>
      </p:sp>
      <p:sp>
        <p:nvSpPr>
          <p:cNvPr id="9" name="Slide Number Placeholder 5">
            <a:extLst>
              <a:ext uri="{FF2B5EF4-FFF2-40B4-BE49-F238E27FC236}">
                <a16:creationId xmlns:a16="http://schemas.microsoft.com/office/drawing/2014/main" id="{53671B7F-F2A4-4C16-8CFC-750DB8475484}"/>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335658438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8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DC1FED3A-BB9A-2043-9F73-F0D0B0F2F7EA}"/>
              </a:ext>
            </a:extLst>
          </p:cNvPr>
          <p:cNvSpPr>
            <a:spLocks noGrp="1"/>
          </p:cNvSpPr>
          <p:nvPr>
            <p:ph type="body" sz="quarter" idx="73"/>
          </p:nvPr>
        </p:nvSpPr>
        <p:spPr>
          <a:xfrm>
            <a:off x="457200" y="2470151"/>
            <a:ext cx="2420085" cy="3555061"/>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3" name="Text Placeholder 5">
            <a:extLst>
              <a:ext uri="{FF2B5EF4-FFF2-40B4-BE49-F238E27FC236}">
                <a16:creationId xmlns:a16="http://schemas.microsoft.com/office/drawing/2014/main" id="{63081A8C-D60B-1346-BA6F-2837524E9CDC}"/>
              </a:ext>
            </a:extLst>
          </p:cNvPr>
          <p:cNvSpPr>
            <a:spLocks noGrp="1"/>
          </p:cNvSpPr>
          <p:nvPr>
            <p:ph type="body" sz="quarter" idx="74"/>
          </p:nvPr>
        </p:nvSpPr>
        <p:spPr>
          <a:xfrm>
            <a:off x="3323200" y="2470150"/>
            <a:ext cx="2420085" cy="3555061"/>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4" name="Text Placeholder 5">
            <a:extLst>
              <a:ext uri="{FF2B5EF4-FFF2-40B4-BE49-F238E27FC236}">
                <a16:creationId xmlns:a16="http://schemas.microsoft.com/office/drawing/2014/main" id="{F560C527-94DF-4D46-89D7-1E7CB3160A88}"/>
              </a:ext>
            </a:extLst>
          </p:cNvPr>
          <p:cNvSpPr>
            <a:spLocks noGrp="1"/>
          </p:cNvSpPr>
          <p:nvPr>
            <p:ph type="body" sz="quarter" idx="75"/>
          </p:nvPr>
        </p:nvSpPr>
        <p:spPr>
          <a:xfrm>
            <a:off x="6189200" y="2463775"/>
            <a:ext cx="2420085" cy="3555061"/>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5" name="Text Placeholder 5">
            <a:extLst>
              <a:ext uri="{FF2B5EF4-FFF2-40B4-BE49-F238E27FC236}">
                <a16:creationId xmlns:a16="http://schemas.microsoft.com/office/drawing/2014/main" id="{BA8FEE21-FF05-5C45-819F-162DEAFCE567}"/>
              </a:ext>
            </a:extLst>
          </p:cNvPr>
          <p:cNvSpPr>
            <a:spLocks noGrp="1"/>
          </p:cNvSpPr>
          <p:nvPr>
            <p:ph type="body" sz="quarter" idx="76"/>
          </p:nvPr>
        </p:nvSpPr>
        <p:spPr>
          <a:xfrm>
            <a:off x="9055200" y="2463775"/>
            <a:ext cx="2420085" cy="3555061"/>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30" name="Content Placeholder 2">
            <a:extLst>
              <a:ext uri="{FF2B5EF4-FFF2-40B4-BE49-F238E27FC236}">
                <a16:creationId xmlns:a16="http://schemas.microsoft.com/office/drawing/2014/main" id="{F64BCA9E-BD25-BB44-A38A-89F10B03C404}"/>
              </a:ext>
            </a:extLst>
          </p:cNvPr>
          <p:cNvSpPr>
            <a:spLocks noGrp="1"/>
          </p:cNvSpPr>
          <p:nvPr>
            <p:ph idx="1"/>
          </p:nvPr>
        </p:nvSpPr>
        <p:spPr>
          <a:xfrm>
            <a:off x="377826" y="1366321"/>
            <a:ext cx="2499460" cy="655939"/>
          </a:xfrm>
        </p:spPr>
        <p:txBody>
          <a:bodyPr anchor="ctr"/>
          <a:lstStyle>
            <a:lvl1pPr>
              <a:defRPr b="1"/>
            </a:lvl1pPr>
          </a:lstStyle>
          <a:p>
            <a:pPr lvl="0"/>
            <a:r>
              <a:rPr lang="en-US"/>
              <a:t>Click to edit Master text styles</a:t>
            </a:r>
          </a:p>
        </p:txBody>
      </p:sp>
      <p:sp>
        <p:nvSpPr>
          <p:cNvPr id="31" name="Content Placeholder 2">
            <a:extLst>
              <a:ext uri="{FF2B5EF4-FFF2-40B4-BE49-F238E27FC236}">
                <a16:creationId xmlns:a16="http://schemas.microsoft.com/office/drawing/2014/main" id="{6AC809AE-310D-A740-9A5E-BD574EF56F40}"/>
              </a:ext>
            </a:extLst>
          </p:cNvPr>
          <p:cNvSpPr>
            <a:spLocks noGrp="1"/>
          </p:cNvSpPr>
          <p:nvPr>
            <p:ph idx="13"/>
          </p:nvPr>
        </p:nvSpPr>
        <p:spPr>
          <a:xfrm>
            <a:off x="3323202" y="1366320"/>
            <a:ext cx="2420085" cy="655939"/>
          </a:xfrm>
        </p:spPr>
        <p:txBody>
          <a:bodyPr anchor="ctr"/>
          <a:lstStyle>
            <a:lvl1pPr>
              <a:defRPr b="1"/>
            </a:lvl1pPr>
          </a:lstStyle>
          <a:p>
            <a:pPr lvl="0"/>
            <a:r>
              <a:rPr lang="en-US"/>
              <a:t>Click to edit Master text styles</a:t>
            </a:r>
          </a:p>
        </p:txBody>
      </p:sp>
      <p:sp>
        <p:nvSpPr>
          <p:cNvPr id="32" name="Content Placeholder 2">
            <a:extLst>
              <a:ext uri="{FF2B5EF4-FFF2-40B4-BE49-F238E27FC236}">
                <a16:creationId xmlns:a16="http://schemas.microsoft.com/office/drawing/2014/main" id="{3532D7B7-23D2-EA4E-B74B-6E7B9B58F147}"/>
              </a:ext>
            </a:extLst>
          </p:cNvPr>
          <p:cNvSpPr>
            <a:spLocks noGrp="1"/>
          </p:cNvSpPr>
          <p:nvPr>
            <p:ph idx="14"/>
          </p:nvPr>
        </p:nvSpPr>
        <p:spPr>
          <a:xfrm>
            <a:off x="6189200" y="1366320"/>
            <a:ext cx="2420085" cy="655939"/>
          </a:xfrm>
        </p:spPr>
        <p:txBody>
          <a:bodyPr anchor="ctr"/>
          <a:lstStyle>
            <a:lvl1pPr>
              <a:defRPr b="1"/>
            </a:lvl1pPr>
          </a:lstStyle>
          <a:p>
            <a:pPr lvl="0"/>
            <a:r>
              <a:rPr lang="en-US"/>
              <a:t>Click to edit Master text styles</a:t>
            </a:r>
          </a:p>
        </p:txBody>
      </p:sp>
      <p:cxnSp>
        <p:nvCxnSpPr>
          <p:cNvPr id="33" name="Straight Connector 32">
            <a:extLst>
              <a:ext uri="{FF2B5EF4-FFF2-40B4-BE49-F238E27FC236}">
                <a16:creationId xmlns:a16="http://schemas.microsoft.com/office/drawing/2014/main" id="{036E78F7-B8CE-5D4F-BDD4-BAD1502179E6}"/>
              </a:ext>
            </a:extLst>
          </p:cNvPr>
          <p:cNvCxnSpPr>
            <a:cxnSpLocks/>
          </p:cNvCxnSpPr>
          <p:nvPr userDrawn="1"/>
        </p:nvCxnSpPr>
        <p:spPr>
          <a:xfrm>
            <a:off x="377826" y="1824562"/>
            <a:ext cx="2499460" cy="0"/>
          </a:xfrm>
          <a:prstGeom prst="line">
            <a:avLst/>
          </a:prstGeom>
          <a:ln w="412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F69C8E1-F8B9-604C-9BC0-A629735C94A3}"/>
              </a:ext>
            </a:extLst>
          </p:cNvPr>
          <p:cNvCxnSpPr>
            <a:cxnSpLocks/>
          </p:cNvCxnSpPr>
          <p:nvPr userDrawn="1"/>
        </p:nvCxnSpPr>
        <p:spPr>
          <a:xfrm>
            <a:off x="3323200" y="1824562"/>
            <a:ext cx="2420085" cy="0"/>
          </a:xfrm>
          <a:prstGeom prst="line">
            <a:avLst/>
          </a:prstGeom>
          <a:ln w="41275"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B27C38D-3BD5-D245-854D-74C6AC5406DF}"/>
              </a:ext>
            </a:extLst>
          </p:cNvPr>
          <p:cNvCxnSpPr>
            <a:cxnSpLocks/>
          </p:cNvCxnSpPr>
          <p:nvPr userDrawn="1"/>
        </p:nvCxnSpPr>
        <p:spPr>
          <a:xfrm>
            <a:off x="6189199" y="1824562"/>
            <a:ext cx="2420085" cy="0"/>
          </a:xfrm>
          <a:prstGeom prst="line">
            <a:avLst/>
          </a:prstGeom>
          <a:ln w="41275" cap="rnd">
            <a:solidFill>
              <a:schemeClr val="accent3">
                <a:alpha val="99000"/>
              </a:schemeClr>
            </a:solidFill>
            <a:round/>
          </a:ln>
        </p:spPr>
        <p:style>
          <a:lnRef idx="1">
            <a:schemeClr val="accent1"/>
          </a:lnRef>
          <a:fillRef idx="0">
            <a:schemeClr val="accent1"/>
          </a:fillRef>
          <a:effectRef idx="0">
            <a:schemeClr val="accent1"/>
          </a:effectRef>
          <a:fontRef idx="minor">
            <a:schemeClr val="tx1"/>
          </a:fontRef>
        </p:style>
      </p:cxnSp>
      <p:sp>
        <p:nvSpPr>
          <p:cNvPr id="43" name="Content Placeholder 2">
            <a:extLst>
              <a:ext uri="{FF2B5EF4-FFF2-40B4-BE49-F238E27FC236}">
                <a16:creationId xmlns:a16="http://schemas.microsoft.com/office/drawing/2014/main" id="{DEE75C1D-BC4C-0146-912E-D47892C30EB2}"/>
              </a:ext>
            </a:extLst>
          </p:cNvPr>
          <p:cNvSpPr>
            <a:spLocks noGrp="1"/>
          </p:cNvSpPr>
          <p:nvPr>
            <p:ph idx="77"/>
          </p:nvPr>
        </p:nvSpPr>
        <p:spPr>
          <a:xfrm>
            <a:off x="9055199" y="1366320"/>
            <a:ext cx="2420085" cy="655939"/>
          </a:xfrm>
        </p:spPr>
        <p:txBody>
          <a:bodyPr anchor="ctr"/>
          <a:lstStyle>
            <a:lvl1pPr>
              <a:defRPr b="1"/>
            </a:lvl1pPr>
          </a:lstStyle>
          <a:p>
            <a:pPr lvl="0"/>
            <a:r>
              <a:rPr lang="en-US"/>
              <a:t>Click to edit Master text styles</a:t>
            </a:r>
          </a:p>
        </p:txBody>
      </p:sp>
      <p:cxnSp>
        <p:nvCxnSpPr>
          <p:cNvPr id="44" name="Straight Connector 43">
            <a:extLst>
              <a:ext uri="{FF2B5EF4-FFF2-40B4-BE49-F238E27FC236}">
                <a16:creationId xmlns:a16="http://schemas.microsoft.com/office/drawing/2014/main" id="{B5C538C9-2BCA-2E46-A94A-0FB8D18489BC}"/>
              </a:ext>
            </a:extLst>
          </p:cNvPr>
          <p:cNvCxnSpPr>
            <a:cxnSpLocks/>
          </p:cNvCxnSpPr>
          <p:nvPr userDrawn="1"/>
        </p:nvCxnSpPr>
        <p:spPr>
          <a:xfrm>
            <a:off x="9055198" y="1824562"/>
            <a:ext cx="2420085" cy="0"/>
          </a:xfrm>
          <a:prstGeom prst="line">
            <a:avLst/>
          </a:prstGeom>
          <a:ln w="41275" cap="rnd">
            <a:solidFill>
              <a:schemeClr val="accent4"/>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932822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Title and Content_Black Box">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11C37-3CCB-744D-90B5-2725D97809BA}"/>
              </a:ext>
            </a:extLst>
          </p:cNvPr>
          <p:cNvSpPr>
            <a:spLocks noGrp="1"/>
          </p:cNvSpPr>
          <p:nvPr>
            <p:ph type="title"/>
          </p:nvPr>
        </p:nvSpPr>
        <p:spPr>
          <a:xfrm>
            <a:off x="685800" y="1343892"/>
            <a:ext cx="3373582" cy="990105"/>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6BE40B1A-49F3-144D-9C0E-D5201105EA7C}"/>
              </a:ext>
            </a:extLst>
          </p:cNvPr>
          <p:cNvSpPr>
            <a:spLocks noGrp="1"/>
          </p:cNvSpPr>
          <p:nvPr>
            <p:ph type="sldNum" sz="quarter" idx="10"/>
          </p:nvPr>
        </p:nvSpPr>
        <p:spPr/>
        <p:txBody>
          <a:bodyPr/>
          <a:lstStyle/>
          <a:p>
            <a:fld id="{B8E368AD-AC3A-8448-81E7-9702A1829AC4}" type="slidenum">
              <a:rPr lang="en-US" smtClean="0"/>
              <a:pPr/>
              <a:t>‹#›</a:t>
            </a:fld>
            <a:endParaRPr lang="en-US"/>
          </a:p>
        </p:txBody>
      </p:sp>
      <p:sp>
        <p:nvSpPr>
          <p:cNvPr id="5" name="Rectangle 4">
            <a:extLst>
              <a:ext uri="{FF2B5EF4-FFF2-40B4-BE49-F238E27FC236}">
                <a16:creationId xmlns:a16="http://schemas.microsoft.com/office/drawing/2014/main" id="{A73BFE50-A81A-AB46-A7A2-9666CFCFCC92}"/>
              </a:ext>
            </a:extLst>
          </p:cNvPr>
          <p:cNvSpPr/>
          <p:nvPr userDrawn="1"/>
        </p:nvSpPr>
        <p:spPr>
          <a:xfrm>
            <a:off x="4504267" y="658812"/>
            <a:ext cx="7687733" cy="558958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8" name="Text Placeholder 7">
            <a:extLst>
              <a:ext uri="{FF2B5EF4-FFF2-40B4-BE49-F238E27FC236}">
                <a16:creationId xmlns:a16="http://schemas.microsoft.com/office/drawing/2014/main" id="{404CE58A-1238-494D-8A79-4A58EDE3984D}"/>
              </a:ext>
            </a:extLst>
          </p:cNvPr>
          <p:cNvSpPr>
            <a:spLocks noGrp="1"/>
          </p:cNvSpPr>
          <p:nvPr>
            <p:ph type="body" sz="quarter" idx="12"/>
          </p:nvPr>
        </p:nvSpPr>
        <p:spPr>
          <a:xfrm>
            <a:off x="685800" y="2714626"/>
            <a:ext cx="3373438" cy="35337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4A8B4FD5-364F-1749-8E54-56046D878350}"/>
              </a:ext>
            </a:extLst>
          </p:cNvPr>
          <p:cNvSpPr>
            <a:spLocks noGrp="1"/>
          </p:cNvSpPr>
          <p:nvPr>
            <p:ph type="body" sz="quarter" idx="13"/>
          </p:nvPr>
        </p:nvSpPr>
        <p:spPr>
          <a:xfrm>
            <a:off x="5278582" y="1343892"/>
            <a:ext cx="6227618" cy="437803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ectangle 10">
            <a:extLst>
              <a:ext uri="{FF2B5EF4-FFF2-40B4-BE49-F238E27FC236}">
                <a16:creationId xmlns:a16="http://schemas.microsoft.com/office/drawing/2014/main" id="{9A9FBDEC-2CAC-954E-AA5E-6D9A9B7E87CC}"/>
              </a:ext>
            </a:extLst>
          </p:cNvPr>
          <p:cNvSpPr/>
          <p:nvPr userDrawn="1"/>
        </p:nvSpPr>
        <p:spPr>
          <a:xfrm>
            <a:off x="8474601" y="6445628"/>
            <a:ext cx="3031599" cy="230832"/>
          </a:xfrm>
          <a:prstGeom prst="rect">
            <a:avLst/>
          </a:prstGeom>
        </p:spPr>
        <p:txBody>
          <a:bodyPr wrap="none" lIns="0" tIns="0" rIns="0" bIns="0" anchor="ctr">
            <a:noAutofit/>
          </a:bodyPr>
          <a:lstStyle/>
          <a:p>
            <a:pPr algn="r"/>
            <a:r>
              <a:rPr lang="en-US" sz="800" b="0" i="0">
                <a:solidFill>
                  <a:schemeClr val="tx1"/>
                </a:solidFill>
                <a:latin typeface="Arial" panose="020B0604020202020204" pitchFamily="34" charset="0"/>
                <a:cs typeface="Arial" panose="020B0604020202020204" pitchFamily="34" charset="0"/>
              </a:rPr>
              <a:t>Proprietary and Confidential Property of Real Chemistry</a:t>
            </a:r>
          </a:p>
        </p:txBody>
      </p:sp>
    </p:spTree>
    <p:extLst>
      <p:ext uri="{BB962C8B-B14F-4D97-AF65-F5344CB8AC3E}">
        <p14:creationId xmlns:p14="http://schemas.microsoft.com/office/powerpoint/2010/main" val="191533142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AE00B763-DE7E-044D-A945-0FE19D231DD8}"/>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Text Placeholder 4">
            <a:extLst>
              <a:ext uri="{FF2B5EF4-FFF2-40B4-BE49-F238E27FC236}">
                <a16:creationId xmlns:a16="http://schemas.microsoft.com/office/drawing/2014/main" id="{4E842926-97FE-FE49-B035-46F50CFF0A0F}"/>
              </a:ext>
            </a:extLst>
          </p:cNvPr>
          <p:cNvSpPr>
            <a:spLocks noGrp="1"/>
          </p:cNvSpPr>
          <p:nvPr>
            <p:ph type="body" sz="quarter" idx="13"/>
          </p:nvPr>
        </p:nvSpPr>
        <p:spPr>
          <a:xfrm>
            <a:off x="457201" y="1569462"/>
            <a:ext cx="11241111" cy="4352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969806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AE00B763-DE7E-044D-A945-0FE19D231DD8}"/>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Text Placeholder 4">
            <a:extLst>
              <a:ext uri="{FF2B5EF4-FFF2-40B4-BE49-F238E27FC236}">
                <a16:creationId xmlns:a16="http://schemas.microsoft.com/office/drawing/2014/main" id="{9EB482E0-6F56-CB4E-8202-06CABEF8F541}"/>
              </a:ext>
            </a:extLst>
          </p:cNvPr>
          <p:cNvSpPr>
            <a:spLocks noGrp="1"/>
          </p:cNvSpPr>
          <p:nvPr>
            <p:ph type="body" sz="quarter" idx="13"/>
          </p:nvPr>
        </p:nvSpPr>
        <p:spPr>
          <a:xfrm>
            <a:off x="457201" y="1569462"/>
            <a:ext cx="11241617" cy="4352972"/>
          </a:xfrm>
        </p:spPr>
        <p:txBody>
          <a:bodyPr numCol="2" spcCol="36576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342914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6_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100000"/>
              </a:lnSpc>
              <a:spcBef>
                <a:spcPts val="1000"/>
              </a:spcBef>
              <a:spcAft>
                <a:spcPts val="0"/>
              </a:spcAft>
              <a:buClr>
                <a:srgbClr val="E20177"/>
              </a:buClr>
              <a:buSzPct val="120000"/>
              <a:buFont typeface="Arial" panose="020B0604020202020204" pitchFamily="34" charset="0"/>
              <a:buNone/>
              <a:tabLst/>
              <a:defRPr sz="2133">
                <a:latin typeface="Montserrat" pitchFamily="2" charset="77"/>
              </a:defRPr>
            </a:lvl1pPr>
            <a:lvl2pPr marL="609585" marR="0" indent="-243834" algn="l" defTabSz="914377" rtl="0" eaLnBrk="1" fontAlgn="auto" latinLnBrk="0" hangingPunct="1">
              <a:lnSpc>
                <a:spcPct val="100000"/>
              </a:lnSpc>
              <a:spcBef>
                <a:spcPts val="500"/>
              </a:spcBef>
              <a:spcAft>
                <a:spcPts val="0"/>
              </a:spcAft>
              <a:buClr>
                <a:srgbClr val="E20177"/>
              </a:buClr>
              <a:buSzPct val="120000"/>
              <a:buFont typeface="Arial" panose="020B0604020202020204" pitchFamily="34" charset="0"/>
              <a:buChar char="•"/>
              <a:tabLst/>
              <a:defRPr sz="1867">
                <a:latin typeface="Montserrat" pitchFamily="2" charset="77"/>
              </a:defRPr>
            </a:lvl2pPr>
            <a:lvl3pPr marL="853419" marR="0" indent="-243834" algn="l" defTabSz="914377" rtl="0" eaLnBrk="1" fontAlgn="auto" latinLnBrk="0" hangingPunct="1">
              <a:lnSpc>
                <a:spcPct val="100000"/>
              </a:lnSpc>
              <a:spcBef>
                <a:spcPts val="500"/>
              </a:spcBef>
              <a:spcAft>
                <a:spcPts val="0"/>
              </a:spcAft>
              <a:buClr>
                <a:srgbClr val="E20177"/>
              </a:buClr>
              <a:buSzPct val="100000"/>
              <a:buFont typeface="Courier New" panose="02070309020205020404" pitchFamily="49" charset="0"/>
              <a:buChar char="o"/>
              <a:tabLst/>
              <a:defRPr sz="1867">
                <a:latin typeface="Montserrat" pitchFamily="2" charset="77"/>
              </a:defRPr>
            </a:lvl3pPr>
            <a:lvl4pPr marL="1219170" marR="0" indent="-243834" algn="l" defTabSz="914377" rtl="0" eaLnBrk="1" fontAlgn="auto" latinLnBrk="0" hangingPunct="1">
              <a:lnSpc>
                <a:spcPct val="100000"/>
              </a:lnSpc>
              <a:spcBef>
                <a:spcPts val="500"/>
              </a:spcBef>
              <a:spcAft>
                <a:spcPts val="0"/>
              </a:spcAft>
              <a:buClr>
                <a:srgbClr val="171717"/>
              </a:buClr>
              <a:buSzPct val="100000"/>
              <a:buFont typeface="Arial" panose="020B0604020202020204" pitchFamily="34" charset="0"/>
              <a:buChar char="•"/>
              <a:tabLst/>
              <a:defRPr sz="1867">
                <a:latin typeface="Montserrat" pitchFamily="2" charset="77"/>
              </a:defRPr>
            </a:lvl4pPr>
            <a:lvl5pPr marL="0" marR="0" indent="0" algn="l" defTabSz="914377" rtl="0" eaLnBrk="1" fontAlgn="auto" latinLnBrk="0" hangingPunct="1">
              <a:lnSpc>
                <a:spcPct val="100000"/>
              </a:lnSpc>
              <a:spcBef>
                <a:spcPts val="500"/>
              </a:spcBef>
              <a:spcAft>
                <a:spcPts val="200"/>
              </a:spcAft>
              <a:buClr>
                <a:srgbClr val="E20177"/>
              </a:buClr>
              <a:buSzTx/>
              <a:buFont typeface="Arial" panose="020B0604020202020204" pitchFamily="34" charset="0"/>
              <a:buNone/>
              <a:tabLst/>
              <a:defRPr sz="1867">
                <a:latin typeface="Montserrat" pitchFamily="2" charset="77"/>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hasCustomPrompt="1"/>
          </p:nvPr>
        </p:nvSpPr>
        <p:spPr>
          <a:xfrm>
            <a:off x="7147036"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83016278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4_Confidential—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Freeform 11">
            <a:extLst>
              <a:ext uri="{FF2B5EF4-FFF2-40B4-BE49-F238E27FC236}">
                <a16:creationId xmlns:a16="http://schemas.microsoft.com/office/drawing/2014/main" id="{BDDDF61E-FD84-D34B-9DB5-46D76844A801}"/>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6" name="Picture Placeholder 14">
            <a:extLst>
              <a:ext uri="{FF2B5EF4-FFF2-40B4-BE49-F238E27FC236}">
                <a16:creationId xmlns:a16="http://schemas.microsoft.com/office/drawing/2014/main" id="{58E796D9-DAF5-D74D-8402-673E835AE59B}"/>
              </a:ext>
            </a:extLst>
          </p:cNvPr>
          <p:cNvSpPr>
            <a:spLocks noGrp="1"/>
          </p:cNvSpPr>
          <p:nvPr>
            <p:ph type="pic" sz="quarter" idx="13" hasCustomPrompt="1"/>
          </p:nvPr>
        </p:nvSpPr>
        <p:spPr>
          <a:xfrm>
            <a:off x="7147036"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14002365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_Proprietary—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Freeform 11">
            <a:extLst>
              <a:ext uri="{FF2B5EF4-FFF2-40B4-BE49-F238E27FC236}">
                <a16:creationId xmlns:a16="http://schemas.microsoft.com/office/drawing/2014/main" id="{0935410A-4452-764D-8477-13AF6ADB3609}"/>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Picture Placeholder 14">
            <a:extLst>
              <a:ext uri="{FF2B5EF4-FFF2-40B4-BE49-F238E27FC236}">
                <a16:creationId xmlns:a16="http://schemas.microsoft.com/office/drawing/2014/main" id="{3DB5542F-9D9E-F141-A555-16DFFDE653E4}"/>
              </a:ext>
            </a:extLst>
          </p:cNvPr>
          <p:cNvSpPr>
            <a:spLocks noGrp="1"/>
          </p:cNvSpPr>
          <p:nvPr>
            <p:ph type="pic" sz="quarter" idx="13" hasCustomPrompt="1"/>
          </p:nvPr>
        </p:nvSpPr>
        <p:spPr>
          <a:xfrm>
            <a:off x="7147036"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157201013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4_Sensitiv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Freeform 11">
            <a:extLst>
              <a:ext uri="{FF2B5EF4-FFF2-40B4-BE49-F238E27FC236}">
                <a16:creationId xmlns:a16="http://schemas.microsoft.com/office/drawing/2014/main" id="{6E90D1E2-3FBB-1041-A715-785BFD621F5D}"/>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Picture Placeholder 14">
            <a:extLst>
              <a:ext uri="{FF2B5EF4-FFF2-40B4-BE49-F238E27FC236}">
                <a16:creationId xmlns:a16="http://schemas.microsoft.com/office/drawing/2014/main" id="{D959CE95-45F1-114D-AF89-17853692DC90}"/>
              </a:ext>
            </a:extLst>
          </p:cNvPr>
          <p:cNvSpPr>
            <a:spLocks noGrp="1"/>
          </p:cNvSpPr>
          <p:nvPr>
            <p:ph type="pic" sz="quarter" idx="13" hasCustomPrompt="1"/>
          </p:nvPr>
        </p:nvSpPr>
        <p:spPr>
          <a:xfrm>
            <a:off x="7147036"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313172170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4_Confidential—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a:noFill/>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11243259" cy="4351283"/>
          </a:xfrm>
          <a:prstGeom prst="rect">
            <a:avLst/>
          </a:prstGeom>
          <a:noFill/>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9E242888-0328-0E4A-98EE-9774852A1A73}"/>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96898025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4_Proprietary—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11243259"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BF67232A-40F8-1A47-9CDC-7290008F23C1}"/>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224277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4_Sensitiv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11243259"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0263CF2F-B018-3343-B44E-89447650A7B9}"/>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99657453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4_Bio Template">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hasCustomPrompt="1"/>
          </p:nvPr>
        </p:nvSpPr>
        <p:spPr>
          <a:xfrm>
            <a:off x="7833486" y="1578866"/>
            <a:ext cx="4130463" cy="4130463"/>
          </a:xfrm>
          <a:prstGeom prst="ellipse">
            <a:avLst/>
          </a:prstGeom>
          <a:solidFill>
            <a:schemeClr val="bg2"/>
          </a:solidFill>
        </p:spPr>
        <p:txBody>
          <a:bodyPr tIns="640080">
            <a:normAutofit/>
          </a:bodyPr>
          <a:lstStyle>
            <a:lvl1pPr marL="0" indent="0" algn="ctr">
              <a:buNone/>
              <a:defRPr sz="1867"/>
            </a:lvl1pPr>
          </a:lstStyle>
          <a:p>
            <a:r>
              <a:rPr lang="en-US"/>
              <a:t>Click icon to add photo</a:t>
            </a: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7" name="Text Placeholder 6">
            <a:extLst>
              <a:ext uri="{FF2B5EF4-FFF2-40B4-BE49-F238E27FC236}">
                <a16:creationId xmlns:a16="http://schemas.microsoft.com/office/drawing/2014/main" id="{42AB9BBF-A7FA-394D-A2E2-93323B4F3A38}"/>
              </a:ext>
            </a:extLst>
          </p:cNvPr>
          <p:cNvSpPr>
            <a:spLocks noGrp="1"/>
          </p:cNvSpPr>
          <p:nvPr>
            <p:ph type="body" sz="quarter" idx="14"/>
          </p:nvPr>
        </p:nvSpPr>
        <p:spPr>
          <a:xfrm>
            <a:off x="457200" y="1031611"/>
            <a:ext cx="10396483" cy="407436"/>
          </a:xfrm>
          <a:prstGeom prst="rect">
            <a:avLst/>
          </a:prstGeom>
        </p:spPr>
        <p:txBody>
          <a:bodyPr lIns="0" tIns="0" rIns="0" bIns="0">
            <a:noAutofit/>
          </a:bodyPr>
          <a:lstStyle>
            <a:lvl1pPr>
              <a:buNone/>
              <a:defRPr sz="1867" b="1">
                <a:solidFill>
                  <a:schemeClr val="accent1"/>
                </a:solidFill>
              </a:defRPr>
            </a:lvl1pPr>
            <a:lvl2pPr>
              <a:buNone/>
              <a:defRPr/>
            </a:lvl2pPr>
            <a:lvl3pPr>
              <a:buNone/>
              <a:defRPr/>
            </a:lvl3pPr>
            <a:lvl4pPr>
              <a:buNone/>
              <a:defRPr/>
            </a:lvl4pPr>
            <a:lvl5pPr>
              <a:buNone/>
              <a:defRPr/>
            </a:lvl5pPr>
          </a:lstStyle>
          <a:p>
            <a:pPr lvl="0"/>
            <a:endParaRPr lang="en-US"/>
          </a:p>
        </p:txBody>
      </p:sp>
      <p:sp>
        <p:nvSpPr>
          <p:cNvPr id="13" name="Content Placeholder 2">
            <a:extLst>
              <a:ext uri="{FF2B5EF4-FFF2-40B4-BE49-F238E27FC236}">
                <a16:creationId xmlns:a16="http://schemas.microsoft.com/office/drawing/2014/main" id="{10427BEF-5B47-724A-9C16-0A84E9E3CE09}"/>
              </a:ext>
            </a:extLst>
          </p:cNvPr>
          <p:cNvSpPr>
            <a:spLocks noGrp="1"/>
          </p:cNvSpPr>
          <p:nvPr>
            <p:ph idx="15" hasCustomPrompt="1"/>
          </p:nvPr>
        </p:nvSpPr>
        <p:spPr>
          <a:xfrm>
            <a:off x="457200" y="1576552"/>
            <a:ext cx="7141027"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a:extLst>
              <a:ext uri="{FF2B5EF4-FFF2-40B4-BE49-F238E27FC236}">
                <a16:creationId xmlns:a16="http://schemas.microsoft.com/office/drawing/2014/main" id="{C8A6CFA9-BBCE-4882-8617-533B5B4809FE}"/>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121766851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25" name="Slide Number Placeholder 5">
            <a:extLst>
              <a:ext uri="{FF2B5EF4-FFF2-40B4-BE49-F238E27FC236}">
                <a16:creationId xmlns:a16="http://schemas.microsoft.com/office/drawing/2014/main" id="{158CE639-514C-2A4F-986C-11AB4BAB7D0E}"/>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5CC28A6F-B179-B644-B0A5-418F10E7689D}"/>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13636927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1_Blank w/foote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4282AEE-1FD5-402C-88B0-E25AE9E6C744}"/>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297405001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22_Blank w/foot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9F1554E-EAE4-4B4F-BD0C-EE22B6F11A19}"/>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Slide Number Placeholder 5">
            <a:extLst>
              <a:ext uri="{FF2B5EF4-FFF2-40B4-BE49-F238E27FC236}">
                <a16:creationId xmlns:a16="http://schemas.microsoft.com/office/drawing/2014/main" id="{1D14F37A-76DE-4025-85E4-675016AEFF62}"/>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pic>
        <p:nvPicPr>
          <p:cNvPr id="2" name="Picture 1" descr="A close-up of a logo&#10;&#10;Description automatically generated">
            <a:extLst>
              <a:ext uri="{FF2B5EF4-FFF2-40B4-BE49-F238E27FC236}">
                <a16:creationId xmlns:a16="http://schemas.microsoft.com/office/drawing/2014/main" id="{85EA0C90-6E04-9519-5664-EFB413590A86}"/>
              </a:ext>
            </a:extLst>
          </p:cNvPr>
          <p:cNvPicPr>
            <a:picLocks noChangeAspect="1"/>
          </p:cNvPicPr>
          <p:nvPr userDrawn="1"/>
        </p:nvPicPr>
        <p:blipFill>
          <a:blip r:embed="rId2"/>
          <a:stretch>
            <a:fillRect/>
          </a:stretch>
        </p:blipFill>
        <p:spPr>
          <a:xfrm>
            <a:off x="9715503" y="6301031"/>
            <a:ext cx="2098751" cy="458460"/>
          </a:xfrm>
          <a:prstGeom prst="rect">
            <a:avLst/>
          </a:prstGeom>
        </p:spPr>
      </p:pic>
    </p:spTree>
    <p:extLst>
      <p:ext uri="{BB962C8B-B14F-4D97-AF65-F5344CB8AC3E}">
        <p14:creationId xmlns:p14="http://schemas.microsoft.com/office/powerpoint/2010/main" val="89482824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78" name="Text Placeholder 70">
            <a:extLst>
              <a:ext uri="{FF2B5EF4-FFF2-40B4-BE49-F238E27FC236}">
                <a16:creationId xmlns:a16="http://schemas.microsoft.com/office/drawing/2014/main" id="{AE067FBA-294B-D849-BC89-744E5234FFE1}"/>
              </a:ext>
            </a:extLst>
          </p:cNvPr>
          <p:cNvSpPr>
            <a:spLocks noGrp="1"/>
          </p:cNvSpPr>
          <p:nvPr>
            <p:ph type="body" sz="quarter" idx="19" hasCustomPrompt="1"/>
          </p:nvPr>
        </p:nvSpPr>
        <p:spPr>
          <a:xfrm>
            <a:off x="9386152" y="4950896"/>
            <a:ext cx="2639483" cy="836083"/>
          </a:xfrm>
        </p:spPr>
        <p:txBody>
          <a:bodyPr anchor="t"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5CC28A6F-B179-B644-B0A5-418F10E7689D}"/>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48" name="TextBox 47">
            <a:extLst>
              <a:ext uri="{FF2B5EF4-FFF2-40B4-BE49-F238E27FC236}">
                <a16:creationId xmlns:a16="http://schemas.microsoft.com/office/drawing/2014/main" id="{B5E443A4-60AC-C04E-BE44-345D6D5A23F9}"/>
              </a:ext>
            </a:extLst>
          </p:cNvPr>
          <p:cNvSpPr txBox="1"/>
          <p:nvPr userDrawn="1"/>
        </p:nvSpPr>
        <p:spPr>
          <a:xfrm>
            <a:off x="2931199" y="2239734"/>
            <a:ext cx="881336" cy="545017"/>
          </a:xfrm>
          <a:prstGeom prst="rect">
            <a:avLst/>
          </a:prstGeom>
          <a:noFill/>
        </p:spPr>
        <p:txBody>
          <a:bodyPr wrap="square" lIns="0" tIns="0" rIns="0" bIns="0" rtlCol="0">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171717"/>
              </a:solidFill>
              <a:effectLst/>
              <a:uLnTx/>
              <a:uFillTx/>
              <a:latin typeface="Arial" panose="020B0604020202020204"/>
              <a:ea typeface="+mn-ea"/>
              <a:cs typeface="+mn-cs"/>
            </a:endParaRPr>
          </a:p>
        </p:txBody>
      </p:sp>
      <p:sp>
        <p:nvSpPr>
          <p:cNvPr id="71" name="Text Placeholder 70">
            <a:extLst>
              <a:ext uri="{FF2B5EF4-FFF2-40B4-BE49-F238E27FC236}">
                <a16:creationId xmlns:a16="http://schemas.microsoft.com/office/drawing/2014/main" id="{092A9FE5-AC61-9C4F-9115-8820A7F6F322}"/>
              </a:ext>
            </a:extLst>
          </p:cNvPr>
          <p:cNvSpPr>
            <a:spLocks noGrp="1"/>
          </p:cNvSpPr>
          <p:nvPr>
            <p:ph type="body" sz="quarter" idx="13" hasCustomPrompt="1"/>
          </p:nvPr>
        </p:nvSpPr>
        <p:spPr>
          <a:xfrm>
            <a:off x="647504" y="1208667"/>
            <a:ext cx="2639483" cy="836083"/>
          </a:xfrm>
        </p:spPr>
        <p:txBody>
          <a:bodyPr anchor="b"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2" name="Text Placeholder 70">
            <a:extLst>
              <a:ext uri="{FF2B5EF4-FFF2-40B4-BE49-F238E27FC236}">
                <a16:creationId xmlns:a16="http://schemas.microsoft.com/office/drawing/2014/main" id="{88F3E9C3-1356-0F46-8E31-5920A6ED2A3B}"/>
              </a:ext>
            </a:extLst>
          </p:cNvPr>
          <p:cNvSpPr>
            <a:spLocks noGrp="1"/>
          </p:cNvSpPr>
          <p:nvPr>
            <p:ph type="body" sz="quarter" idx="14" hasCustomPrompt="1"/>
          </p:nvPr>
        </p:nvSpPr>
        <p:spPr>
          <a:xfrm>
            <a:off x="4986928" y="1414860"/>
            <a:ext cx="2639483" cy="836083"/>
          </a:xfrm>
        </p:spPr>
        <p:txBody>
          <a:bodyPr anchor="b"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3" name="Text Placeholder 70">
            <a:extLst>
              <a:ext uri="{FF2B5EF4-FFF2-40B4-BE49-F238E27FC236}">
                <a16:creationId xmlns:a16="http://schemas.microsoft.com/office/drawing/2014/main" id="{45FA2D97-99A3-9848-B80E-50776252DE48}"/>
              </a:ext>
            </a:extLst>
          </p:cNvPr>
          <p:cNvSpPr>
            <a:spLocks noGrp="1"/>
          </p:cNvSpPr>
          <p:nvPr>
            <p:ph type="body" sz="quarter" idx="15" hasCustomPrompt="1"/>
          </p:nvPr>
        </p:nvSpPr>
        <p:spPr>
          <a:xfrm>
            <a:off x="8112521" y="1466982"/>
            <a:ext cx="2639483" cy="836083"/>
          </a:xfrm>
        </p:spPr>
        <p:txBody>
          <a:bodyPr anchor="b"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4" name="Text Placeholder 70">
            <a:extLst>
              <a:ext uri="{FF2B5EF4-FFF2-40B4-BE49-F238E27FC236}">
                <a16:creationId xmlns:a16="http://schemas.microsoft.com/office/drawing/2014/main" id="{FD4E0504-7DED-1845-BEBD-63B64826B6C8}"/>
              </a:ext>
            </a:extLst>
          </p:cNvPr>
          <p:cNvSpPr>
            <a:spLocks noGrp="1"/>
          </p:cNvSpPr>
          <p:nvPr>
            <p:ph type="body" sz="quarter" idx="16" hasCustomPrompt="1"/>
          </p:nvPr>
        </p:nvSpPr>
        <p:spPr>
          <a:xfrm>
            <a:off x="117920" y="4935463"/>
            <a:ext cx="2639483" cy="836083"/>
          </a:xfrm>
        </p:spPr>
        <p:txBody>
          <a:bodyPr anchor="t"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6" name="Text Placeholder 70">
            <a:extLst>
              <a:ext uri="{FF2B5EF4-FFF2-40B4-BE49-F238E27FC236}">
                <a16:creationId xmlns:a16="http://schemas.microsoft.com/office/drawing/2014/main" id="{EEED8497-B848-8E4D-857D-F800BDB3F150}"/>
              </a:ext>
            </a:extLst>
          </p:cNvPr>
          <p:cNvSpPr>
            <a:spLocks noGrp="1"/>
          </p:cNvSpPr>
          <p:nvPr>
            <p:ph type="body" sz="quarter" idx="17" hasCustomPrompt="1"/>
          </p:nvPr>
        </p:nvSpPr>
        <p:spPr>
          <a:xfrm>
            <a:off x="2962355" y="4893427"/>
            <a:ext cx="2639483" cy="836083"/>
          </a:xfrm>
        </p:spPr>
        <p:txBody>
          <a:bodyPr anchor="t"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7" name="Text Placeholder 70">
            <a:extLst>
              <a:ext uri="{FF2B5EF4-FFF2-40B4-BE49-F238E27FC236}">
                <a16:creationId xmlns:a16="http://schemas.microsoft.com/office/drawing/2014/main" id="{5AC7E6E0-E467-6C42-8D1C-BFF258C40292}"/>
              </a:ext>
            </a:extLst>
          </p:cNvPr>
          <p:cNvSpPr>
            <a:spLocks noGrp="1"/>
          </p:cNvSpPr>
          <p:nvPr>
            <p:ph type="body" sz="quarter" idx="18" hasCustomPrompt="1"/>
          </p:nvPr>
        </p:nvSpPr>
        <p:spPr>
          <a:xfrm>
            <a:off x="6413189" y="4815496"/>
            <a:ext cx="2639483" cy="836083"/>
          </a:xfrm>
        </p:spPr>
        <p:txBody>
          <a:bodyPr anchor="t"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9" name="Text Placeholder 70">
            <a:extLst>
              <a:ext uri="{FF2B5EF4-FFF2-40B4-BE49-F238E27FC236}">
                <a16:creationId xmlns:a16="http://schemas.microsoft.com/office/drawing/2014/main" id="{E8710EE9-E0AD-2140-925B-C4CFA5A005E9}"/>
              </a:ext>
            </a:extLst>
          </p:cNvPr>
          <p:cNvSpPr>
            <a:spLocks noGrp="1"/>
          </p:cNvSpPr>
          <p:nvPr>
            <p:ph type="body" sz="quarter" idx="20" hasCustomPrompt="1"/>
          </p:nvPr>
        </p:nvSpPr>
        <p:spPr>
          <a:xfrm>
            <a:off x="2249372" y="2061185"/>
            <a:ext cx="2639483" cy="836083"/>
          </a:xfrm>
        </p:spPr>
        <p:txBody>
          <a:bodyPr anchor="b"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18" name="Slide Number Placeholder 5">
            <a:extLst>
              <a:ext uri="{FF2B5EF4-FFF2-40B4-BE49-F238E27FC236}">
                <a16:creationId xmlns:a16="http://schemas.microsoft.com/office/drawing/2014/main" id="{584715DF-8F1D-4D98-BA52-64772637FED5}"/>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273882012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23_Blank w/foot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3B465F0-03D2-4F19-9B30-B7B390891A57}"/>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8" name="Group 7">
            <a:extLst>
              <a:ext uri="{FF2B5EF4-FFF2-40B4-BE49-F238E27FC236}">
                <a16:creationId xmlns:a16="http://schemas.microsoft.com/office/drawing/2014/main" id="{369F67A3-A1B4-004B-8E2A-D755FB56451E}"/>
              </a:ext>
            </a:extLst>
          </p:cNvPr>
          <p:cNvGrpSpPr/>
          <p:nvPr userDrawn="1"/>
        </p:nvGrpSpPr>
        <p:grpSpPr>
          <a:xfrm>
            <a:off x="5442875" y="3948753"/>
            <a:ext cx="1317148" cy="246432"/>
            <a:chOff x="4109656" y="2961565"/>
            <a:chExt cx="987861" cy="184824"/>
          </a:xfrm>
        </p:grpSpPr>
        <p:sp>
          <p:nvSpPr>
            <p:cNvPr id="9" name="Rounded Rectangle 8">
              <a:extLst>
                <a:ext uri="{FF2B5EF4-FFF2-40B4-BE49-F238E27FC236}">
                  <a16:creationId xmlns:a16="http://schemas.microsoft.com/office/drawing/2014/main" id="{FDBDE7F3-AA3F-3A4B-BC96-C29300461749}"/>
                </a:ext>
              </a:extLst>
            </p:cNvPr>
            <p:cNvSpPr/>
            <p:nvPr/>
          </p:nvSpPr>
          <p:spPr>
            <a:xfrm>
              <a:off x="4667796" y="2962913"/>
              <a:ext cx="429721" cy="18212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Oval 9">
              <a:extLst>
                <a:ext uri="{FF2B5EF4-FFF2-40B4-BE49-F238E27FC236}">
                  <a16:creationId xmlns:a16="http://schemas.microsoft.com/office/drawing/2014/main" id="{86320228-23E0-0846-A6B6-2CDCBCC664C0}"/>
                </a:ext>
              </a:extLst>
            </p:cNvPr>
            <p:cNvSpPr/>
            <p:nvPr/>
          </p:nvSpPr>
          <p:spPr>
            <a:xfrm>
              <a:off x="4390811" y="2961565"/>
              <a:ext cx="184824" cy="18482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Oval 10">
              <a:extLst>
                <a:ext uri="{FF2B5EF4-FFF2-40B4-BE49-F238E27FC236}">
                  <a16:creationId xmlns:a16="http://schemas.microsoft.com/office/drawing/2014/main" id="{5C63AE92-D943-E046-8F35-C31BF9B9109C}"/>
                </a:ext>
              </a:extLst>
            </p:cNvPr>
            <p:cNvSpPr/>
            <p:nvPr/>
          </p:nvSpPr>
          <p:spPr>
            <a:xfrm>
              <a:off x="4109656" y="2961565"/>
              <a:ext cx="184824" cy="18482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3" name="Text Placeholder 2">
            <a:extLst>
              <a:ext uri="{FF2B5EF4-FFF2-40B4-BE49-F238E27FC236}">
                <a16:creationId xmlns:a16="http://schemas.microsoft.com/office/drawing/2014/main" id="{84AFC75D-C55C-1B4D-9FF5-B13158C16C4E}"/>
              </a:ext>
            </a:extLst>
          </p:cNvPr>
          <p:cNvSpPr>
            <a:spLocks noGrp="1"/>
          </p:cNvSpPr>
          <p:nvPr>
            <p:ph type="body" sz="quarter" idx="13"/>
          </p:nvPr>
        </p:nvSpPr>
        <p:spPr>
          <a:xfrm>
            <a:off x="485775" y="1489629"/>
            <a:ext cx="11220451" cy="2222500"/>
          </a:xfrm>
        </p:spPr>
        <p:txBody>
          <a:bodyPr anchor="b">
            <a:normAutofit/>
          </a:bodyPr>
          <a:lstStyle>
            <a:lvl1pPr algn="ctr">
              <a:defRPr sz="4267" b="1"/>
            </a:lvl1pPr>
            <a:lvl2pPr>
              <a:defRPr b="1"/>
            </a:lvl2pPr>
            <a:lvl3pPr>
              <a:defRPr b="1"/>
            </a:lvl3pPr>
            <a:lvl4pPr>
              <a:defRPr b="1"/>
            </a:lvl4pPr>
            <a:lvl5pPr>
              <a:defRPr b="1"/>
            </a:lvl5pPr>
          </a:lstStyle>
          <a:p>
            <a:pPr lvl="0"/>
            <a:r>
              <a:rPr lang="en-US"/>
              <a:t>Click to edit Master text styles</a:t>
            </a:r>
          </a:p>
        </p:txBody>
      </p:sp>
      <p:sp>
        <p:nvSpPr>
          <p:cNvPr id="12" name="Text Placeholder 11">
            <a:extLst>
              <a:ext uri="{FF2B5EF4-FFF2-40B4-BE49-F238E27FC236}">
                <a16:creationId xmlns:a16="http://schemas.microsoft.com/office/drawing/2014/main" id="{BF8F45B8-CB91-6945-BA1F-F5EC5287380A}"/>
              </a:ext>
            </a:extLst>
          </p:cNvPr>
          <p:cNvSpPr>
            <a:spLocks noGrp="1"/>
          </p:cNvSpPr>
          <p:nvPr>
            <p:ph type="body" sz="quarter" idx="14" hasCustomPrompt="1"/>
          </p:nvPr>
        </p:nvSpPr>
        <p:spPr>
          <a:xfrm>
            <a:off x="4923367" y="4440929"/>
            <a:ext cx="2345267" cy="493183"/>
          </a:xfrm>
        </p:spPr>
        <p:txBody>
          <a:bodyPr/>
          <a:lstStyle>
            <a:lvl1pPr marL="0" marR="0" indent="0" algn="ctr" defTabSz="609585" rtl="0" eaLnBrk="1" fontAlgn="auto" latinLnBrk="0" hangingPunct="1">
              <a:lnSpc>
                <a:spcPct val="100000"/>
              </a:lnSpc>
              <a:spcBef>
                <a:spcPts val="0"/>
              </a:spcBef>
              <a:spcAft>
                <a:spcPts val="0"/>
              </a:spcAft>
              <a:buClrTx/>
              <a:buSzTx/>
              <a:buFontTx/>
              <a:buNone/>
              <a:tabLst/>
              <a:defRPr/>
            </a:lvl1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E20177"/>
                </a:solidFill>
                <a:effectLst/>
                <a:uLnTx/>
                <a:uFillTx/>
                <a:latin typeface="Arial" panose="020B0604020202020204" pitchFamily="34" charset="0"/>
                <a:ea typeface="+mn-ea"/>
                <a:cs typeface="Arial" panose="020B0604020202020204" pitchFamily="34" charset="0"/>
              </a:rPr>
              <a:t>Name Here</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a:ln>
                  <a:noFill/>
                </a:ln>
                <a:solidFill>
                  <a:srgbClr val="171717"/>
                </a:solidFill>
                <a:effectLst/>
                <a:uLnTx/>
                <a:uFillTx/>
                <a:latin typeface="+mn-lt"/>
                <a:ea typeface="+mn-ea"/>
                <a:cs typeface="+mn-cs"/>
              </a:rPr>
              <a:t>Title Goes Here</a:t>
            </a:r>
          </a:p>
        </p:txBody>
      </p:sp>
      <p:sp>
        <p:nvSpPr>
          <p:cNvPr id="14" name="Slide Number Placeholder 5">
            <a:extLst>
              <a:ext uri="{FF2B5EF4-FFF2-40B4-BE49-F238E27FC236}">
                <a16:creationId xmlns:a16="http://schemas.microsoft.com/office/drawing/2014/main" id="{9E17FAC0-3DB1-4023-854C-C5EAE614B89A}"/>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pic>
        <p:nvPicPr>
          <p:cNvPr id="2" name="Picture 1" descr="A close-up of a logo&#10;&#10;Description automatically generated">
            <a:extLst>
              <a:ext uri="{FF2B5EF4-FFF2-40B4-BE49-F238E27FC236}">
                <a16:creationId xmlns:a16="http://schemas.microsoft.com/office/drawing/2014/main" id="{1E4AFAC3-CC8F-D620-D3F2-0956FFB0785B}"/>
              </a:ext>
            </a:extLst>
          </p:cNvPr>
          <p:cNvPicPr>
            <a:picLocks noChangeAspect="1"/>
          </p:cNvPicPr>
          <p:nvPr userDrawn="1"/>
        </p:nvPicPr>
        <p:blipFill>
          <a:blip r:embed="rId2"/>
          <a:stretch>
            <a:fillRect/>
          </a:stretch>
        </p:blipFill>
        <p:spPr>
          <a:xfrm>
            <a:off x="9715503" y="6301031"/>
            <a:ext cx="2098751" cy="458460"/>
          </a:xfrm>
          <a:prstGeom prst="rect">
            <a:avLst/>
          </a:prstGeom>
        </p:spPr>
      </p:pic>
    </p:spTree>
    <p:extLst>
      <p:ext uri="{BB962C8B-B14F-4D97-AF65-F5344CB8AC3E}">
        <p14:creationId xmlns:p14="http://schemas.microsoft.com/office/powerpoint/2010/main" val="123324038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24_Blank w/foot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C4351FD-D03E-466B-A677-D6028D5A69E5}"/>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 name="Text Placeholder 2">
            <a:extLst>
              <a:ext uri="{FF2B5EF4-FFF2-40B4-BE49-F238E27FC236}">
                <a16:creationId xmlns:a16="http://schemas.microsoft.com/office/drawing/2014/main" id="{84AFC75D-C55C-1B4D-9FF5-B13158C16C4E}"/>
              </a:ext>
            </a:extLst>
          </p:cNvPr>
          <p:cNvSpPr>
            <a:spLocks noGrp="1"/>
          </p:cNvSpPr>
          <p:nvPr>
            <p:ph type="body" sz="quarter" idx="13"/>
          </p:nvPr>
        </p:nvSpPr>
        <p:spPr>
          <a:xfrm>
            <a:off x="485775" y="1489629"/>
            <a:ext cx="11220451" cy="2222500"/>
          </a:xfrm>
        </p:spPr>
        <p:txBody>
          <a:bodyPr anchor="b">
            <a:normAutofit/>
          </a:bodyPr>
          <a:lstStyle>
            <a:lvl1pPr algn="ctr">
              <a:defRPr sz="4267" b="1"/>
            </a:lvl1pPr>
            <a:lvl2pPr>
              <a:defRPr b="1"/>
            </a:lvl2pPr>
            <a:lvl3pPr>
              <a:defRPr b="1"/>
            </a:lvl3pPr>
            <a:lvl4pPr>
              <a:defRPr b="1"/>
            </a:lvl4pPr>
            <a:lvl5pPr>
              <a:defRPr b="1"/>
            </a:lvl5pPr>
          </a:lstStyle>
          <a:p>
            <a:pPr lvl="0"/>
            <a:r>
              <a:rPr lang="en-US"/>
              <a:t>Click to edit Master text styles</a:t>
            </a:r>
          </a:p>
        </p:txBody>
      </p:sp>
      <p:sp>
        <p:nvSpPr>
          <p:cNvPr id="12" name="Text Placeholder 11">
            <a:extLst>
              <a:ext uri="{FF2B5EF4-FFF2-40B4-BE49-F238E27FC236}">
                <a16:creationId xmlns:a16="http://schemas.microsoft.com/office/drawing/2014/main" id="{BF8F45B8-CB91-6945-BA1F-F5EC5287380A}"/>
              </a:ext>
            </a:extLst>
          </p:cNvPr>
          <p:cNvSpPr>
            <a:spLocks noGrp="1"/>
          </p:cNvSpPr>
          <p:nvPr>
            <p:ph type="body" sz="quarter" idx="14" hasCustomPrompt="1"/>
          </p:nvPr>
        </p:nvSpPr>
        <p:spPr>
          <a:xfrm>
            <a:off x="4923367" y="4440929"/>
            <a:ext cx="2345267" cy="493183"/>
          </a:xfrm>
        </p:spPr>
        <p:txBody>
          <a:bodyPr/>
          <a:lstStyle>
            <a:lvl1pPr marL="0" marR="0" indent="0" algn="ctr" defTabSz="609585" rtl="0" eaLnBrk="1" fontAlgn="auto" latinLnBrk="0" hangingPunct="1">
              <a:lnSpc>
                <a:spcPct val="100000"/>
              </a:lnSpc>
              <a:spcBef>
                <a:spcPts val="0"/>
              </a:spcBef>
              <a:spcAft>
                <a:spcPts val="0"/>
              </a:spcAft>
              <a:buClrTx/>
              <a:buSzTx/>
              <a:buFontTx/>
              <a:buNone/>
              <a:tabLst/>
              <a:defRPr/>
            </a:lvl1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E20177"/>
                </a:solidFill>
                <a:effectLst/>
                <a:uLnTx/>
                <a:uFillTx/>
                <a:latin typeface="Arial" panose="020B0604020202020204" pitchFamily="34" charset="0"/>
                <a:ea typeface="+mn-ea"/>
                <a:cs typeface="Arial" panose="020B0604020202020204" pitchFamily="34" charset="0"/>
              </a:rPr>
              <a:t>Name Here</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a:ln>
                  <a:noFill/>
                </a:ln>
                <a:solidFill>
                  <a:srgbClr val="171717"/>
                </a:solidFill>
                <a:effectLst/>
                <a:uLnTx/>
                <a:uFillTx/>
                <a:latin typeface="+mn-lt"/>
                <a:ea typeface="+mn-ea"/>
                <a:cs typeface="+mn-cs"/>
              </a:rPr>
              <a:t>Title Goes Here</a:t>
            </a:r>
          </a:p>
        </p:txBody>
      </p:sp>
      <p:sp>
        <p:nvSpPr>
          <p:cNvPr id="14" name="Slide Number Placeholder 5">
            <a:extLst>
              <a:ext uri="{FF2B5EF4-FFF2-40B4-BE49-F238E27FC236}">
                <a16:creationId xmlns:a16="http://schemas.microsoft.com/office/drawing/2014/main" id="{9E17FAC0-3DB1-4023-854C-C5EAE614B89A}"/>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pic>
        <p:nvPicPr>
          <p:cNvPr id="2" name="Picture 1" descr="A close-up of a logo&#10;&#10;Description automatically generated">
            <a:extLst>
              <a:ext uri="{FF2B5EF4-FFF2-40B4-BE49-F238E27FC236}">
                <a16:creationId xmlns:a16="http://schemas.microsoft.com/office/drawing/2014/main" id="{5BD8FD2E-E77A-C383-302D-74387880AAE6}"/>
              </a:ext>
            </a:extLst>
          </p:cNvPr>
          <p:cNvPicPr>
            <a:picLocks noChangeAspect="1"/>
          </p:cNvPicPr>
          <p:nvPr userDrawn="1"/>
        </p:nvPicPr>
        <p:blipFill>
          <a:blip r:embed="rId2"/>
          <a:stretch>
            <a:fillRect/>
          </a:stretch>
        </p:blipFill>
        <p:spPr>
          <a:xfrm>
            <a:off x="9715503" y="6301031"/>
            <a:ext cx="2098751" cy="458460"/>
          </a:xfrm>
          <a:prstGeom prst="rect">
            <a:avLst/>
          </a:prstGeom>
        </p:spPr>
      </p:pic>
    </p:spTree>
    <p:extLst>
      <p:ext uri="{BB962C8B-B14F-4D97-AF65-F5344CB8AC3E}">
        <p14:creationId xmlns:p14="http://schemas.microsoft.com/office/powerpoint/2010/main" val="54305438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25_Blank w/foote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2232DF8-F106-704B-8477-66785B07AB3E}"/>
              </a:ext>
            </a:extLst>
          </p:cNvPr>
          <p:cNvSpPr>
            <a:spLocks noGrp="1"/>
          </p:cNvSpPr>
          <p:nvPr>
            <p:ph type="pic" sz="quarter" idx="13"/>
          </p:nvPr>
        </p:nvSpPr>
        <p:spPr>
          <a:xfrm>
            <a:off x="0" y="280"/>
            <a:ext cx="12192000" cy="6292851"/>
          </a:xfrm>
          <a:solidFill>
            <a:schemeClr val="bg2"/>
          </a:solidFill>
        </p:spPr>
        <p:txBody>
          <a:bodyPr tIns="1920240" rIns="0"/>
          <a:lstStyle>
            <a:lvl1pPr marL="0" indent="0" algn="ctr">
              <a:buNone/>
              <a:defRPr/>
            </a:lvl1pPr>
          </a:lstStyle>
          <a:p>
            <a:r>
              <a:rPr lang="en-US"/>
              <a:t>Click icon to add picture</a:t>
            </a:r>
          </a:p>
        </p:txBody>
      </p:sp>
      <p:sp>
        <p:nvSpPr>
          <p:cNvPr id="8" name="Rectangle 7">
            <a:extLst>
              <a:ext uri="{FF2B5EF4-FFF2-40B4-BE49-F238E27FC236}">
                <a16:creationId xmlns:a16="http://schemas.microsoft.com/office/drawing/2014/main" id="{FC3DFC7D-C32E-4AD7-9BD9-C7B1D9FB59D2}"/>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Content Placeholder 9">
            <a:extLst>
              <a:ext uri="{FF2B5EF4-FFF2-40B4-BE49-F238E27FC236}">
                <a16:creationId xmlns:a16="http://schemas.microsoft.com/office/drawing/2014/main" id="{80237854-694D-8143-80CC-A1879777AF20}"/>
              </a:ext>
            </a:extLst>
          </p:cNvPr>
          <p:cNvSpPr>
            <a:spLocks noGrp="1"/>
          </p:cNvSpPr>
          <p:nvPr>
            <p:ph sz="quarter" idx="14"/>
          </p:nvPr>
        </p:nvSpPr>
        <p:spPr>
          <a:xfrm>
            <a:off x="728012" y="2404881"/>
            <a:ext cx="3411097" cy="3323383"/>
          </a:xfrm>
          <a:prstGeom prst="ellipse">
            <a:avLst/>
          </a:prstGeom>
          <a:solidFill>
            <a:schemeClr val="accent1"/>
          </a:solidFill>
        </p:spPr>
        <p:txBody>
          <a:bodyPr tIns="0" anchor="ctr">
            <a:normAutofit/>
          </a:bodyPr>
          <a:lstStyle>
            <a:lvl1pPr marL="0" indent="0" algn="ctr">
              <a:buNone/>
              <a:defRPr sz="1867" b="1">
                <a:solidFill>
                  <a:schemeClr val="bg1"/>
                </a:solidFill>
              </a:defRPr>
            </a:lvl1pPr>
            <a:lvl2pPr algn="ctr">
              <a:defRPr/>
            </a:lvl2pPr>
            <a:lvl3pPr algn="ctr">
              <a:defRPr/>
            </a:lvl3pPr>
            <a:lvl4pPr algn="ctr">
              <a:defRPr/>
            </a:lvl4pPr>
            <a:lvl5pPr marL="1151438" indent="0" algn="ctr">
              <a:buNone/>
              <a:defRPr/>
            </a:lvl5pPr>
          </a:lstStyle>
          <a:p>
            <a:pPr lvl="0"/>
            <a:r>
              <a:rPr lang="en-US"/>
              <a:t>Click to edit Master text styles</a:t>
            </a:r>
          </a:p>
        </p:txBody>
      </p:sp>
      <p:sp>
        <p:nvSpPr>
          <p:cNvPr id="7" name="Slide Number Placeholder 5">
            <a:extLst>
              <a:ext uri="{FF2B5EF4-FFF2-40B4-BE49-F238E27FC236}">
                <a16:creationId xmlns:a16="http://schemas.microsoft.com/office/drawing/2014/main" id="{911BBFA1-F550-4430-8659-41C3BCA73454}"/>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pic>
        <p:nvPicPr>
          <p:cNvPr id="2" name="Picture 1" descr="A close-up of a logo&#10;&#10;Description automatically generated">
            <a:extLst>
              <a:ext uri="{FF2B5EF4-FFF2-40B4-BE49-F238E27FC236}">
                <a16:creationId xmlns:a16="http://schemas.microsoft.com/office/drawing/2014/main" id="{D2D04CF8-85CD-B3A2-619B-72A28CC9D9BD}"/>
              </a:ext>
            </a:extLst>
          </p:cNvPr>
          <p:cNvPicPr>
            <a:picLocks noChangeAspect="1"/>
          </p:cNvPicPr>
          <p:nvPr userDrawn="1"/>
        </p:nvPicPr>
        <p:blipFill>
          <a:blip r:embed="rId2"/>
          <a:stretch>
            <a:fillRect/>
          </a:stretch>
        </p:blipFill>
        <p:spPr>
          <a:xfrm>
            <a:off x="9715503" y="6301031"/>
            <a:ext cx="2098751" cy="458460"/>
          </a:xfrm>
          <a:prstGeom prst="rect">
            <a:avLst/>
          </a:prstGeom>
        </p:spPr>
      </p:pic>
    </p:spTree>
    <p:extLst>
      <p:ext uri="{BB962C8B-B14F-4D97-AF65-F5344CB8AC3E}">
        <p14:creationId xmlns:p14="http://schemas.microsoft.com/office/powerpoint/2010/main" val="394821109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26_Blank w/foote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2232DF8-F106-704B-8477-66785B07AB3E}"/>
              </a:ext>
            </a:extLst>
          </p:cNvPr>
          <p:cNvSpPr>
            <a:spLocks noGrp="1"/>
          </p:cNvSpPr>
          <p:nvPr>
            <p:ph type="pic" sz="quarter" idx="13"/>
          </p:nvPr>
        </p:nvSpPr>
        <p:spPr>
          <a:xfrm>
            <a:off x="0" y="280"/>
            <a:ext cx="12192000" cy="6292851"/>
          </a:xfrm>
          <a:solidFill>
            <a:schemeClr val="bg2"/>
          </a:solidFill>
        </p:spPr>
        <p:txBody>
          <a:bodyPr tIns="1920240" rIns="0"/>
          <a:lstStyle>
            <a:lvl1pPr marL="0" indent="0" algn="ctr">
              <a:buNone/>
              <a:defRPr/>
            </a:lvl1pPr>
          </a:lstStyle>
          <a:p>
            <a:r>
              <a:rPr lang="en-US"/>
              <a:t>Click icon to add picture</a:t>
            </a:r>
          </a:p>
        </p:txBody>
      </p:sp>
      <p:sp>
        <p:nvSpPr>
          <p:cNvPr id="6" name="Rectangle 5">
            <a:extLst>
              <a:ext uri="{FF2B5EF4-FFF2-40B4-BE49-F238E27FC236}">
                <a16:creationId xmlns:a16="http://schemas.microsoft.com/office/drawing/2014/main" id="{53E30D83-BDA4-4DC1-9651-732FC429A4A9}"/>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Slide Number Placeholder 5">
            <a:extLst>
              <a:ext uri="{FF2B5EF4-FFF2-40B4-BE49-F238E27FC236}">
                <a16:creationId xmlns:a16="http://schemas.microsoft.com/office/drawing/2014/main" id="{6852A224-48B9-7B47-B45D-F751E6BD7A8E}"/>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pic>
        <p:nvPicPr>
          <p:cNvPr id="2" name="Picture 1" descr="A close-up of a logo&#10;&#10;Description automatically generated">
            <a:extLst>
              <a:ext uri="{FF2B5EF4-FFF2-40B4-BE49-F238E27FC236}">
                <a16:creationId xmlns:a16="http://schemas.microsoft.com/office/drawing/2014/main" id="{17BD4CE0-6B80-ECF8-CC61-9423ABA248C5}"/>
              </a:ext>
            </a:extLst>
          </p:cNvPr>
          <p:cNvPicPr>
            <a:picLocks noChangeAspect="1"/>
          </p:cNvPicPr>
          <p:nvPr userDrawn="1"/>
        </p:nvPicPr>
        <p:blipFill>
          <a:blip r:embed="rId2"/>
          <a:stretch>
            <a:fillRect/>
          </a:stretch>
        </p:blipFill>
        <p:spPr>
          <a:xfrm>
            <a:off x="9715503" y="6301031"/>
            <a:ext cx="2098751" cy="458460"/>
          </a:xfrm>
          <a:prstGeom prst="rect">
            <a:avLst/>
          </a:prstGeom>
        </p:spPr>
      </p:pic>
    </p:spTree>
    <p:extLst>
      <p:ext uri="{BB962C8B-B14F-4D97-AF65-F5344CB8AC3E}">
        <p14:creationId xmlns:p14="http://schemas.microsoft.com/office/powerpoint/2010/main" val="406513002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27_Blank w/foot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9EC0EC0-A245-410F-9859-77595118E4BE}"/>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Picture Placeholder 3">
            <a:extLst>
              <a:ext uri="{FF2B5EF4-FFF2-40B4-BE49-F238E27FC236}">
                <a16:creationId xmlns:a16="http://schemas.microsoft.com/office/drawing/2014/main" id="{8852C220-5335-954B-ABF5-68B35E378518}"/>
              </a:ext>
            </a:extLst>
          </p:cNvPr>
          <p:cNvSpPr>
            <a:spLocks noGrp="1"/>
          </p:cNvSpPr>
          <p:nvPr>
            <p:ph type="pic" sz="quarter" idx="10"/>
          </p:nvPr>
        </p:nvSpPr>
        <p:spPr>
          <a:xfrm rot="10800000" flipV="1">
            <a:off x="1873014" y="234427"/>
            <a:ext cx="10318983" cy="4616061"/>
          </a:xfrm>
          <a:custGeom>
            <a:avLst/>
            <a:gdLst>
              <a:gd name="connsiteX0" fmla="*/ 0 w 2373837"/>
              <a:gd name="connsiteY0" fmla="*/ 0 h 3161925"/>
              <a:gd name="connsiteX1" fmla="*/ 1186919 w 2373837"/>
              <a:gd name="connsiteY1" fmla="*/ 0 h 3161925"/>
              <a:gd name="connsiteX2" fmla="*/ 2373838 w 2373837"/>
              <a:gd name="connsiteY2" fmla="*/ 1580963 h 3161925"/>
              <a:gd name="connsiteX3" fmla="*/ 1186919 w 2373837"/>
              <a:gd name="connsiteY3" fmla="*/ 3161926 h 3161925"/>
              <a:gd name="connsiteX4" fmla="*/ 0 w 2373837"/>
              <a:gd name="connsiteY4" fmla="*/ 3161925 h 3161925"/>
              <a:gd name="connsiteX5" fmla="*/ 0 w 2373837"/>
              <a:gd name="connsiteY5" fmla="*/ 0 h 3161925"/>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338328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27432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18288 w 5757118"/>
              <a:gd name="connsiteY4" fmla="*/ 3143637 h 3161926"/>
              <a:gd name="connsiteX5" fmla="*/ 0 w 5757118"/>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71069"/>
              <a:gd name="connsiteX1" fmla="*/ 4570199 w 5757118"/>
              <a:gd name="connsiteY1" fmla="*/ 0 h 3171069"/>
              <a:gd name="connsiteX2" fmla="*/ 5757118 w 5757118"/>
              <a:gd name="connsiteY2" fmla="*/ 1580963 h 3171069"/>
              <a:gd name="connsiteX3" fmla="*/ 4570199 w 5757118"/>
              <a:gd name="connsiteY3" fmla="*/ 3161926 h 3171069"/>
              <a:gd name="connsiteX4" fmla="*/ 0 w 5757118"/>
              <a:gd name="connsiteY4" fmla="*/ 3171069 h 3171069"/>
              <a:gd name="connsiteX5" fmla="*/ 0 w 5757118"/>
              <a:gd name="connsiteY5" fmla="*/ 9144 h 3171069"/>
              <a:gd name="connsiteX0" fmla="*/ 0 w 5763988"/>
              <a:gd name="connsiteY0" fmla="*/ 0 h 3171069"/>
              <a:gd name="connsiteX1" fmla="*/ 4577069 w 5763988"/>
              <a:gd name="connsiteY1" fmla="*/ 0 h 3171069"/>
              <a:gd name="connsiteX2" fmla="*/ 5763988 w 5763988"/>
              <a:gd name="connsiteY2" fmla="*/ 1580963 h 3171069"/>
              <a:gd name="connsiteX3" fmla="*/ 4577069 w 5763988"/>
              <a:gd name="connsiteY3" fmla="*/ 3161926 h 3171069"/>
              <a:gd name="connsiteX4" fmla="*/ 6870 w 5763988"/>
              <a:gd name="connsiteY4" fmla="*/ 3171069 h 3171069"/>
              <a:gd name="connsiteX5" fmla="*/ 0 w 5763988"/>
              <a:gd name="connsiteY5" fmla="*/ 0 h 317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3988" h="3171069">
                <a:moveTo>
                  <a:pt x="0" y="0"/>
                </a:moveTo>
                <a:lnTo>
                  <a:pt x="4577069" y="0"/>
                </a:lnTo>
                <a:cubicBezTo>
                  <a:pt x="5232586" y="0"/>
                  <a:pt x="5763988" y="707821"/>
                  <a:pt x="5763988" y="1580963"/>
                </a:cubicBezTo>
                <a:cubicBezTo>
                  <a:pt x="5763988" y="2454105"/>
                  <a:pt x="5232586" y="3161926"/>
                  <a:pt x="4577069" y="3161926"/>
                </a:cubicBezTo>
                <a:lnTo>
                  <a:pt x="6870" y="3171069"/>
                </a:lnTo>
                <a:lnTo>
                  <a:pt x="0" y="0"/>
                </a:lnTo>
                <a:close/>
              </a:path>
            </a:pathLst>
          </a:cu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8" name="Oval 7">
            <a:extLst>
              <a:ext uri="{FF2B5EF4-FFF2-40B4-BE49-F238E27FC236}">
                <a16:creationId xmlns:a16="http://schemas.microsoft.com/office/drawing/2014/main" id="{4BBB5C12-3DEF-4540-973F-28E88629FD1D}"/>
              </a:ext>
            </a:extLst>
          </p:cNvPr>
          <p:cNvSpPr/>
          <p:nvPr userDrawn="1"/>
        </p:nvSpPr>
        <p:spPr>
          <a:xfrm>
            <a:off x="7958623" y="5164271"/>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Freeform 8">
            <a:extLst>
              <a:ext uri="{FF2B5EF4-FFF2-40B4-BE49-F238E27FC236}">
                <a16:creationId xmlns:a16="http://schemas.microsoft.com/office/drawing/2014/main" id="{0B8B6BA6-F26A-FD4E-8219-BF14B976B4DA}"/>
              </a:ext>
            </a:extLst>
          </p:cNvPr>
          <p:cNvSpPr/>
          <p:nvPr userDrawn="1"/>
        </p:nvSpPr>
        <p:spPr>
          <a:xfrm>
            <a:off x="478333"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Rounded Rectangle 10">
            <a:extLst>
              <a:ext uri="{FF2B5EF4-FFF2-40B4-BE49-F238E27FC236}">
                <a16:creationId xmlns:a16="http://schemas.microsoft.com/office/drawing/2014/main" id="{5DE15F76-698D-4D46-A56C-F2AD2B36F9A9}"/>
              </a:ext>
            </a:extLst>
          </p:cNvPr>
          <p:cNvSpPr/>
          <p:nvPr userDrawn="1"/>
        </p:nvSpPr>
        <p:spPr>
          <a:xfrm>
            <a:off x="932981" y="5164271"/>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Slide Number Placeholder 5">
            <a:extLst>
              <a:ext uri="{FF2B5EF4-FFF2-40B4-BE49-F238E27FC236}">
                <a16:creationId xmlns:a16="http://schemas.microsoft.com/office/drawing/2014/main" id="{FC37DCF4-C4BE-4BA3-83A1-23C52DDA3E33}"/>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13" name="Title 1">
            <a:extLst>
              <a:ext uri="{FF2B5EF4-FFF2-40B4-BE49-F238E27FC236}">
                <a16:creationId xmlns:a16="http://schemas.microsoft.com/office/drawing/2014/main" id="{F04A439C-900A-E14F-897C-B479EFB161FA}"/>
              </a:ext>
            </a:extLst>
          </p:cNvPr>
          <p:cNvSpPr>
            <a:spLocks noGrp="1"/>
          </p:cNvSpPr>
          <p:nvPr>
            <p:ph type="title"/>
          </p:nvPr>
        </p:nvSpPr>
        <p:spPr>
          <a:xfrm>
            <a:off x="478334" y="1910340"/>
            <a:ext cx="4481013" cy="2852737"/>
          </a:xfrm>
          <a:prstGeom prst="rect">
            <a:avLst/>
          </a:prstGeom>
        </p:spPr>
        <p:txBody>
          <a:bodyPr anchor="b">
            <a:normAutofit/>
          </a:bodyPr>
          <a:lstStyle>
            <a:lvl1pPr>
              <a:defRPr sz="3200"/>
            </a:lvl1pPr>
          </a:lstStyle>
          <a:p>
            <a:r>
              <a:rPr lang="en-US"/>
              <a:t>Click to edit Master title style</a:t>
            </a:r>
          </a:p>
        </p:txBody>
      </p:sp>
      <p:pic>
        <p:nvPicPr>
          <p:cNvPr id="2" name="Picture 1" descr="A close-up of a logo&#10;&#10;Description automatically generated">
            <a:extLst>
              <a:ext uri="{FF2B5EF4-FFF2-40B4-BE49-F238E27FC236}">
                <a16:creationId xmlns:a16="http://schemas.microsoft.com/office/drawing/2014/main" id="{938C2D30-4F3F-7BD2-E701-5C0FE5D3BD64}"/>
              </a:ext>
            </a:extLst>
          </p:cNvPr>
          <p:cNvPicPr>
            <a:picLocks noChangeAspect="1"/>
          </p:cNvPicPr>
          <p:nvPr userDrawn="1"/>
        </p:nvPicPr>
        <p:blipFill>
          <a:blip r:embed="rId2"/>
          <a:stretch>
            <a:fillRect/>
          </a:stretch>
        </p:blipFill>
        <p:spPr>
          <a:xfrm>
            <a:off x="9715503" y="6301031"/>
            <a:ext cx="2098751" cy="458460"/>
          </a:xfrm>
          <a:prstGeom prst="rect">
            <a:avLst/>
          </a:prstGeom>
        </p:spPr>
      </p:pic>
    </p:spTree>
    <p:extLst>
      <p:ext uri="{BB962C8B-B14F-4D97-AF65-F5344CB8AC3E}">
        <p14:creationId xmlns:p14="http://schemas.microsoft.com/office/powerpoint/2010/main" val="397092140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3" y="4818844"/>
            <a:ext cx="9160412" cy="641701"/>
          </a:xfrm>
        </p:spPr>
        <p:txBody>
          <a:bodyPr lIns="0" tIns="0" rIns="0" bIns="0"/>
          <a:lstStyle>
            <a:lvl1pPr marL="0" indent="0" algn="l">
              <a:buNone/>
              <a:defRPr sz="2400"/>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3" y="4709627"/>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1894705"/>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5"/>
            <a:ext cx="9144000" cy="1354081"/>
          </a:xfrm>
        </p:spPr>
        <p:txBody>
          <a:bodyPr lIns="0" tIns="0" rIns="0" bIns="0" anchor="b"/>
          <a:lstStyle>
            <a:lvl1pPr algn="l">
              <a:defRPr sz="4267"/>
            </a:lvl1pPr>
          </a:lstStyle>
          <a:p>
            <a:r>
              <a:rPr lang="en-US"/>
              <a:t>Click to edit Master title style</a:t>
            </a:r>
          </a:p>
        </p:txBody>
      </p:sp>
      <p:sp>
        <p:nvSpPr>
          <p:cNvPr id="9" name="Freeform 8">
            <a:extLst>
              <a:ext uri="{FF2B5EF4-FFF2-40B4-BE49-F238E27FC236}">
                <a16:creationId xmlns:a16="http://schemas.microsoft.com/office/drawing/2014/main" id="{9B73DB2B-0F7D-4740-AAFB-08A4184D1C18}"/>
              </a:ext>
            </a:extLst>
          </p:cNvPr>
          <p:cNvSpPr>
            <a:spLocks/>
          </p:cNvSpPr>
          <p:nvPr userDrawn="1"/>
        </p:nvSpPr>
        <p:spPr>
          <a:xfrm>
            <a:off x="4686532" y="3"/>
            <a:ext cx="7505469" cy="3752604"/>
          </a:xfrm>
          <a:custGeom>
            <a:avLst/>
            <a:gdLst>
              <a:gd name="connsiteX0" fmla="*/ 610619 w 5629102"/>
              <a:gd name="connsiteY0" fmla="*/ 0 h 2814453"/>
              <a:gd name="connsiteX1" fmla="*/ 5629102 w 5629102"/>
              <a:gd name="connsiteY1" fmla="*/ 0 h 2814453"/>
              <a:gd name="connsiteX2" fmla="*/ 5629102 w 5629102"/>
              <a:gd name="connsiteY2" fmla="*/ 2814453 h 2814453"/>
              <a:gd name="connsiteX3" fmla="*/ 1572393 w 5629102"/>
              <a:gd name="connsiteY3" fmla="*/ 2814453 h 2814453"/>
              <a:gd name="connsiteX4" fmla="*/ 0 w 5629102"/>
              <a:gd name="connsiteY4" fmla="*/ 1242060 h 2814453"/>
              <a:gd name="connsiteX5" fmla="*/ 572205 w 5629102"/>
              <a:gd name="connsiteY5" fmla="*/ 28725 h 281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9102" h="2814453">
                <a:moveTo>
                  <a:pt x="610619" y="0"/>
                </a:moveTo>
                <a:lnTo>
                  <a:pt x="5629102" y="0"/>
                </a:lnTo>
                <a:lnTo>
                  <a:pt x="5629102" y="2814453"/>
                </a:lnTo>
                <a:lnTo>
                  <a:pt x="1572393" y="2814453"/>
                </a:lnTo>
                <a:cubicBezTo>
                  <a:pt x="703984" y="2814453"/>
                  <a:pt x="0" y="2110469"/>
                  <a:pt x="0" y="1242060"/>
                </a:cubicBezTo>
                <a:cubicBezTo>
                  <a:pt x="0" y="753580"/>
                  <a:pt x="222745" y="317125"/>
                  <a:pt x="572205" y="28725"/>
                </a:cubicBezTo>
                <a:close/>
              </a:path>
            </a:pathLst>
          </a:custGeom>
          <a:blipFill>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1" name="Graphic 10">
            <a:extLst>
              <a:ext uri="{FF2B5EF4-FFF2-40B4-BE49-F238E27FC236}">
                <a16:creationId xmlns:a16="http://schemas.microsoft.com/office/drawing/2014/main" id="{55E7BBFC-47FE-794A-B540-81BDFCC225D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673831" y="5953413"/>
            <a:ext cx="2845700" cy="703432"/>
          </a:xfrm>
          <a:prstGeom prst="rect">
            <a:avLst/>
          </a:prstGeom>
        </p:spPr>
      </p:pic>
    </p:spTree>
    <p:extLst>
      <p:ext uri="{BB962C8B-B14F-4D97-AF65-F5344CB8AC3E}">
        <p14:creationId xmlns:p14="http://schemas.microsoft.com/office/powerpoint/2010/main" val="130158742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Divider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userDrawn="1"/>
        </p:nvSpPr>
        <p:spPr>
          <a:xfrm>
            <a:off x="2836648" y="5641962"/>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p:cNvSpPr>
            <a:spLocks noGrp="1"/>
          </p:cNvSpPr>
          <p:nvPr>
            <p:ph type="title"/>
          </p:nvPr>
        </p:nvSpPr>
        <p:spPr>
          <a:xfrm>
            <a:off x="460464" y="2897304"/>
            <a:ext cx="10515600" cy="985648"/>
          </a:xfrm>
        </p:spPr>
        <p:txBody>
          <a:bodyPr lIns="0" tIns="0" rIns="0" bIns="0" anchor="b">
            <a:normAutofit/>
          </a:bodyPr>
          <a:lstStyle>
            <a:lvl1pPr>
              <a:defRPr sz="3733"/>
            </a:lvl1pPr>
          </a:lstStyle>
          <a:p>
            <a:r>
              <a:rPr lang="en-US"/>
              <a:t>Click to edit Master title style</a:t>
            </a:r>
          </a:p>
        </p:txBody>
      </p:sp>
      <p:sp>
        <p:nvSpPr>
          <p:cNvPr id="3" name="Text Placeholder 2"/>
          <p:cNvSpPr>
            <a:spLocks noGrp="1"/>
          </p:cNvSpPr>
          <p:nvPr>
            <p:ph type="body" idx="1"/>
          </p:nvPr>
        </p:nvSpPr>
        <p:spPr>
          <a:xfrm>
            <a:off x="457200" y="4025416"/>
            <a:ext cx="10538293" cy="684208"/>
          </a:xfrm>
        </p:spPr>
        <p:txBody>
          <a:bodyPr lIns="0" tIns="0" rIns="0" bIns="0"/>
          <a:lstStyle>
            <a:lvl1pPr marL="0" indent="0">
              <a:buNone/>
              <a:defRPr sz="2667">
                <a:solidFill>
                  <a:schemeClr val="tx1"/>
                </a:solidFill>
              </a:defRPr>
            </a:lvl1pPr>
            <a:lvl2pPr marL="457167" indent="0">
              <a:buNone/>
              <a:defRPr sz="2000">
                <a:solidFill>
                  <a:schemeClr val="tx1">
                    <a:tint val="75000"/>
                  </a:schemeClr>
                </a:solidFill>
              </a:defRPr>
            </a:lvl2pPr>
            <a:lvl3pPr marL="914332" indent="0">
              <a:buNone/>
              <a:defRPr sz="1800">
                <a:solidFill>
                  <a:schemeClr val="tx1">
                    <a:tint val="75000"/>
                  </a:schemeClr>
                </a:solidFill>
              </a:defRPr>
            </a:lvl3pPr>
            <a:lvl4pPr marL="1371498" indent="0">
              <a:buNone/>
              <a:defRPr sz="1600">
                <a:solidFill>
                  <a:schemeClr val="tx1">
                    <a:tint val="75000"/>
                  </a:schemeClr>
                </a:solidFill>
              </a:defRPr>
            </a:lvl4pPr>
            <a:lvl5pPr marL="1828664" indent="0">
              <a:buNone/>
              <a:defRPr sz="1600">
                <a:solidFill>
                  <a:schemeClr val="tx1">
                    <a:tint val="75000"/>
                  </a:schemeClr>
                </a:solidFill>
              </a:defRPr>
            </a:lvl5pPr>
            <a:lvl6pPr marL="2285830" indent="0">
              <a:buNone/>
              <a:defRPr sz="1600">
                <a:solidFill>
                  <a:schemeClr val="tx1">
                    <a:tint val="75000"/>
                  </a:schemeClr>
                </a:solidFill>
              </a:defRPr>
            </a:lvl6pPr>
            <a:lvl7pPr marL="2742994" indent="0">
              <a:buNone/>
              <a:defRPr sz="1600">
                <a:solidFill>
                  <a:schemeClr val="tx1">
                    <a:tint val="75000"/>
                  </a:schemeClr>
                </a:solidFill>
              </a:defRPr>
            </a:lvl7pPr>
            <a:lvl8pPr marL="3200160" indent="0">
              <a:buNone/>
              <a:defRPr sz="1600">
                <a:solidFill>
                  <a:schemeClr val="tx1">
                    <a:tint val="75000"/>
                  </a:schemeClr>
                </a:solidFill>
              </a:defRPr>
            </a:lvl8pPr>
            <a:lvl9pPr marL="3657327" indent="0">
              <a:buNone/>
              <a:defRPr sz="16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2" name="Freeform 21">
            <a:extLst>
              <a:ext uri="{FF2B5EF4-FFF2-40B4-BE49-F238E27FC236}">
                <a16:creationId xmlns:a16="http://schemas.microsoft.com/office/drawing/2014/main" id="{74AFD015-0D1F-3547-8CF1-90942E7ACF2E}"/>
              </a:ext>
            </a:extLst>
          </p:cNvPr>
          <p:cNvSpPr/>
          <p:nvPr userDrawn="1"/>
        </p:nvSpPr>
        <p:spPr>
          <a:xfrm>
            <a:off x="10342177"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Freeform 20">
            <a:extLst>
              <a:ext uri="{FF2B5EF4-FFF2-40B4-BE49-F238E27FC236}">
                <a16:creationId xmlns:a16="http://schemas.microsoft.com/office/drawing/2014/main" id="{B74D8618-1342-4C42-94BD-C150DF3C1928}"/>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0" name="Graphic 9">
            <a:extLst>
              <a:ext uri="{FF2B5EF4-FFF2-40B4-BE49-F238E27FC236}">
                <a16:creationId xmlns:a16="http://schemas.microsoft.com/office/drawing/2014/main" id="{01F6646F-EFE6-CC40-B267-62108C5E032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3610513089"/>
      </p:ext>
    </p:extLst>
  </p:cSld>
  <p:clrMapOvr>
    <a:masterClrMapping/>
  </p:clrMapOvr>
  <p:extLst>
    <p:ext uri="{DCECCB84-F9BA-43D5-87BE-67443E8EF086}">
      <p15:sldGuideLst xmlns:p15="http://schemas.microsoft.com/office/powerpoint/2012/main">
        <p15:guide id="1" orient="horz" pos="3132">
          <p15:clr>
            <a:srgbClr val="FBAE40"/>
          </p15:clr>
        </p15:guide>
        <p15:guide id="2" pos="288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8" y="1576553"/>
            <a:ext cx="4542641" cy="4351283"/>
          </a:xfrm>
        </p:spPr>
        <p:txBody>
          <a:bodyPr/>
          <a:lstStyle/>
          <a:p>
            <a:r>
              <a:rPr lang="en-US"/>
              <a:t>Click icon to add picture</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Freeform 13">
            <a:extLst>
              <a:ext uri="{FF2B5EF4-FFF2-40B4-BE49-F238E27FC236}">
                <a16:creationId xmlns:a16="http://schemas.microsoft.com/office/drawing/2014/main" id="{095D3818-F949-6A40-B96A-1EF1AE2FFA3E}"/>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0" name="Graphic 9">
            <a:extLst>
              <a:ext uri="{FF2B5EF4-FFF2-40B4-BE49-F238E27FC236}">
                <a16:creationId xmlns:a16="http://schemas.microsoft.com/office/drawing/2014/main" id="{ED3C9057-7152-2A47-9BFB-01E64DF1F0D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235808232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4" orient="horz" pos="318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nfidential—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8" y="1576553"/>
            <a:ext cx="4542641" cy="4351283"/>
          </a:xfrm>
        </p:spPr>
        <p:txBody>
          <a:bodyPr/>
          <a:lstStyle/>
          <a:p>
            <a:r>
              <a:rPr lang="en-US"/>
              <a:t>Click icon to add picture</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0AE3A654-AF8F-9C41-8CAA-D5D2E5FA68F3}"/>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3" name="Graphic 12">
            <a:extLst>
              <a:ext uri="{FF2B5EF4-FFF2-40B4-BE49-F238E27FC236}">
                <a16:creationId xmlns:a16="http://schemas.microsoft.com/office/drawing/2014/main" id="{5164F9FD-59C6-FD4C-87A8-71C1511931C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244841052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4" orient="horz" pos="318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Proprietary—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8" y="1576553"/>
            <a:ext cx="4542641" cy="4351283"/>
          </a:xfrm>
        </p:spPr>
        <p:txBody>
          <a:bodyPr/>
          <a:lstStyle/>
          <a:p>
            <a:r>
              <a:rPr lang="en-US"/>
              <a:t>Click icon to add picture</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D1F5E3FD-9EE9-F543-BCED-F7397002C379}"/>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4" name="Graphic 13">
            <a:extLst>
              <a:ext uri="{FF2B5EF4-FFF2-40B4-BE49-F238E27FC236}">
                <a16:creationId xmlns:a16="http://schemas.microsoft.com/office/drawing/2014/main" id="{8EA21436-609E-1643-BA46-9347829FB32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310532812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ensitiv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8" y="1576553"/>
            <a:ext cx="4542641" cy="4351283"/>
          </a:xfrm>
        </p:spPr>
        <p:txBody>
          <a:bodyPr/>
          <a:lstStyle/>
          <a:p>
            <a:r>
              <a:rPr lang="en-US"/>
              <a:t>Click icon to add picture</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1723D2C3-A3F8-5E47-8E0F-AFC4F9E60371}"/>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3" name="Graphic 12">
            <a:extLst>
              <a:ext uri="{FF2B5EF4-FFF2-40B4-BE49-F238E27FC236}">
                <a16:creationId xmlns:a16="http://schemas.microsoft.com/office/drawing/2014/main" id="{9E1828D7-E356-694D-BCDA-12ED46BC95F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404662500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8419006E-9FD3-FE49-85B6-81898F97EE8F}"/>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1" name="Graphic 10">
            <a:extLst>
              <a:ext uri="{FF2B5EF4-FFF2-40B4-BE49-F238E27FC236}">
                <a16:creationId xmlns:a16="http://schemas.microsoft.com/office/drawing/2014/main" id="{9E644D6E-5531-5644-B768-B944FC3C5F5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187012932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fidential—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E66CFD98-370D-C349-8E75-45FD459F0A2D}"/>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2" name="Graphic 11">
            <a:extLst>
              <a:ext uri="{FF2B5EF4-FFF2-40B4-BE49-F238E27FC236}">
                <a16:creationId xmlns:a16="http://schemas.microsoft.com/office/drawing/2014/main" id="{44A4435A-D990-5C45-B122-9ADAF99587C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357562464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Proprietary—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DDF1B54D-E97A-CF47-BE3E-CD6D03235A0D}"/>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2" name="Graphic 11">
            <a:extLst>
              <a:ext uri="{FF2B5EF4-FFF2-40B4-BE49-F238E27FC236}">
                <a16:creationId xmlns:a16="http://schemas.microsoft.com/office/drawing/2014/main" id="{25BE1C40-2BF0-0E43-BDC9-A925101C112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326317267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Sensitiv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C9B31F19-03A0-594D-B3E9-CD87376E36D4}"/>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2" name="Graphic 11">
            <a:extLst>
              <a:ext uri="{FF2B5EF4-FFF2-40B4-BE49-F238E27FC236}">
                <a16:creationId xmlns:a16="http://schemas.microsoft.com/office/drawing/2014/main" id="{659A05D1-A79E-D846-90FC-1AE1A411966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151107204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Bio Template">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199" y="1359511"/>
            <a:ext cx="7141028" cy="4568324"/>
          </a:xfrm>
        </p:spPr>
        <p:txBody>
          <a:bodyPr lIns="0" tIns="0" rIns="0" bIns="0"/>
          <a:lstStyle>
            <a:lvl1pPr>
              <a:lnSpc>
                <a:spcPct val="100000"/>
              </a:lnSpc>
              <a:buNone/>
              <a:defRPr sz="2133"/>
            </a:lvl1pPr>
            <a:lvl2pPr>
              <a:lnSpc>
                <a:spcPct val="100000"/>
              </a:lnSpc>
              <a:buNone/>
              <a:defRPr sz="1867"/>
            </a:lvl2pPr>
            <a:lvl3pPr>
              <a:lnSpc>
                <a:spcPct val="100000"/>
              </a:lnSpc>
              <a:buNone/>
              <a:defRPr sz="1867"/>
            </a:lvl3pPr>
            <a:lvl4pPr>
              <a:lnSpc>
                <a:spcPct val="100000"/>
              </a:lnSpc>
              <a:buNone/>
              <a:defRPr sz="1867"/>
            </a:lvl4pPr>
            <a:lvl5pPr>
              <a:lnSpc>
                <a:spcPct val="100000"/>
              </a:lnSpc>
              <a:buNone/>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886116" y="1359588"/>
            <a:ext cx="3812197" cy="3812197"/>
          </a:xfrm>
          <a:prstGeom prst="ellipse">
            <a:avLst/>
          </a:prstGeom>
          <a:noFill/>
        </p:spPr>
        <p:txBody>
          <a:bodyPr/>
          <a:lstStyle/>
          <a:p>
            <a:r>
              <a:rPr lang="en-US"/>
              <a:t>Click icon to add picture</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7" name="Text Placeholder 6">
            <a:extLst>
              <a:ext uri="{FF2B5EF4-FFF2-40B4-BE49-F238E27FC236}">
                <a16:creationId xmlns:a16="http://schemas.microsoft.com/office/drawing/2014/main" id="{42AB9BBF-A7FA-394D-A2E2-93323B4F3A38}"/>
              </a:ext>
            </a:extLst>
          </p:cNvPr>
          <p:cNvSpPr>
            <a:spLocks noGrp="1"/>
          </p:cNvSpPr>
          <p:nvPr>
            <p:ph type="body" sz="quarter" idx="14"/>
          </p:nvPr>
        </p:nvSpPr>
        <p:spPr>
          <a:xfrm>
            <a:off x="457201" y="921935"/>
            <a:ext cx="10396483" cy="407436"/>
          </a:xfrm>
        </p:spPr>
        <p:txBody>
          <a:bodyPr lIns="0" tIns="0" rIns="0" bIns="0">
            <a:noAutofit/>
          </a:bodyPr>
          <a:lstStyle>
            <a:lvl1pPr>
              <a:buNone/>
              <a:defRPr sz="1467"/>
            </a:lvl1pPr>
            <a:lvl2pPr>
              <a:buNone/>
              <a:defRPr/>
            </a:lvl2pPr>
            <a:lvl3pPr>
              <a:buNone/>
              <a:defRPr/>
            </a:lvl3pPr>
            <a:lvl4pPr>
              <a:buNone/>
              <a:defRPr/>
            </a:lvl4pPr>
            <a:lvl5pPr>
              <a:buNone/>
              <a:defRPr/>
            </a:lvl5pPr>
          </a:lstStyle>
          <a:p>
            <a:pPr lvl="0"/>
            <a:r>
              <a:rPr lang="en-US"/>
              <a:t>Click to edit Master text styles</a:t>
            </a:r>
          </a:p>
        </p:txBody>
      </p:sp>
      <p:pic>
        <p:nvPicPr>
          <p:cNvPr id="13" name="Graphic 12">
            <a:extLst>
              <a:ext uri="{FF2B5EF4-FFF2-40B4-BE49-F238E27FC236}">
                <a16:creationId xmlns:a16="http://schemas.microsoft.com/office/drawing/2014/main" id="{3E2B0AE0-3B8A-DA48-BF2A-1A522C81FD8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286431221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r>
              <a:rPr lang="en-US"/>
              <a:t>Click to edit Master title style</a:t>
            </a:r>
          </a:p>
        </p:txBody>
      </p:sp>
      <p:sp>
        <p:nvSpPr>
          <p:cNvPr id="25" name="Slide Number Placeholder 5">
            <a:extLst>
              <a:ext uri="{FF2B5EF4-FFF2-40B4-BE49-F238E27FC236}">
                <a16:creationId xmlns:a16="http://schemas.microsoft.com/office/drawing/2014/main" id="{158CE639-514C-2A4F-986C-11AB4BAB7D0E}"/>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8" name="Freeform 7">
            <a:extLst>
              <a:ext uri="{FF2B5EF4-FFF2-40B4-BE49-F238E27FC236}">
                <a16:creationId xmlns:a16="http://schemas.microsoft.com/office/drawing/2014/main" id="{70F3D363-33B2-1C4F-91D8-A055D064E0FA}"/>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0" name="Graphic 9">
            <a:extLst>
              <a:ext uri="{FF2B5EF4-FFF2-40B4-BE49-F238E27FC236}">
                <a16:creationId xmlns:a16="http://schemas.microsoft.com/office/drawing/2014/main" id="{0A91B293-32F1-1D42-8745-63A742FF81D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271704453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lank w/footer">
    <p:spTree>
      <p:nvGrpSpPr>
        <p:cNvPr id="1" name=""/>
        <p:cNvGrpSpPr/>
        <p:nvPr/>
      </p:nvGrpSpPr>
      <p:grpSpPr>
        <a:xfrm>
          <a:off x="0" y="0"/>
          <a:ext cx="0" cy="0"/>
          <a:chOff x="0" y="0"/>
          <a:chExt cx="0" cy="0"/>
        </a:xfrm>
      </p:grpSpPr>
      <p:sp>
        <p:nvSpPr>
          <p:cNvPr id="25" name="Slide Number Placeholder 5">
            <a:extLst>
              <a:ext uri="{FF2B5EF4-FFF2-40B4-BE49-F238E27FC236}">
                <a16:creationId xmlns:a16="http://schemas.microsoft.com/office/drawing/2014/main" id="{6852A224-48B9-7B47-B45D-F751E6BD7A8E}"/>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4" name="Graphic 3">
            <a:extLst>
              <a:ext uri="{FF2B5EF4-FFF2-40B4-BE49-F238E27FC236}">
                <a16:creationId xmlns:a16="http://schemas.microsoft.com/office/drawing/2014/main" id="{D5E1CF14-FEA8-7447-9B85-8C2BBE18FDF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145276559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userDrawn="1"/>
        </p:nvSpPr>
        <p:spPr>
          <a:xfrm>
            <a:off x="2836648" y="5320775"/>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Freeform 19">
            <a:extLst>
              <a:ext uri="{FF2B5EF4-FFF2-40B4-BE49-F238E27FC236}">
                <a16:creationId xmlns:a16="http://schemas.microsoft.com/office/drawing/2014/main" id="{64DE4D37-4BCA-5F44-81D2-B08FB55C913C}"/>
              </a:ext>
            </a:extLst>
          </p:cNvPr>
          <p:cNvSpPr/>
          <p:nvPr userDrawn="1"/>
        </p:nvSpPr>
        <p:spPr>
          <a:xfrm>
            <a:off x="10342177" y="-1"/>
            <a:ext cx="909296" cy="468852"/>
          </a:xfrm>
          <a:custGeom>
            <a:avLst/>
            <a:gdLst>
              <a:gd name="connsiteX0" fmla="*/ 2151 w 681972"/>
              <a:gd name="connsiteY0" fmla="*/ 0 h 351639"/>
              <a:gd name="connsiteX1" fmla="*/ 679821 w 681972"/>
              <a:gd name="connsiteY1" fmla="*/ 0 h 351639"/>
              <a:gd name="connsiteX2" fmla="*/ 681972 w 681972"/>
              <a:gd name="connsiteY2" fmla="*/ 10653 h 351639"/>
              <a:gd name="connsiteX3" fmla="*/ 340986 w 681972"/>
              <a:gd name="connsiteY3" fmla="*/ 351639 h 351639"/>
              <a:gd name="connsiteX4" fmla="*/ 0 w 681972"/>
              <a:gd name="connsiteY4" fmla="*/ 10653 h 35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9">
                <a:moveTo>
                  <a:pt x="2151" y="0"/>
                </a:moveTo>
                <a:lnTo>
                  <a:pt x="679821" y="0"/>
                </a:lnTo>
                <a:lnTo>
                  <a:pt x="681972" y="10653"/>
                </a:lnTo>
                <a:cubicBezTo>
                  <a:pt x="681972" y="198974"/>
                  <a:pt x="529307" y="351639"/>
                  <a:pt x="340986" y="351639"/>
                </a:cubicBezTo>
                <a:cubicBezTo>
                  <a:pt x="152665" y="351639"/>
                  <a:pt x="0" y="198974"/>
                  <a:pt x="0" y="10653"/>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8" name="Freeform 17">
            <a:extLst>
              <a:ext uri="{FF2B5EF4-FFF2-40B4-BE49-F238E27FC236}">
                <a16:creationId xmlns:a16="http://schemas.microsoft.com/office/drawing/2014/main" id="{5F974661-8C9E-C54D-8F2E-68B306C23B70}"/>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6" name="TextBox 15">
            <a:extLst>
              <a:ext uri="{FF2B5EF4-FFF2-40B4-BE49-F238E27FC236}">
                <a16:creationId xmlns:a16="http://schemas.microsoft.com/office/drawing/2014/main" id="{D32E45E5-A33E-6849-A738-02AE42A5CCBF}"/>
              </a:ext>
            </a:extLst>
          </p:cNvPr>
          <p:cNvSpPr txBox="1"/>
          <p:nvPr userDrawn="1"/>
        </p:nvSpPr>
        <p:spPr>
          <a:xfrm>
            <a:off x="0" y="2897304"/>
            <a:ext cx="12192000" cy="985648"/>
          </a:xfrm>
          <a:prstGeom prst="rect">
            <a:avLst/>
          </a:prstGeom>
          <a:noFill/>
        </p:spPr>
        <p:txBody>
          <a:bodyPr wrap="square" rtlCol="0" anchor="ctr">
            <a:noAutofit/>
          </a:bodyPr>
          <a:lstStyle/>
          <a:p>
            <a:pPr algn="ctr"/>
            <a:r>
              <a:rPr lang="en-US" sz="4800" b="1">
                <a:solidFill>
                  <a:srgbClr val="171717"/>
                </a:solidFill>
                <a:latin typeface="Arial" panose="020B0604020202020204" pitchFamily="34" charset="0"/>
                <a:ea typeface="+mj-ea"/>
                <a:cs typeface="Arial" panose="020B0604020202020204" pitchFamily="34" charset="0"/>
              </a:rPr>
              <a:t>Thank you</a:t>
            </a:r>
            <a:endParaRPr lang="en-US" sz="2400"/>
          </a:p>
        </p:txBody>
      </p:sp>
      <p:pic>
        <p:nvPicPr>
          <p:cNvPr id="7" name="Graphic 6">
            <a:extLst>
              <a:ext uri="{FF2B5EF4-FFF2-40B4-BE49-F238E27FC236}">
                <a16:creationId xmlns:a16="http://schemas.microsoft.com/office/drawing/2014/main" id="{0C85309B-64C3-934B-B2AE-83DD97BCA94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73831" y="5953413"/>
            <a:ext cx="2845700" cy="703432"/>
          </a:xfrm>
          <a:prstGeom prst="rect">
            <a:avLst/>
          </a:prstGeom>
        </p:spPr>
      </p:pic>
    </p:spTree>
    <p:extLst>
      <p:ext uri="{BB962C8B-B14F-4D97-AF65-F5344CB8AC3E}">
        <p14:creationId xmlns:p14="http://schemas.microsoft.com/office/powerpoint/2010/main" val="401921769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E842926-97FE-FE49-B035-46F50CFF0A0F}"/>
              </a:ext>
            </a:extLst>
          </p:cNvPr>
          <p:cNvSpPr>
            <a:spLocks noGrp="1"/>
          </p:cNvSpPr>
          <p:nvPr>
            <p:ph type="body" sz="quarter" idx="13"/>
          </p:nvPr>
        </p:nvSpPr>
        <p:spPr>
          <a:xfrm>
            <a:off x="457203" y="1295400"/>
            <a:ext cx="11241111" cy="467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Graphic 3">
            <a:extLst>
              <a:ext uri="{FF2B5EF4-FFF2-40B4-BE49-F238E27FC236}">
                <a16:creationId xmlns:a16="http://schemas.microsoft.com/office/drawing/2014/main" id="{1FCFFF2E-8320-4800-B48F-6DD8C98A9AB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507451" y="6346628"/>
            <a:ext cx="2182304" cy="363717"/>
          </a:xfrm>
          <a:prstGeom prst="rect">
            <a:avLst/>
          </a:prstGeom>
        </p:spPr>
      </p:pic>
    </p:spTree>
    <p:extLst>
      <p:ext uri="{BB962C8B-B14F-4D97-AF65-F5344CB8AC3E}">
        <p14:creationId xmlns:p14="http://schemas.microsoft.com/office/powerpoint/2010/main" val="388225459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Title Slide w/ 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3" y="4818844"/>
            <a:ext cx="9160412" cy="641701"/>
          </a:xfrm>
          <a:prstGeom prst="rect">
            <a:avLst/>
          </a:prstGeom>
        </p:spPr>
        <p:txBody>
          <a:bodyPr lIns="0" tIns="0" rIns="0" bIns="0"/>
          <a:lstStyle>
            <a:lvl1pPr marL="0" indent="0" algn="l">
              <a:buNone/>
              <a:defRPr sz="2400" b="0">
                <a:solidFill>
                  <a:schemeClr val="accent1"/>
                </a:solidFill>
                <a:latin typeface="Montserrat" pitchFamily="2" charset="77"/>
              </a:defRPr>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5" y="4709629"/>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1894706"/>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7"/>
            <a:ext cx="9144000" cy="1354081"/>
          </a:xfrm>
          <a:prstGeom prst="rect">
            <a:avLst/>
          </a:prstGeom>
        </p:spPr>
        <p:txBody>
          <a:bodyPr lIns="0" tIns="0" rIns="0" bIns="0" anchor="b"/>
          <a:lstStyle>
            <a:lvl1pPr algn="l">
              <a:defRPr sz="4267">
                <a:latin typeface="+mj-lt"/>
              </a:defRPr>
            </a:lvl1pPr>
          </a:lstStyle>
          <a:p>
            <a:r>
              <a:rPr lang="en-US"/>
              <a:t>Click to edit Master title style</a:t>
            </a:r>
          </a:p>
        </p:txBody>
      </p:sp>
      <p:pic>
        <p:nvPicPr>
          <p:cNvPr id="13" name="Graphic 12">
            <a:extLst>
              <a:ext uri="{FF2B5EF4-FFF2-40B4-BE49-F238E27FC236}">
                <a16:creationId xmlns:a16="http://schemas.microsoft.com/office/drawing/2014/main" id="{4B195F15-6C9D-BF45-98B2-25703312DD26}"/>
              </a:ext>
            </a:extLst>
          </p:cNvPr>
          <p:cNvPicPr>
            <a:picLocks noChangeAspect="1"/>
          </p:cNvPicPr>
          <p:nvPr userDrawn="1"/>
        </p:nvPicPr>
        <p:blipFill>
          <a:blip r:embed="rId2"/>
          <a:srcRect/>
          <a:stretch/>
        </p:blipFill>
        <p:spPr>
          <a:xfrm>
            <a:off x="4870315" y="6103539"/>
            <a:ext cx="2451372" cy="526468"/>
          </a:xfrm>
          <a:prstGeom prst="rect">
            <a:avLst/>
          </a:prstGeom>
        </p:spPr>
      </p:pic>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4876800" y="5"/>
            <a:ext cx="7315200" cy="3272359"/>
          </a:xfrm>
          <a:custGeom>
            <a:avLst/>
            <a:gdLst>
              <a:gd name="connsiteX0" fmla="*/ 0 w 2373837"/>
              <a:gd name="connsiteY0" fmla="*/ 0 h 3161925"/>
              <a:gd name="connsiteX1" fmla="*/ 1186919 w 2373837"/>
              <a:gd name="connsiteY1" fmla="*/ 0 h 3161925"/>
              <a:gd name="connsiteX2" fmla="*/ 2373838 w 2373837"/>
              <a:gd name="connsiteY2" fmla="*/ 1580963 h 3161925"/>
              <a:gd name="connsiteX3" fmla="*/ 1186919 w 2373837"/>
              <a:gd name="connsiteY3" fmla="*/ 3161926 h 3161925"/>
              <a:gd name="connsiteX4" fmla="*/ 0 w 2373837"/>
              <a:gd name="connsiteY4" fmla="*/ 3161925 h 3161925"/>
              <a:gd name="connsiteX5" fmla="*/ 0 w 2373837"/>
              <a:gd name="connsiteY5" fmla="*/ 0 h 3161925"/>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338328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27432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18288 w 5757118"/>
              <a:gd name="connsiteY4" fmla="*/ 3143637 h 3161926"/>
              <a:gd name="connsiteX5" fmla="*/ 0 w 5757118"/>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71069"/>
              <a:gd name="connsiteX1" fmla="*/ 4570199 w 5757118"/>
              <a:gd name="connsiteY1" fmla="*/ 0 h 3171069"/>
              <a:gd name="connsiteX2" fmla="*/ 5757118 w 5757118"/>
              <a:gd name="connsiteY2" fmla="*/ 1580963 h 3171069"/>
              <a:gd name="connsiteX3" fmla="*/ 4570199 w 5757118"/>
              <a:gd name="connsiteY3" fmla="*/ 3161926 h 3171069"/>
              <a:gd name="connsiteX4" fmla="*/ 0 w 5757118"/>
              <a:gd name="connsiteY4" fmla="*/ 3171069 h 3171069"/>
              <a:gd name="connsiteX5" fmla="*/ 0 w 5757118"/>
              <a:gd name="connsiteY5" fmla="*/ 9144 h 3171069"/>
              <a:gd name="connsiteX0" fmla="*/ 0 w 5763988"/>
              <a:gd name="connsiteY0" fmla="*/ 0 h 3171069"/>
              <a:gd name="connsiteX1" fmla="*/ 4577069 w 5763988"/>
              <a:gd name="connsiteY1" fmla="*/ 0 h 3171069"/>
              <a:gd name="connsiteX2" fmla="*/ 5763988 w 5763988"/>
              <a:gd name="connsiteY2" fmla="*/ 1580963 h 3171069"/>
              <a:gd name="connsiteX3" fmla="*/ 4577069 w 5763988"/>
              <a:gd name="connsiteY3" fmla="*/ 3161926 h 3171069"/>
              <a:gd name="connsiteX4" fmla="*/ 6870 w 5763988"/>
              <a:gd name="connsiteY4" fmla="*/ 3171069 h 3171069"/>
              <a:gd name="connsiteX5" fmla="*/ 0 w 5763988"/>
              <a:gd name="connsiteY5" fmla="*/ 0 h 317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3988" h="3171069">
                <a:moveTo>
                  <a:pt x="0" y="0"/>
                </a:moveTo>
                <a:lnTo>
                  <a:pt x="4577069" y="0"/>
                </a:lnTo>
                <a:cubicBezTo>
                  <a:pt x="5232586" y="0"/>
                  <a:pt x="5763988" y="707821"/>
                  <a:pt x="5763988" y="1580963"/>
                </a:cubicBezTo>
                <a:cubicBezTo>
                  <a:pt x="5763988" y="2454105"/>
                  <a:pt x="5232586" y="3161926"/>
                  <a:pt x="4577069" y="3161926"/>
                </a:cubicBezTo>
                <a:lnTo>
                  <a:pt x="6870" y="3171069"/>
                </a:lnTo>
                <a:lnTo>
                  <a:pt x="0" y="0"/>
                </a:lnTo>
                <a:close/>
              </a:path>
            </a:pathLst>
          </a:custGeom>
          <a:solidFill>
            <a:schemeClr val="bg2"/>
          </a:solidFill>
        </p:spPr>
        <p:txBody>
          <a:bodyPr vert="horz" lIns="0" tIns="914400" rIns="0" anchor="t" anchorCtr="0">
            <a:normAutofit/>
          </a:bodyPr>
          <a:lstStyle>
            <a:lvl1pPr marL="0" indent="0" algn="ctr">
              <a:buNone/>
              <a:defRPr sz="1867">
                <a:latin typeface="Montserrat" pitchFamily="2" charset="77"/>
              </a:defRPr>
            </a:lvl1pPr>
          </a:lstStyle>
          <a:p>
            <a:r>
              <a:rPr lang="en-US"/>
              <a:t>Click icon to add picture</a:t>
            </a:r>
          </a:p>
        </p:txBody>
      </p:sp>
    </p:spTree>
    <p:extLst>
      <p:ext uri="{BB962C8B-B14F-4D97-AF65-F5344CB8AC3E}">
        <p14:creationId xmlns:p14="http://schemas.microsoft.com/office/powerpoint/2010/main" val="1525058362"/>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Title Slide - no 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3" y="2787300"/>
            <a:ext cx="9160412" cy="641701"/>
          </a:xfrm>
          <a:prstGeom prst="rect">
            <a:avLst/>
          </a:prstGeom>
        </p:spPr>
        <p:txBody>
          <a:bodyPr lIns="0" tIns="0" rIns="0" bIns="0"/>
          <a:lstStyle>
            <a:lvl1pPr marL="0" indent="0" algn="l">
              <a:buNone/>
              <a:defRPr sz="2400" b="0">
                <a:solidFill>
                  <a:schemeClr val="accent1"/>
                </a:solidFill>
              </a:defRPr>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5" y="4709629"/>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3848290"/>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1336733"/>
            <a:ext cx="9144000" cy="1354081"/>
          </a:xfrm>
          <a:prstGeom prst="rect">
            <a:avLst/>
          </a:prstGeom>
        </p:spPr>
        <p:txBody>
          <a:bodyPr lIns="0" tIns="0" rIns="0" bIns="0" anchor="b"/>
          <a:lstStyle>
            <a:lvl1pPr algn="l">
              <a:defRPr sz="4267">
                <a:latin typeface="+mj-lt"/>
              </a:defRPr>
            </a:lvl1pPr>
          </a:lstStyle>
          <a:p>
            <a:r>
              <a:rPr lang="en-US"/>
              <a:t>Click to edit Master title style</a:t>
            </a:r>
          </a:p>
        </p:txBody>
      </p:sp>
      <p:pic>
        <p:nvPicPr>
          <p:cNvPr id="9" name="Graphic 12">
            <a:extLst>
              <a:ext uri="{FF2B5EF4-FFF2-40B4-BE49-F238E27FC236}">
                <a16:creationId xmlns:a16="http://schemas.microsoft.com/office/drawing/2014/main" id="{C6219213-CB4F-B848-9FFC-001E1F149546}"/>
              </a:ext>
            </a:extLst>
          </p:cNvPr>
          <p:cNvPicPr>
            <a:picLocks noChangeAspect="1"/>
          </p:cNvPicPr>
          <p:nvPr userDrawn="1"/>
        </p:nvPicPr>
        <p:blipFill>
          <a:blip r:embed="rId2"/>
          <a:srcRect/>
          <a:stretch/>
        </p:blipFill>
        <p:spPr>
          <a:xfrm>
            <a:off x="4870315" y="6103539"/>
            <a:ext cx="2451372" cy="526468"/>
          </a:xfrm>
          <a:prstGeom prst="rect">
            <a:avLst/>
          </a:prstGeom>
        </p:spPr>
      </p:pic>
    </p:spTree>
    <p:extLst>
      <p:ext uri="{BB962C8B-B14F-4D97-AF65-F5344CB8AC3E}">
        <p14:creationId xmlns:p14="http://schemas.microsoft.com/office/powerpoint/2010/main" val="2117100324"/>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Title Slide - Full Photo">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0" y="0"/>
            <a:ext cx="12192000" cy="5915056"/>
          </a:xfrm>
          <a:prstGeom prst="rect">
            <a:avLst/>
          </a:pr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11" name="Content Placeholder 9">
            <a:extLst>
              <a:ext uri="{FF2B5EF4-FFF2-40B4-BE49-F238E27FC236}">
                <a16:creationId xmlns:a16="http://schemas.microsoft.com/office/drawing/2014/main" id="{20A3A4E7-56B1-0B44-98D4-AC2327493BF0}"/>
              </a:ext>
            </a:extLst>
          </p:cNvPr>
          <p:cNvSpPr>
            <a:spLocks noGrp="1"/>
          </p:cNvSpPr>
          <p:nvPr>
            <p:ph sz="quarter" idx="14" hasCustomPrompt="1"/>
          </p:nvPr>
        </p:nvSpPr>
        <p:spPr>
          <a:xfrm>
            <a:off x="587885" y="2070574"/>
            <a:ext cx="3411097" cy="3323383"/>
          </a:xfrm>
          <a:prstGeom prst="ellipse">
            <a:avLst/>
          </a:prstGeom>
          <a:solidFill>
            <a:schemeClr val="accent1"/>
          </a:solidFill>
        </p:spPr>
        <p:txBody>
          <a:bodyPr tIns="0" anchor="ctr">
            <a:normAutofit/>
          </a:bodyPr>
          <a:lstStyle>
            <a:lvl1pPr marL="0" indent="0" algn="ctr">
              <a:buNone/>
              <a:defRPr sz="1867" b="1">
                <a:noFill/>
              </a:defRPr>
            </a:lvl1pPr>
            <a:lvl2pPr algn="ctr">
              <a:defRPr/>
            </a:lvl2pPr>
            <a:lvl3pPr algn="ctr">
              <a:defRPr/>
            </a:lvl3pPr>
            <a:lvl4pPr algn="ctr">
              <a:defRPr/>
            </a:lvl4pPr>
            <a:lvl5pPr marL="1151354" indent="0" algn="ctr">
              <a:buNone/>
              <a:defRPr/>
            </a:lvl5pPr>
          </a:lstStyle>
          <a:p>
            <a:pPr lvl="0"/>
            <a:r>
              <a:rPr lang="en-US"/>
              <a:t> </a:t>
            </a:r>
          </a:p>
        </p:txBody>
      </p:sp>
      <p:sp>
        <p:nvSpPr>
          <p:cNvPr id="3" name="Subtitle 2"/>
          <p:cNvSpPr>
            <a:spLocks noGrp="1"/>
          </p:cNvSpPr>
          <p:nvPr>
            <p:ph type="subTitle" idx="1"/>
          </p:nvPr>
        </p:nvSpPr>
        <p:spPr>
          <a:xfrm>
            <a:off x="1430809" y="4230109"/>
            <a:ext cx="2060139" cy="474891"/>
          </a:xfrm>
          <a:prstGeom prst="rect">
            <a:avLst/>
          </a:prstGeom>
        </p:spPr>
        <p:txBody>
          <a:bodyPr lIns="0" tIns="0" rIns="0" bIns="0">
            <a:noAutofit/>
          </a:bodyPr>
          <a:lstStyle>
            <a:lvl1pPr marL="0" indent="0" algn="l">
              <a:buNone/>
              <a:defRPr sz="1333" b="1">
                <a:solidFill>
                  <a:schemeClr val="tx2"/>
                </a:solidFill>
              </a:defRPr>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lang="en-US"/>
              <a:t>Click to edit Master subtitle style</a:t>
            </a:r>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1430545" y="2957880"/>
            <a:ext cx="4849175" cy="1190949"/>
          </a:xfrm>
          <a:prstGeom prst="rect">
            <a:avLst/>
          </a:prstGeom>
        </p:spPr>
        <p:txBody>
          <a:bodyPr lIns="0" tIns="0" rIns="0" bIns="0" anchor="b">
            <a:noAutofit/>
          </a:bodyPr>
          <a:lstStyle>
            <a:lvl1pPr algn="l">
              <a:defRPr sz="4267">
                <a:solidFill>
                  <a:schemeClr val="bg1"/>
                </a:solidFill>
              </a:defRPr>
            </a:lvl1pPr>
          </a:lstStyle>
          <a:p>
            <a:r>
              <a:rPr lang="en-US"/>
              <a:t>Click to edit Master title style</a:t>
            </a:r>
          </a:p>
        </p:txBody>
      </p:sp>
      <p:pic>
        <p:nvPicPr>
          <p:cNvPr id="9" name="Graphic 12">
            <a:extLst>
              <a:ext uri="{FF2B5EF4-FFF2-40B4-BE49-F238E27FC236}">
                <a16:creationId xmlns:a16="http://schemas.microsoft.com/office/drawing/2014/main" id="{C083E8D7-169D-F840-B363-AD6AFF16A644}"/>
              </a:ext>
            </a:extLst>
          </p:cNvPr>
          <p:cNvPicPr>
            <a:picLocks noChangeAspect="1"/>
          </p:cNvPicPr>
          <p:nvPr userDrawn="1"/>
        </p:nvPicPr>
        <p:blipFill>
          <a:blip r:embed="rId2"/>
          <a:srcRect/>
          <a:stretch/>
        </p:blipFill>
        <p:spPr>
          <a:xfrm>
            <a:off x="4870315" y="6103539"/>
            <a:ext cx="2451372" cy="526468"/>
          </a:xfrm>
          <a:prstGeom prst="rect">
            <a:avLst/>
          </a:prstGeom>
        </p:spPr>
      </p:pic>
    </p:spTree>
    <p:extLst>
      <p:ext uri="{BB962C8B-B14F-4D97-AF65-F5344CB8AC3E}">
        <p14:creationId xmlns:p14="http://schemas.microsoft.com/office/powerpoint/2010/main" val="1045349019"/>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Title Slide w/ 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3" y="4818844"/>
            <a:ext cx="9160412" cy="641701"/>
          </a:xfrm>
          <a:prstGeom prst="rect">
            <a:avLst/>
          </a:prstGeom>
        </p:spPr>
        <p:txBody>
          <a:bodyPr lIns="0" tIns="0" rIns="0" bIns="0"/>
          <a:lstStyle>
            <a:lvl1pPr marL="0" indent="0" algn="l">
              <a:buNone/>
              <a:defRPr sz="2400" b="0">
                <a:solidFill>
                  <a:schemeClr val="accent1"/>
                </a:solidFill>
                <a:latin typeface="Montserrat" pitchFamily="2" charset="77"/>
              </a:defRPr>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3" y="4709627"/>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1894705"/>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5"/>
            <a:ext cx="9144000" cy="1354081"/>
          </a:xfrm>
          <a:prstGeom prst="rect">
            <a:avLst/>
          </a:prstGeom>
        </p:spPr>
        <p:txBody>
          <a:bodyPr lIns="0" tIns="0" rIns="0" bIns="0" anchor="b"/>
          <a:lstStyle>
            <a:lvl1pPr algn="l">
              <a:defRPr sz="4267">
                <a:latin typeface="+mj-lt"/>
              </a:defRPr>
            </a:lvl1pPr>
          </a:lstStyle>
          <a:p>
            <a:r>
              <a:rPr lang="en-US"/>
              <a:t>Click to edit Master title style</a:t>
            </a:r>
          </a:p>
        </p:txBody>
      </p:sp>
      <p:pic>
        <p:nvPicPr>
          <p:cNvPr id="13" name="Graphic 12">
            <a:extLst>
              <a:ext uri="{FF2B5EF4-FFF2-40B4-BE49-F238E27FC236}">
                <a16:creationId xmlns:a16="http://schemas.microsoft.com/office/drawing/2014/main" id="{4B195F15-6C9D-BF45-98B2-25703312DD26}"/>
              </a:ext>
            </a:extLst>
          </p:cNvPr>
          <p:cNvPicPr>
            <a:picLocks noChangeAspect="1"/>
          </p:cNvPicPr>
          <p:nvPr userDrawn="1"/>
        </p:nvPicPr>
        <p:blipFill>
          <a:blip r:embed="rId2"/>
          <a:srcRect/>
          <a:stretch/>
        </p:blipFill>
        <p:spPr>
          <a:xfrm>
            <a:off x="4870315" y="6103539"/>
            <a:ext cx="2451372" cy="526468"/>
          </a:xfrm>
          <a:prstGeom prst="rect">
            <a:avLst/>
          </a:prstGeom>
        </p:spPr>
      </p:pic>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4876800" y="3"/>
            <a:ext cx="7315200" cy="3272359"/>
          </a:xfrm>
          <a:custGeom>
            <a:avLst/>
            <a:gdLst>
              <a:gd name="connsiteX0" fmla="*/ 0 w 2373837"/>
              <a:gd name="connsiteY0" fmla="*/ 0 h 3161925"/>
              <a:gd name="connsiteX1" fmla="*/ 1186919 w 2373837"/>
              <a:gd name="connsiteY1" fmla="*/ 0 h 3161925"/>
              <a:gd name="connsiteX2" fmla="*/ 2373838 w 2373837"/>
              <a:gd name="connsiteY2" fmla="*/ 1580963 h 3161925"/>
              <a:gd name="connsiteX3" fmla="*/ 1186919 w 2373837"/>
              <a:gd name="connsiteY3" fmla="*/ 3161926 h 3161925"/>
              <a:gd name="connsiteX4" fmla="*/ 0 w 2373837"/>
              <a:gd name="connsiteY4" fmla="*/ 3161925 h 3161925"/>
              <a:gd name="connsiteX5" fmla="*/ 0 w 2373837"/>
              <a:gd name="connsiteY5" fmla="*/ 0 h 3161925"/>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338328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27432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18288 w 5757118"/>
              <a:gd name="connsiteY4" fmla="*/ 3143637 h 3161926"/>
              <a:gd name="connsiteX5" fmla="*/ 0 w 5757118"/>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71069"/>
              <a:gd name="connsiteX1" fmla="*/ 4570199 w 5757118"/>
              <a:gd name="connsiteY1" fmla="*/ 0 h 3171069"/>
              <a:gd name="connsiteX2" fmla="*/ 5757118 w 5757118"/>
              <a:gd name="connsiteY2" fmla="*/ 1580963 h 3171069"/>
              <a:gd name="connsiteX3" fmla="*/ 4570199 w 5757118"/>
              <a:gd name="connsiteY3" fmla="*/ 3161926 h 3171069"/>
              <a:gd name="connsiteX4" fmla="*/ 0 w 5757118"/>
              <a:gd name="connsiteY4" fmla="*/ 3171069 h 3171069"/>
              <a:gd name="connsiteX5" fmla="*/ 0 w 5757118"/>
              <a:gd name="connsiteY5" fmla="*/ 9144 h 3171069"/>
              <a:gd name="connsiteX0" fmla="*/ 0 w 5763988"/>
              <a:gd name="connsiteY0" fmla="*/ 0 h 3171069"/>
              <a:gd name="connsiteX1" fmla="*/ 4577069 w 5763988"/>
              <a:gd name="connsiteY1" fmla="*/ 0 h 3171069"/>
              <a:gd name="connsiteX2" fmla="*/ 5763988 w 5763988"/>
              <a:gd name="connsiteY2" fmla="*/ 1580963 h 3171069"/>
              <a:gd name="connsiteX3" fmla="*/ 4577069 w 5763988"/>
              <a:gd name="connsiteY3" fmla="*/ 3161926 h 3171069"/>
              <a:gd name="connsiteX4" fmla="*/ 6870 w 5763988"/>
              <a:gd name="connsiteY4" fmla="*/ 3171069 h 3171069"/>
              <a:gd name="connsiteX5" fmla="*/ 0 w 5763988"/>
              <a:gd name="connsiteY5" fmla="*/ 0 h 317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3988" h="3171069">
                <a:moveTo>
                  <a:pt x="0" y="0"/>
                </a:moveTo>
                <a:lnTo>
                  <a:pt x="4577069" y="0"/>
                </a:lnTo>
                <a:cubicBezTo>
                  <a:pt x="5232586" y="0"/>
                  <a:pt x="5763988" y="707821"/>
                  <a:pt x="5763988" y="1580963"/>
                </a:cubicBezTo>
                <a:cubicBezTo>
                  <a:pt x="5763988" y="2454105"/>
                  <a:pt x="5232586" y="3161926"/>
                  <a:pt x="4577069" y="3161926"/>
                </a:cubicBezTo>
                <a:lnTo>
                  <a:pt x="6870" y="3171069"/>
                </a:lnTo>
                <a:lnTo>
                  <a:pt x="0" y="0"/>
                </a:lnTo>
                <a:close/>
              </a:path>
            </a:pathLst>
          </a:custGeom>
          <a:solidFill>
            <a:schemeClr val="bg2"/>
          </a:solidFill>
        </p:spPr>
        <p:txBody>
          <a:bodyPr vert="horz" lIns="0" tIns="914400" rIns="0" anchor="t" anchorCtr="0">
            <a:normAutofit/>
          </a:bodyPr>
          <a:lstStyle>
            <a:lvl1pPr marL="0" indent="0" algn="ctr">
              <a:buNone/>
              <a:defRPr sz="1867">
                <a:latin typeface="Montserrat" pitchFamily="2" charset="77"/>
              </a:defRPr>
            </a:lvl1pPr>
          </a:lstStyle>
          <a:p>
            <a:r>
              <a:rPr lang="en-US"/>
              <a:t>Click icon to add picture</a:t>
            </a:r>
          </a:p>
        </p:txBody>
      </p:sp>
    </p:spTree>
    <p:extLst>
      <p:ext uri="{BB962C8B-B14F-4D97-AF65-F5344CB8AC3E}">
        <p14:creationId xmlns:p14="http://schemas.microsoft.com/office/powerpoint/2010/main" val="28031309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_Title Slide - no 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3" y="2787300"/>
            <a:ext cx="9160412" cy="641701"/>
          </a:xfrm>
          <a:prstGeom prst="rect">
            <a:avLst/>
          </a:prstGeom>
        </p:spPr>
        <p:txBody>
          <a:bodyPr lIns="0" tIns="0" rIns="0" bIns="0"/>
          <a:lstStyle>
            <a:lvl1pPr marL="0" indent="0" algn="l">
              <a:buNone/>
              <a:defRPr sz="2400" b="0">
                <a:solidFill>
                  <a:schemeClr val="accent1"/>
                </a:solidFill>
              </a:defRPr>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3" y="4709627"/>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3848289"/>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1336732"/>
            <a:ext cx="9144000" cy="1354081"/>
          </a:xfrm>
          <a:prstGeom prst="rect">
            <a:avLst/>
          </a:prstGeom>
        </p:spPr>
        <p:txBody>
          <a:bodyPr lIns="0" tIns="0" rIns="0" bIns="0" anchor="b"/>
          <a:lstStyle>
            <a:lvl1pPr algn="l">
              <a:defRPr sz="4267">
                <a:latin typeface="+mj-lt"/>
              </a:defRPr>
            </a:lvl1pPr>
          </a:lstStyle>
          <a:p>
            <a:r>
              <a:rPr lang="en-US"/>
              <a:t>Click to edit Master title style</a:t>
            </a:r>
          </a:p>
        </p:txBody>
      </p:sp>
      <p:pic>
        <p:nvPicPr>
          <p:cNvPr id="9" name="Graphic 12">
            <a:extLst>
              <a:ext uri="{FF2B5EF4-FFF2-40B4-BE49-F238E27FC236}">
                <a16:creationId xmlns:a16="http://schemas.microsoft.com/office/drawing/2014/main" id="{C6219213-CB4F-B848-9FFC-001E1F149546}"/>
              </a:ext>
            </a:extLst>
          </p:cNvPr>
          <p:cNvPicPr>
            <a:picLocks noChangeAspect="1"/>
          </p:cNvPicPr>
          <p:nvPr userDrawn="1"/>
        </p:nvPicPr>
        <p:blipFill>
          <a:blip r:embed="rId2"/>
          <a:srcRect/>
          <a:stretch/>
        </p:blipFill>
        <p:spPr>
          <a:xfrm>
            <a:off x="4870315" y="6103539"/>
            <a:ext cx="2451372" cy="526468"/>
          </a:xfrm>
          <a:prstGeom prst="rect">
            <a:avLst/>
          </a:prstGeom>
        </p:spPr>
      </p:pic>
    </p:spTree>
    <p:extLst>
      <p:ext uri="{BB962C8B-B14F-4D97-AF65-F5344CB8AC3E}">
        <p14:creationId xmlns:p14="http://schemas.microsoft.com/office/powerpoint/2010/main" val="25449486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1_Title Slide - Full Photo">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0" y="0"/>
            <a:ext cx="12192000" cy="5915056"/>
          </a:xfrm>
          <a:prstGeom prst="rect">
            <a:avLst/>
          </a:pr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11" name="Content Placeholder 9">
            <a:extLst>
              <a:ext uri="{FF2B5EF4-FFF2-40B4-BE49-F238E27FC236}">
                <a16:creationId xmlns:a16="http://schemas.microsoft.com/office/drawing/2014/main" id="{20A3A4E7-56B1-0B44-98D4-AC2327493BF0}"/>
              </a:ext>
            </a:extLst>
          </p:cNvPr>
          <p:cNvSpPr>
            <a:spLocks noGrp="1"/>
          </p:cNvSpPr>
          <p:nvPr>
            <p:ph sz="quarter" idx="14" hasCustomPrompt="1"/>
          </p:nvPr>
        </p:nvSpPr>
        <p:spPr>
          <a:xfrm>
            <a:off x="587884" y="2070572"/>
            <a:ext cx="3411097" cy="3323383"/>
          </a:xfrm>
          <a:prstGeom prst="ellipse">
            <a:avLst/>
          </a:prstGeom>
          <a:solidFill>
            <a:schemeClr val="accent1"/>
          </a:solidFill>
        </p:spPr>
        <p:txBody>
          <a:bodyPr tIns="0" anchor="ctr">
            <a:normAutofit/>
          </a:bodyPr>
          <a:lstStyle>
            <a:lvl1pPr marL="0" indent="0" algn="ctr">
              <a:buNone/>
              <a:defRPr sz="1867" b="1">
                <a:noFill/>
              </a:defRPr>
            </a:lvl1pPr>
            <a:lvl2pPr algn="ctr">
              <a:defRPr/>
            </a:lvl2pPr>
            <a:lvl3pPr algn="ctr">
              <a:defRPr/>
            </a:lvl3pPr>
            <a:lvl4pPr algn="ctr">
              <a:defRPr/>
            </a:lvl4pPr>
            <a:lvl5pPr marL="1151382" indent="0" algn="ctr">
              <a:buNone/>
              <a:defRPr/>
            </a:lvl5pPr>
          </a:lstStyle>
          <a:p>
            <a:pPr lvl="0"/>
            <a:r>
              <a:rPr lang="en-US"/>
              <a:t> </a:t>
            </a:r>
          </a:p>
        </p:txBody>
      </p:sp>
      <p:sp>
        <p:nvSpPr>
          <p:cNvPr id="3" name="Subtitle 2"/>
          <p:cNvSpPr>
            <a:spLocks noGrp="1"/>
          </p:cNvSpPr>
          <p:nvPr>
            <p:ph type="subTitle" idx="1"/>
          </p:nvPr>
        </p:nvSpPr>
        <p:spPr>
          <a:xfrm>
            <a:off x="1430809" y="4230109"/>
            <a:ext cx="2060139" cy="474891"/>
          </a:xfrm>
          <a:prstGeom prst="rect">
            <a:avLst/>
          </a:prstGeom>
        </p:spPr>
        <p:txBody>
          <a:bodyPr lIns="0" tIns="0" rIns="0" bIns="0">
            <a:noAutofit/>
          </a:bodyPr>
          <a:lstStyle>
            <a:lvl1pPr marL="0" indent="0" algn="l">
              <a:buNone/>
              <a:defRPr sz="1333" b="1">
                <a:solidFill>
                  <a:schemeClr val="tx2"/>
                </a:solidFill>
              </a:defRPr>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a:t>Click to edit Master subtitle style</a:t>
            </a:r>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1430543" y="2957880"/>
            <a:ext cx="4849175" cy="1190949"/>
          </a:xfrm>
          <a:prstGeom prst="rect">
            <a:avLst/>
          </a:prstGeom>
        </p:spPr>
        <p:txBody>
          <a:bodyPr lIns="0" tIns="0" rIns="0" bIns="0" anchor="b">
            <a:noAutofit/>
          </a:bodyPr>
          <a:lstStyle>
            <a:lvl1pPr algn="l">
              <a:defRPr sz="4267">
                <a:solidFill>
                  <a:schemeClr val="bg1"/>
                </a:solidFill>
              </a:defRPr>
            </a:lvl1pPr>
          </a:lstStyle>
          <a:p>
            <a:r>
              <a:rPr lang="en-US"/>
              <a:t>Click to edit Master title style</a:t>
            </a:r>
          </a:p>
        </p:txBody>
      </p:sp>
      <p:pic>
        <p:nvPicPr>
          <p:cNvPr id="9" name="Graphic 12">
            <a:extLst>
              <a:ext uri="{FF2B5EF4-FFF2-40B4-BE49-F238E27FC236}">
                <a16:creationId xmlns:a16="http://schemas.microsoft.com/office/drawing/2014/main" id="{C083E8D7-169D-F840-B363-AD6AFF16A644}"/>
              </a:ext>
            </a:extLst>
          </p:cNvPr>
          <p:cNvPicPr>
            <a:picLocks noChangeAspect="1"/>
          </p:cNvPicPr>
          <p:nvPr userDrawn="1"/>
        </p:nvPicPr>
        <p:blipFill>
          <a:blip r:embed="rId2"/>
          <a:srcRect/>
          <a:stretch/>
        </p:blipFill>
        <p:spPr>
          <a:xfrm>
            <a:off x="4870315" y="6103539"/>
            <a:ext cx="2451372" cy="526468"/>
          </a:xfrm>
          <a:prstGeom prst="rect">
            <a:avLst/>
          </a:prstGeom>
        </p:spPr>
      </p:pic>
    </p:spTree>
    <p:extLst>
      <p:ext uri="{BB962C8B-B14F-4D97-AF65-F5344CB8AC3E}">
        <p14:creationId xmlns:p14="http://schemas.microsoft.com/office/powerpoint/2010/main" val="3254402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2_Custom Layout">
    <p:spTree>
      <p:nvGrpSpPr>
        <p:cNvPr id="1" name=""/>
        <p:cNvGrpSpPr/>
        <p:nvPr/>
      </p:nvGrpSpPr>
      <p:grpSpPr>
        <a:xfrm>
          <a:off x="0" y="0"/>
          <a:ext cx="0" cy="0"/>
          <a:chOff x="0" y="0"/>
          <a:chExt cx="0" cy="0"/>
        </a:xfrm>
      </p:grpSpPr>
      <p:sp>
        <p:nvSpPr>
          <p:cNvPr id="25" name="Freeform 24">
            <a:extLst>
              <a:ext uri="{FF2B5EF4-FFF2-40B4-BE49-F238E27FC236}">
                <a16:creationId xmlns:a16="http://schemas.microsoft.com/office/drawing/2014/main" id="{A4991716-09B9-F64E-83D9-0061B1AFB6AE}"/>
              </a:ext>
            </a:extLst>
          </p:cNvPr>
          <p:cNvSpPr/>
          <p:nvPr userDrawn="1"/>
        </p:nvSpPr>
        <p:spPr>
          <a:xfrm flipH="1">
            <a:off x="3" y="303004"/>
            <a:ext cx="6006052" cy="5784361"/>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6" name="Title 1">
            <a:extLst>
              <a:ext uri="{FF2B5EF4-FFF2-40B4-BE49-F238E27FC236}">
                <a16:creationId xmlns:a16="http://schemas.microsoft.com/office/drawing/2014/main" id="{DFE91F92-DB73-544B-BDA2-B92A4AA8E93F}"/>
              </a:ext>
            </a:extLst>
          </p:cNvPr>
          <p:cNvSpPr>
            <a:spLocks noGrp="1"/>
          </p:cNvSpPr>
          <p:nvPr>
            <p:ph type="ctrTitle" hasCustomPrompt="1"/>
          </p:nvPr>
        </p:nvSpPr>
        <p:spPr>
          <a:xfrm>
            <a:off x="806767" y="2516136"/>
            <a:ext cx="4849175" cy="1190949"/>
          </a:xfrm>
          <a:prstGeom prst="rect">
            <a:avLst/>
          </a:prstGeom>
        </p:spPr>
        <p:txBody>
          <a:bodyPr lIns="0" tIns="0" rIns="0" bIns="0" anchor="ctr">
            <a:noAutofit/>
          </a:bodyPr>
          <a:lstStyle>
            <a:lvl1pPr algn="l">
              <a:defRPr sz="8000">
                <a:solidFill>
                  <a:schemeClr val="bg1"/>
                </a:solidFill>
              </a:defRPr>
            </a:lvl1pPr>
          </a:lstStyle>
          <a:p>
            <a:r>
              <a:rPr lang="en-US"/>
              <a:t>Agenda</a:t>
            </a:r>
          </a:p>
        </p:txBody>
      </p:sp>
      <p:sp>
        <p:nvSpPr>
          <p:cNvPr id="27" name="Content Placeholder 2">
            <a:extLst>
              <a:ext uri="{FF2B5EF4-FFF2-40B4-BE49-F238E27FC236}">
                <a16:creationId xmlns:a16="http://schemas.microsoft.com/office/drawing/2014/main" id="{47BB16EF-5084-734D-ADED-AB7E02187756}"/>
              </a:ext>
            </a:extLst>
          </p:cNvPr>
          <p:cNvSpPr>
            <a:spLocks noGrp="1"/>
          </p:cNvSpPr>
          <p:nvPr>
            <p:ph idx="1"/>
          </p:nvPr>
        </p:nvSpPr>
        <p:spPr>
          <a:xfrm>
            <a:off x="7192113" y="973842"/>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06252D9D-0971-C24C-9545-B5F03FDE24B6}"/>
              </a:ext>
            </a:extLst>
          </p:cNvPr>
          <p:cNvSpPr>
            <a:spLocks noGrp="1"/>
          </p:cNvSpPr>
          <p:nvPr>
            <p:ph type="sldNum" sz="quarter" idx="10"/>
          </p:nvPr>
        </p:nvSpPr>
        <p:spPr/>
        <p:txBody>
          <a:bodyPr/>
          <a:lstStyle/>
          <a:p>
            <a:fld id="{7D18A8FE-DFC8-4843-AEF2-DE4DB0CF7D65}" type="slidenum">
              <a:rPr lang="en-US" smtClean="0"/>
              <a:pPr/>
              <a:t>‹#›</a:t>
            </a:fld>
            <a:endParaRPr lang="en-US"/>
          </a:p>
        </p:txBody>
      </p:sp>
      <p:pic>
        <p:nvPicPr>
          <p:cNvPr id="7" name="Graphic 12">
            <a:extLst>
              <a:ext uri="{FF2B5EF4-FFF2-40B4-BE49-F238E27FC236}">
                <a16:creationId xmlns:a16="http://schemas.microsoft.com/office/drawing/2014/main" id="{411A6808-FA9A-4598-87E1-C9CD7E69B8CF}"/>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68590317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0" name="Freeform 9">
            <a:extLst>
              <a:ext uri="{FF2B5EF4-FFF2-40B4-BE49-F238E27FC236}">
                <a16:creationId xmlns:a16="http://schemas.microsoft.com/office/drawing/2014/main" id="{AE00B763-DE7E-044D-A945-0FE19D231DD8}"/>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5" name="Text Placeholder 4">
            <a:extLst>
              <a:ext uri="{FF2B5EF4-FFF2-40B4-BE49-F238E27FC236}">
                <a16:creationId xmlns:a16="http://schemas.microsoft.com/office/drawing/2014/main" id="{4E842926-97FE-FE49-B035-46F50CFF0A0F}"/>
              </a:ext>
            </a:extLst>
          </p:cNvPr>
          <p:cNvSpPr>
            <a:spLocks noGrp="1"/>
          </p:cNvSpPr>
          <p:nvPr>
            <p:ph type="body" sz="quarter" idx="13"/>
          </p:nvPr>
        </p:nvSpPr>
        <p:spPr>
          <a:xfrm>
            <a:off x="457203" y="1569463"/>
            <a:ext cx="11241111" cy="4352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95008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0" name="Freeform 9">
            <a:extLst>
              <a:ext uri="{FF2B5EF4-FFF2-40B4-BE49-F238E27FC236}">
                <a16:creationId xmlns:a16="http://schemas.microsoft.com/office/drawing/2014/main" id="{AE00B763-DE7E-044D-A945-0FE19D231DD8}"/>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5" name="Text Placeholder 4">
            <a:extLst>
              <a:ext uri="{FF2B5EF4-FFF2-40B4-BE49-F238E27FC236}">
                <a16:creationId xmlns:a16="http://schemas.microsoft.com/office/drawing/2014/main" id="{9EB482E0-6F56-CB4E-8202-06CABEF8F541}"/>
              </a:ext>
            </a:extLst>
          </p:cNvPr>
          <p:cNvSpPr>
            <a:spLocks noGrp="1"/>
          </p:cNvSpPr>
          <p:nvPr>
            <p:ph type="body" sz="quarter" idx="13"/>
          </p:nvPr>
        </p:nvSpPr>
        <p:spPr>
          <a:xfrm>
            <a:off x="457204" y="1569463"/>
            <a:ext cx="11241617" cy="4352972"/>
          </a:xfrm>
        </p:spPr>
        <p:txBody>
          <a:bodyPr numCol="2" spcCol="36576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18428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6" name="Freeform 25">
            <a:extLst>
              <a:ext uri="{FF2B5EF4-FFF2-40B4-BE49-F238E27FC236}">
                <a16:creationId xmlns:a16="http://schemas.microsoft.com/office/drawing/2014/main" id="{37728E0E-A727-3344-B4A0-02F610225340}"/>
              </a:ext>
            </a:extLst>
          </p:cNvPr>
          <p:cNvSpPr/>
          <p:nvPr userDrawn="1"/>
        </p:nvSpPr>
        <p:spPr>
          <a:xfrm>
            <a:off x="-262146" y="335799"/>
            <a:ext cx="7585276"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7" name="Picture Placeholder 34">
            <a:extLst>
              <a:ext uri="{FF2B5EF4-FFF2-40B4-BE49-F238E27FC236}">
                <a16:creationId xmlns:a16="http://schemas.microsoft.com/office/drawing/2014/main" id="{981ADB33-36C2-4B41-9424-2D0E0E629A69}"/>
              </a:ext>
            </a:extLst>
          </p:cNvPr>
          <p:cNvSpPr>
            <a:spLocks noGrp="1"/>
          </p:cNvSpPr>
          <p:nvPr>
            <p:ph type="pic" sz="quarter" idx="16"/>
          </p:nvPr>
        </p:nvSpPr>
        <p:spPr>
          <a:xfrm rot="10800000" flipH="1" flipV="1">
            <a:off x="-6972" y="807641"/>
            <a:ext cx="6588376" cy="4699859"/>
          </a:xfrm>
          <a:custGeom>
            <a:avLst/>
            <a:gdLst>
              <a:gd name="connsiteX0" fmla="*/ 0 w 4941282"/>
              <a:gd name="connsiteY0" fmla="*/ 0 h 3877383"/>
              <a:gd name="connsiteX1" fmla="*/ 3153638 w 4941282"/>
              <a:gd name="connsiteY1" fmla="*/ 0 h 3877383"/>
              <a:gd name="connsiteX2" fmla="*/ 4941282 w 4941282"/>
              <a:gd name="connsiteY2" fmla="*/ 1936127 h 3877383"/>
              <a:gd name="connsiteX3" fmla="*/ 3153638 w 4941282"/>
              <a:gd name="connsiteY3" fmla="*/ 3872253 h 3877383"/>
              <a:gd name="connsiteX4" fmla="*/ 0 w 4941282"/>
              <a:gd name="connsiteY4" fmla="*/ 3877383 h 3877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1282" h="3877383">
                <a:moveTo>
                  <a:pt x="0" y="0"/>
                </a:moveTo>
                <a:lnTo>
                  <a:pt x="3153638" y="0"/>
                </a:lnTo>
                <a:cubicBezTo>
                  <a:pt x="4140926" y="0"/>
                  <a:pt x="4941282" y="866833"/>
                  <a:pt x="4941282" y="1936127"/>
                </a:cubicBezTo>
                <a:cubicBezTo>
                  <a:pt x="4941282" y="3005420"/>
                  <a:pt x="4140926" y="3872253"/>
                  <a:pt x="3153638" y="3872253"/>
                </a:cubicBezTo>
                <a:lnTo>
                  <a:pt x="0" y="3877383"/>
                </a:lnTo>
                <a:close/>
              </a:path>
            </a:pathLst>
          </a:custGeom>
          <a:solidFill>
            <a:schemeClr val="bg2"/>
          </a:solidFill>
        </p:spPr>
        <p:txBody>
          <a:bodyPr vert="horz" wrap="square" lIns="0" tIns="914400" rIns="0" anchor="t" anchorCtr="0">
            <a:noAutofit/>
          </a:bodyPr>
          <a:lstStyle>
            <a:lvl1pPr marL="0" indent="0" algn="ctr">
              <a:buNone/>
              <a:defRPr sz="1867"/>
            </a:lvl1pPr>
          </a:lstStyle>
          <a:p>
            <a:r>
              <a:rPr lang="en-US"/>
              <a:t>Click icon to add picture</a:t>
            </a:r>
          </a:p>
        </p:txBody>
      </p:sp>
      <p:sp>
        <p:nvSpPr>
          <p:cNvPr id="11" name="Oval 10">
            <a:extLst>
              <a:ext uri="{FF2B5EF4-FFF2-40B4-BE49-F238E27FC236}">
                <a16:creationId xmlns:a16="http://schemas.microsoft.com/office/drawing/2014/main" id="{339B9D6A-F5CA-C347-BC53-A21EB0BA6D14}"/>
              </a:ext>
            </a:extLst>
          </p:cNvPr>
          <p:cNvSpPr/>
          <p:nvPr userDrawn="1"/>
        </p:nvSpPr>
        <p:spPr>
          <a:xfrm>
            <a:off x="5754549" y="618927"/>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652205" y="1490957"/>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045267" y="2427245"/>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7058430" y="3522345"/>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638213" y="4485517"/>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Oval 15">
            <a:extLst>
              <a:ext uri="{FF2B5EF4-FFF2-40B4-BE49-F238E27FC236}">
                <a16:creationId xmlns:a16="http://schemas.microsoft.com/office/drawing/2014/main" id="{68E5A7B6-8EDC-E247-96FE-94990C14B37F}"/>
              </a:ext>
            </a:extLst>
          </p:cNvPr>
          <p:cNvSpPr/>
          <p:nvPr userDrawn="1"/>
        </p:nvSpPr>
        <p:spPr>
          <a:xfrm>
            <a:off x="5708603" y="5343859"/>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394023" y="619249"/>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241559" y="149127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655301" y="2427567"/>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668461" y="3522667"/>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7227567" y="4485512"/>
            <a:ext cx="3689452" cy="406400"/>
          </a:xfrm>
        </p:spPr>
        <p:txBody>
          <a:bodyPr anchor="ctr"/>
          <a:lstStyle/>
          <a:p>
            <a:pPr lvl="0"/>
            <a:r>
              <a:rPr lang="en-US"/>
              <a:t>Click to edit Master text styles</a:t>
            </a:r>
          </a:p>
        </p:txBody>
      </p:sp>
      <p:sp>
        <p:nvSpPr>
          <p:cNvPr id="23" name="Text Placeholder 17">
            <a:extLst>
              <a:ext uri="{FF2B5EF4-FFF2-40B4-BE49-F238E27FC236}">
                <a16:creationId xmlns:a16="http://schemas.microsoft.com/office/drawing/2014/main" id="{524C2451-9287-FD48-B032-D09424DB2174}"/>
              </a:ext>
            </a:extLst>
          </p:cNvPr>
          <p:cNvSpPr>
            <a:spLocks noGrp="1"/>
          </p:cNvSpPr>
          <p:nvPr>
            <p:ph type="body" sz="quarter" idx="15"/>
          </p:nvPr>
        </p:nvSpPr>
        <p:spPr>
          <a:xfrm>
            <a:off x="6348075" y="5344181"/>
            <a:ext cx="3689452" cy="406400"/>
          </a:xfrm>
        </p:spPr>
        <p:txBody>
          <a:bodyPr anchor="ctr"/>
          <a:lstStyle/>
          <a:p>
            <a:pPr lvl="0"/>
            <a:r>
              <a:rPr lang="en-US"/>
              <a:t>Click to edit Master text styles</a:t>
            </a:r>
          </a:p>
        </p:txBody>
      </p:sp>
      <p:sp>
        <p:nvSpPr>
          <p:cNvPr id="2" name="Slide Number Placeholder 1">
            <a:extLst>
              <a:ext uri="{FF2B5EF4-FFF2-40B4-BE49-F238E27FC236}">
                <a16:creationId xmlns:a16="http://schemas.microsoft.com/office/drawing/2014/main" id="{984C82C6-579B-3242-983A-EE336D54136A}"/>
              </a:ext>
            </a:extLst>
          </p:cNvPr>
          <p:cNvSpPr>
            <a:spLocks noGrp="1"/>
          </p:cNvSpPr>
          <p:nvPr>
            <p:ph type="sldNum" sz="quarter" idx="17"/>
          </p:nvPr>
        </p:nvSpPr>
        <p:spPr/>
        <p:txBody>
          <a:bodyPr/>
          <a:lstStyle/>
          <a:p>
            <a:fld id="{7D18A8FE-DFC8-4843-AEF2-DE4DB0CF7D65}" type="slidenum">
              <a:rPr lang="en-US" smtClean="0"/>
              <a:pPr/>
              <a:t>‹#›</a:t>
            </a:fld>
            <a:endParaRPr lang="en-US"/>
          </a:p>
        </p:txBody>
      </p:sp>
      <p:pic>
        <p:nvPicPr>
          <p:cNvPr id="24" name="Graphic 12">
            <a:extLst>
              <a:ext uri="{FF2B5EF4-FFF2-40B4-BE49-F238E27FC236}">
                <a16:creationId xmlns:a16="http://schemas.microsoft.com/office/drawing/2014/main" id="{1FBDC1D9-9D8E-4EF9-B12C-A0D05E86DC50}"/>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280322752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25" name="Freeform 24">
            <a:extLst>
              <a:ext uri="{FF2B5EF4-FFF2-40B4-BE49-F238E27FC236}">
                <a16:creationId xmlns:a16="http://schemas.microsoft.com/office/drawing/2014/main" id="{CED53280-3164-824A-8AA0-5CA6139715BA}"/>
              </a:ext>
            </a:extLst>
          </p:cNvPr>
          <p:cNvSpPr/>
          <p:nvPr userDrawn="1"/>
        </p:nvSpPr>
        <p:spPr>
          <a:xfrm>
            <a:off x="5" y="835269"/>
            <a:ext cx="6546455" cy="4706913"/>
          </a:xfrm>
          <a:custGeom>
            <a:avLst/>
            <a:gdLst>
              <a:gd name="connsiteX0" fmla="*/ 0 w 4909841"/>
              <a:gd name="connsiteY0" fmla="*/ 0 h 3883204"/>
              <a:gd name="connsiteX1" fmla="*/ 2968240 w 4909841"/>
              <a:gd name="connsiteY1" fmla="*/ 0 h 3883204"/>
              <a:gd name="connsiteX2" fmla="*/ 4909841 w 4909841"/>
              <a:gd name="connsiteY2" fmla="*/ 1941603 h 3883204"/>
              <a:gd name="connsiteX3" fmla="*/ 4909835 w 4909841"/>
              <a:gd name="connsiteY3" fmla="*/ 1941603 h 3883204"/>
              <a:gd name="connsiteX4" fmla="*/ 2968234 w 4909841"/>
              <a:gd name="connsiteY4" fmla="*/ 3883204 h 3883204"/>
              <a:gd name="connsiteX5" fmla="*/ 0 w 4909841"/>
              <a:gd name="connsiteY5" fmla="*/ 3883202 h 3883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9841" h="3883204">
                <a:moveTo>
                  <a:pt x="0" y="0"/>
                </a:moveTo>
                <a:lnTo>
                  <a:pt x="2968240" y="0"/>
                </a:lnTo>
                <a:cubicBezTo>
                  <a:pt x="4040554" y="0"/>
                  <a:pt x="4909841" y="869287"/>
                  <a:pt x="4909841" y="1941603"/>
                </a:cubicBezTo>
                <a:lnTo>
                  <a:pt x="4909835" y="1941603"/>
                </a:lnTo>
                <a:cubicBezTo>
                  <a:pt x="4909835" y="3013917"/>
                  <a:pt x="4040548" y="3883204"/>
                  <a:pt x="2968234" y="3883204"/>
                </a:cubicBezTo>
                <a:lnTo>
                  <a:pt x="0" y="388320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7" name="Freeform 26">
            <a:extLst>
              <a:ext uri="{FF2B5EF4-FFF2-40B4-BE49-F238E27FC236}">
                <a16:creationId xmlns:a16="http://schemas.microsoft.com/office/drawing/2014/main" id="{3B6753E6-29D3-694C-9B47-66001F631396}"/>
              </a:ext>
            </a:extLst>
          </p:cNvPr>
          <p:cNvSpPr/>
          <p:nvPr userDrawn="1"/>
        </p:nvSpPr>
        <p:spPr>
          <a:xfrm>
            <a:off x="-8349" y="370774"/>
            <a:ext cx="7265465"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8" name="Slide Number Placeholder 1">
            <a:extLst>
              <a:ext uri="{FF2B5EF4-FFF2-40B4-BE49-F238E27FC236}">
                <a16:creationId xmlns:a16="http://schemas.microsoft.com/office/drawing/2014/main" id="{6437396B-10D1-774E-9AE7-704156B3B8E1}"/>
              </a:ext>
            </a:extLst>
          </p:cNvPr>
          <p:cNvSpPr>
            <a:spLocks noGrp="1"/>
          </p:cNvSpPr>
          <p:nvPr>
            <p:ph type="sldNum" sz="quarter" idx="17"/>
          </p:nvPr>
        </p:nvSpPr>
        <p:spPr>
          <a:xfrm>
            <a:off x="5888569" y="6454693"/>
            <a:ext cx="414867" cy="273304"/>
          </a:xfrm>
        </p:spPr>
        <p:txBody>
          <a:bodyPr/>
          <a:lstStyle/>
          <a:p>
            <a:fld id="{7D18A8FE-DFC8-4843-AEF2-DE4DB0CF7D65}" type="slidenum">
              <a:rPr lang="en-US" smtClean="0"/>
              <a:pPr/>
              <a:t>‹#›</a:t>
            </a:fld>
            <a:endParaRPr lang="en-US"/>
          </a:p>
        </p:txBody>
      </p:sp>
      <p:sp>
        <p:nvSpPr>
          <p:cNvPr id="11" name="Oval 10">
            <a:extLst>
              <a:ext uri="{FF2B5EF4-FFF2-40B4-BE49-F238E27FC236}">
                <a16:creationId xmlns:a16="http://schemas.microsoft.com/office/drawing/2014/main" id="{339B9D6A-F5CA-C347-BC53-A21EB0BA6D14}"/>
              </a:ext>
            </a:extLst>
          </p:cNvPr>
          <p:cNvSpPr/>
          <p:nvPr userDrawn="1"/>
        </p:nvSpPr>
        <p:spPr>
          <a:xfrm>
            <a:off x="5688950" y="618927"/>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617730" y="1490957"/>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6998185" y="2393842"/>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7024785" y="3522345"/>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591130" y="4485517"/>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Oval 15">
            <a:extLst>
              <a:ext uri="{FF2B5EF4-FFF2-40B4-BE49-F238E27FC236}">
                <a16:creationId xmlns:a16="http://schemas.microsoft.com/office/drawing/2014/main" id="{68E5A7B6-8EDC-E247-96FE-94990C14B37F}"/>
              </a:ext>
            </a:extLst>
          </p:cNvPr>
          <p:cNvSpPr/>
          <p:nvPr userDrawn="1"/>
        </p:nvSpPr>
        <p:spPr>
          <a:xfrm>
            <a:off x="5688950" y="5343859"/>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328423" y="619249"/>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207083" y="149127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608217" y="2394164"/>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634817" y="3522667"/>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7180483" y="4485512"/>
            <a:ext cx="3689452" cy="406400"/>
          </a:xfrm>
        </p:spPr>
        <p:txBody>
          <a:bodyPr anchor="ctr"/>
          <a:lstStyle/>
          <a:p>
            <a:pPr lvl="0"/>
            <a:r>
              <a:rPr lang="en-US"/>
              <a:t>Click to edit Master text styles</a:t>
            </a:r>
          </a:p>
        </p:txBody>
      </p:sp>
      <p:sp>
        <p:nvSpPr>
          <p:cNvPr id="23" name="Text Placeholder 17">
            <a:extLst>
              <a:ext uri="{FF2B5EF4-FFF2-40B4-BE49-F238E27FC236}">
                <a16:creationId xmlns:a16="http://schemas.microsoft.com/office/drawing/2014/main" id="{524C2451-9287-FD48-B032-D09424DB2174}"/>
              </a:ext>
            </a:extLst>
          </p:cNvPr>
          <p:cNvSpPr>
            <a:spLocks noGrp="1"/>
          </p:cNvSpPr>
          <p:nvPr>
            <p:ph type="body" sz="quarter" idx="15"/>
          </p:nvPr>
        </p:nvSpPr>
        <p:spPr>
          <a:xfrm>
            <a:off x="6328423" y="5344181"/>
            <a:ext cx="3689452" cy="406400"/>
          </a:xfrm>
        </p:spPr>
        <p:txBody>
          <a:bodyPr anchor="ctr"/>
          <a:lstStyle/>
          <a:p>
            <a:pPr lvl="0"/>
            <a:r>
              <a:rPr lang="en-US"/>
              <a:t>Click to edit Master text styles</a:t>
            </a:r>
          </a:p>
        </p:txBody>
      </p:sp>
      <p:sp>
        <p:nvSpPr>
          <p:cNvPr id="5" name="Text Placeholder 4">
            <a:extLst>
              <a:ext uri="{FF2B5EF4-FFF2-40B4-BE49-F238E27FC236}">
                <a16:creationId xmlns:a16="http://schemas.microsoft.com/office/drawing/2014/main" id="{2E9C3374-2761-FA4E-8E97-DB8C2B7D86F8}"/>
              </a:ext>
            </a:extLst>
          </p:cNvPr>
          <p:cNvSpPr>
            <a:spLocks noGrp="1"/>
          </p:cNvSpPr>
          <p:nvPr>
            <p:ph type="body" sz="quarter" idx="16"/>
          </p:nvPr>
        </p:nvSpPr>
        <p:spPr>
          <a:xfrm>
            <a:off x="717050" y="1420346"/>
            <a:ext cx="4518121" cy="3399367"/>
          </a:xfrm>
        </p:spPr>
        <p:txBody>
          <a:bodyPr anchor="ctr">
            <a:normAutofit/>
          </a:bodyPr>
          <a:lstStyle>
            <a:lvl1pPr>
              <a:defRPr sz="3733" b="1">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24" name="Graphic 12">
            <a:extLst>
              <a:ext uri="{FF2B5EF4-FFF2-40B4-BE49-F238E27FC236}">
                <a16:creationId xmlns:a16="http://schemas.microsoft.com/office/drawing/2014/main" id="{D7B20128-E9B2-4544-A71F-6A28D98208EB}"/>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324202934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3_Custom Layout">
    <p:spTree>
      <p:nvGrpSpPr>
        <p:cNvPr id="1" name=""/>
        <p:cNvGrpSpPr/>
        <p:nvPr/>
      </p:nvGrpSpPr>
      <p:grpSpPr>
        <a:xfrm>
          <a:off x="0" y="0"/>
          <a:ext cx="0" cy="0"/>
          <a:chOff x="0" y="0"/>
          <a:chExt cx="0" cy="0"/>
        </a:xfrm>
      </p:grpSpPr>
      <p:sp>
        <p:nvSpPr>
          <p:cNvPr id="32" name="Freeform 31">
            <a:extLst>
              <a:ext uri="{FF2B5EF4-FFF2-40B4-BE49-F238E27FC236}">
                <a16:creationId xmlns:a16="http://schemas.microsoft.com/office/drawing/2014/main" id="{03C1C5D1-536D-AD42-ADF1-44F2EFD99432}"/>
              </a:ext>
            </a:extLst>
          </p:cNvPr>
          <p:cNvSpPr/>
          <p:nvPr userDrawn="1"/>
        </p:nvSpPr>
        <p:spPr>
          <a:xfrm>
            <a:off x="-253797" y="335799"/>
            <a:ext cx="7585276"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8" name="Title 7">
            <a:extLst>
              <a:ext uri="{FF2B5EF4-FFF2-40B4-BE49-F238E27FC236}">
                <a16:creationId xmlns:a16="http://schemas.microsoft.com/office/drawing/2014/main" id="{9C6B559C-6BA8-2744-9FFD-AC23A0A1BCDA}"/>
              </a:ext>
            </a:extLst>
          </p:cNvPr>
          <p:cNvSpPr>
            <a:spLocks noGrp="1"/>
          </p:cNvSpPr>
          <p:nvPr>
            <p:ph type="title"/>
          </p:nvPr>
        </p:nvSpPr>
        <p:spPr>
          <a:xfrm>
            <a:off x="571022" y="1365065"/>
            <a:ext cx="4629873" cy="3603529"/>
          </a:xfrm>
        </p:spPr>
        <p:txBody>
          <a:bodyPr anchor="ctr"/>
          <a:lstStyle>
            <a:lvl1pPr>
              <a:defRPr>
                <a:solidFill>
                  <a:schemeClr val="bg1"/>
                </a:solidFill>
              </a:defRPr>
            </a:lvl1pPr>
          </a:lstStyle>
          <a:p>
            <a:r>
              <a:rPr lang="en-US"/>
              <a:t>Click to edit Master title style</a:t>
            </a:r>
          </a:p>
        </p:txBody>
      </p:sp>
      <p:sp>
        <p:nvSpPr>
          <p:cNvPr id="11" name="Oval 10">
            <a:extLst>
              <a:ext uri="{FF2B5EF4-FFF2-40B4-BE49-F238E27FC236}">
                <a16:creationId xmlns:a16="http://schemas.microsoft.com/office/drawing/2014/main" id="{339B9D6A-F5CA-C347-BC53-A21EB0BA6D14}"/>
              </a:ext>
            </a:extLst>
          </p:cNvPr>
          <p:cNvSpPr/>
          <p:nvPr userDrawn="1"/>
        </p:nvSpPr>
        <p:spPr>
          <a:xfrm>
            <a:off x="6375727" y="1134507"/>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101408" y="2993909"/>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377881" y="4765066"/>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7015199" y="113482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711441" y="2994231"/>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6967235" y="4765061"/>
            <a:ext cx="3689452" cy="406400"/>
          </a:xfrm>
        </p:spPr>
        <p:txBody>
          <a:bodyPr anchor="ctr"/>
          <a:lstStyle/>
          <a:p>
            <a:pPr lvl="0"/>
            <a:r>
              <a:rPr lang="en-US"/>
              <a:t>Click to edit Master text styles</a:t>
            </a:r>
          </a:p>
        </p:txBody>
      </p:sp>
      <p:sp>
        <p:nvSpPr>
          <p:cNvPr id="35" name="Picture Placeholder 34">
            <a:extLst>
              <a:ext uri="{FF2B5EF4-FFF2-40B4-BE49-F238E27FC236}">
                <a16:creationId xmlns:a16="http://schemas.microsoft.com/office/drawing/2014/main" id="{DB06BBE2-9184-784A-BD49-15A7348C7260}"/>
              </a:ext>
            </a:extLst>
          </p:cNvPr>
          <p:cNvSpPr>
            <a:spLocks noGrp="1"/>
          </p:cNvSpPr>
          <p:nvPr>
            <p:ph type="pic" sz="quarter" idx="16"/>
          </p:nvPr>
        </p:nvSpPr>
        <p:spPr>
          <a:xfrm rot="10800000" flipH="1" flipV="1">
            <a:off x="-6972" y="807641"/>
            <a:ext cx="6588376" cy="4699859"/>
          </a:xfrm>
          <a:custGeom>
            <a:avLst/>
            <a:gdLst>
              <a:gd name="connsiteX0" fmla="*/ 0 w 4941282"/>
              <a:gd name="connsiteY0" fmla="*/ 0 h 3877383"/>
              <a:gd name="connsiteX1" fmla="*/ 3153638 w 4941282"/>
              <a:gd name="connsiteY1" fmla="*/ 0 h 3877383"/>
              <a:gd name="connsiteX2" fmla="*/ 4941282 w 4941282"/>
              <a:gd name="connsiteY2" fmla="*/ 1936127 h 3877383"/>
              <a:gd name="connsiteX3" fmla="*/ 3153638 w 4941282"/>
              <a:gd name="connsiteY3" fmla="*/ 3872253 h 3877383"/>
              <a:gd name="connsiteX4" fmla="*/ 0 w 4941282"/>
              <a:gd name="connsiteY4" fmla="*/ 3877383 h 3877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1282" h="3877383">
                <a:moveTo>
                  <a:pt x="0" y="0"/>
                </a:moveTo>
                <a:lnTo>
                  <a:pt x="3153638" y="0"/>
                </a:lnTo>
                <a:cubicBezTo>
                  <a:pt x="4140926" y="0"/>
                  <a:pt x="4941282" y="866833"/>
                  <a:pt x="4941282" y="1936127"/>
                </a:cubicBezTo>
                <a:cubicBezTo>
                  <a:pt x="4941282" y="3005420"/>
                  <a:pt x="4140926" y="3872253"/>
                  <a:pt x="3153638" y="3872253"/>
                </a:cubicBezTo>
                <a:lnTo>
                  <a:pt x="0" y="3877383"/>
                </a:lnTo>
                <a:close/>
              </a:path>
            </a:pathLst>
          </a:custGeom>
          <a:solidFill>
            <a:schemeClr val="bg2"/>
          </a:solidFill>
        </p:spPr>
        <p:txBody>
          <a:bodyPr vert="horz" wrap="square" lIns="0" tIns="914400" rIns="0" anchor="t" anchorCtr="0">
            <a:noAutofit/>
          </a:bodyPr>
          <a:lstStyle>
            <a:lvl1pPr marL="0" indent="0" algn="ctr">
              <a:buNone/>
              <a:defRPr sz="1867"/>
            </a:lvl1pPr>
          </a:lstStyle>
          <a:p>
            <a:r>
              <a:rPr lang="en-US"/>
              <a:t>Click icon to add picture</a:t>
            </a:r>
          </a:p>
        </p:txBody>
      </p:sp>
      <p:sp>
        <p:nvSpPr>
          <p:cNvPr id="2" name="Slide Number Placeholder 1">
            <a:extLst>
              <a:ext uri="{FF2B5EF4-FFF2-40B4-BE49-F238E27FC236}">
                <a16:creationId xmlns:a16="http://schemas.microsoft.com/office/drawing/2014/main" id="{288B998B-CC89-3840-B310-6D92165A7878}"/>
              </a:ext>
            </a:extLst>
          </p:cNvPr>
          <p:cNvSpPr>
            <a:spLocks noGrp="1"/>
          </p:cNvSpPr>
          <p:nvPr>
            <p:ph type="sldNum" sz="quarter" idx="17"/>
          </p:nvPr>
        </p:nvSpPr>
        <p:spPr/>
        <p:txBody>
          <a:bodyPr/>
          <a:lstStyle/>
          <a:p>
            <a:fld id="{7D18A8FE-DFC8-4843-AEF2-DE4DB0CF7D65}" type="slidenum">
              <a:rPr lang="en-US" smtClean="0"/>
              <a:pPr/>
              <a:t>‹#›</a:t>
            </a:fld>
            <a:endParaRPr lang="en-US"/>
          </a:p>
        </p:txBody>
      </p:sp>
      <p:pic>
        <p:nvPicPr>
          <p:cNvPr id="14" name="Graphic 12">
            <a:extLst>
              <a:ext uri="{FF2B5EF4-FFF2-40B4-BE49-F238E27FC236}">
                <a16:creationId xmlns:a16="http://schemas.microsoft.com/office/drawing/2014/main" id="{A07DA32D-B617-4963-B3A9-B9BD7DBC32A7}"/>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17293016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4_Custom Layout">
    <p:spTree>
      <p:nvGrpSpPr>
        <p:cNvPr id="1" name=""/>
        <p:cNvGrpSpPr/>
        <p:nvPr/>
      </p:nvGrpSpPr>
      <p:grpSpPr>
        <a:xfrm>
          <a:off x="0" y="0"/>
          <a:ext cx="0" cy="0"/>
          <a:chOff x="0" y="0"/>
          <a:chExt cx="0" cy="0"/>
        </a:xfrm>
      </p:grpSpPr>
      <p:sp>
        <p:nvSpPr>
          <p:cNvPr id="26" name="Freeform 25">
            <a:extLst>
              <a:ext uri="{FF2B5EF4-FFF2-40B4-BE49-F238E27FC236}">
                <a16:creationId xmlns:a16="http://schemas.microsoft.com/office/drawing/2014/main" id="{9A5FF9B7-D734-F44B-B6EB-90019FA057EB}"/>
              </a:ext>
            </a:extLst>
          </p:cNvPr>
          <p:cNvSpPr/>
          <p:nvPr userDrawn="1"/>
        </p:nvSpPr>
        <p:spPr>
          <a:xfrm>
            <a:off x="5" y="835269"/>
            <a:ext cx="6546455" cy="4706913"/>
          </a:xfrm>
          <a:custGeom>
            <a:avLst/>
            <a:gdLst>
              <a:gd name="connsiteX0" fmla="*/ 0 w 4909841"/>
              <a:gd name="connsiteY0" fmla="*/ 0 h 3883204"/>
              <a:gd name="connsiteX1" fmla="*/ 2968240 w 4909841"/>
              <a:gd name="connsiteY1" fmla="*/ 0 h 3883204"/>
              <a:gd name="connsiteX2" fmla="*/ 4909841 w 4909841"/>
              <a:gd name="connsiteY2" fmla="*/ 1941603 h 3883204"/>
              <a:gd name="connsiteX3" fmla="*/ 4909835 w 4909841"/>
              <a:gd name="connsiteY3" fmla="*/ 1941603 h 3883204"/>
              <a:gd name="connsiteX4" fmla="*/ 2968234 w 4909841"/>
              <a:gd name="connsiteY4" fmla="*/ 3883204 h 3883204"/>
              <a:gd name="connsiteX5" fmla="*/ 0 w 4909841"/>
              <a:gd name="connsiteY5" fmla="*/ 3883202 h 3883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9841" h="3883204">
                <a:moveTo>
                  <a:pt x="0" y="0"/>
                </a:moveTo>
                <a:lnTo>
                  <a:pt x="2968240" y="0"/>
                </a:lnTo>
                <a:cubicBezTo>
                  <a:pt x="4040554" y="0"/>
                  <a:pt x="4909841" y="869287"/>
                  <a:pt x="4909841" y="1941603"/>
                </a:cubicBezTo>
                <a:lnTo>
                  <a:pt x="4909835" y="1941603"/>
                </a:lnTo>
                <a:cubicBezTo>
                  <a:pt x="4909835" y="3013917"/>
                  <a:pt x="4040548" y="3883204"/>
                  <a:pt x="2968234" y="3883204"/>
                </a:cubicBezTo>
                <a:lnTo>
                  <a:pt x="0" y="388320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Oval 10">
            <a:extLst>
              <a:ext uri="{FF2B5EF4-FFF2-40B4-BE49-F238E27FC236}">
                <a16:creationId xmlns:a16="http://schemas.microsoft.com/office/drawing/2014/main" id="{339B9D6A-F5CA-C347-BC53-A21EB0BA6D14}"/>
              </a:ext>
            </a:extLst>
          </p:cNvPr>
          <p:cNvSpPr/>
          <p:nvPr userDrawn="1"/>
        </p:nvSpPr>
        <p:spPr>
          <a:xfrm>
            <a:off x="6055959" y="929957"/>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776926" y="1900627"/>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035395" y="2993231"/>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6831867" y="4083393"/>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119889" y="5054391"/>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695431" y="930279"/>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366279" y="190094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645429" y="2993553"/>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441901" y="4083715"/>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6709243" y="5054387"/>
            <a:ext cx="3689452" cy="406400"/>
          </a:xfrm>
        </p:spPr>
        <p:txBody>
          <a:bodyPr anchor="ctr"/>
          <a:lstStyle/>
          <a:p>
            <a:pPr lvl="0"/>
            <a:r>
              <a:rPr lang="en-US"/>
              <a:t>Click to edit Master text styles</a:t>
            </a:r>
          </a:p>
        </p:txBody>
      </p:sp>
      <p:sp>
        <p:nvSpPr>
          <p:cNvPr id="32" name="Freeform 31">
            <a:extLst>
              <a:ext uri="{FF2B5EF4-FFF2-40B4-BE49-F238E27FC236}">
                <a16:creationId xmlns:a16="http://schemas.microsoft.com/office/drawing/2014/main" id="{03C1C5D1-536D-AD42-ADF1-44F2EFD99432}"/>
              </a:ext>
            </a:extLst>
          </p:cNvPr>
          <p:cNvSpPr/>
          <p:nvPr userDrawn="1"/>
        </p:nvSpPr>
        <p:spPr>
          <a:xfrm>
            <a:off x="-8349" y="370774"/>
            <a:ext cx="7265465"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5" name="Text Placeholder 4">
            <a:extLst>
              <a:ext uri="{FF2B5EF4-FFF2-40B4-BE49-F238E27FC236}">
                <a16:creationId xmlns:a16="http://schemas.microsoft.com/office/drawing/2014/main" id="{2E9C3374-2761-FA4E-8E97-DB8C2B7D86F8}"/>
              </a:ext>
            </a:extLst>
          </p:cNvPr>
          <p:cNvSpPr>
            <a:spLocks noGrp="1"/>
          </p:cNvSpPr>
          <p:nvPr>
            <p:ph type="body" sz="quarter" idx="16"/>
          </p:nvPr>
        </p:nvSpPr>
        <p:spPr>
          <a:xfrm>
            <a:off x="717050" y="1543700"/>
            <a:ext cx="4518121" cy="3090333"/>
          </a:xfrm>
        </p:spPr>
        <p:txBody>
          <a:bodyPr anchor="ctr">
            <a:normAutofit/>
          </a:bodyPr>
          <a:lstStyle>
            <a:lvl1pPr>
              <a:defRPr sz="3733" b="1">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 name="Slide Number Placeholder 1">
            <a:extLst>
              <a:ext uri="{FF2B5EF4-FFF2-40B4-BE49-F238E27FC236}">
                <a16:creationId xmlns:a16="http://schemas.microsoft.com/office/drawing/2014/main" id="{6B5FCE06-47E5-7F4F-A101-9C9BF7B1C09B}"/>
              </a:ext>
            </a:extLst>
          </p:cNvPr>
          <p:cNvSpPr>
            <a:spLocks noGrp="1"/>
          </p:cNvSpPr>
          <p:nvPr>
            <p:ph type="sldNum" sz="quarter" idx="17"/>
          </p:nvPr>
        </p:nvSpPr>
        <p:spPr/>
        <p:txBody>
          <a:bodyPr/>
          <a:lstStyle/>
          <a:p>
            <a:fld id="{7D18A8FE-DFC8-4843-AEF2-DE4DB0CF7D65}" type="slidenum">
              <a:rPr lang="en-US" smtClean="0"/>
              <a:pPr/>
              <a:t>‹#›</a:t>
            </a:fld>
            <a:endParaRPr lang="en-US"/>
          </a:p>
        </p:txBody>
      </p:sp>
      <p:pic>
        <p:nvPicPr>
          <p:cNvPr id="17" name="Graphic 12">
            <a:extLst>
              <a:ext uri="{FF2B5EF4-FFF2-40B4-BE49-F238E27FC236}">
                <a16:creationId xmlns:a16="http://schemas.microsoft.com/office/drawing/2014/main" id="{77760655-B6DB-49FD-BC4B-CCB7D5B75C6A}"/>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271452077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type="secHead" preserve="1">
  <p:cSld name="Divider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userDrawn="1"/>
        </p:nvSpPr>
        <p:spPr>
          <a:xfrm>
            <a:off x="2836648" y="5641963"/>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 name="Title 1"/>
          <p:cNvSpPr>
            <a:spLocks noGrp="1"/>
          </p:cNvSpPr>
          <p:nvPr>
            <p:ph type="title"/>
          </p:nvPr>
        </p:nvSpPr>
        <p:spPr>
          <a:xfrm>
            <a:off x="460464" y="2897304"/>
            <a:ext cx="10515600" cy="985648"/>
          </a:xfrm>
          <a:prstGeom prst="rect">
            <a:avLst/>
          </a:prstGeom>
        </p:spPr>
        <p:txBody>
          <a:bodyPr lIns="0" tIns="0" rIns="0" bIns="0" anchor="b">
            <a:normAutofit/>
          </a:bodyPr>
          <a:lstStyle>
            <a:lvl1pPr>
              <a:defRPr sz="3733"/>
            </a:lvl1pPr>
          </a:lstStyle>
          <a:p>
            <a:endParaRPr lang="en-US"/>
          </a:p>
        </p:txBody>
      </p:sp>
      <p:sp>
        <p:nvSpPr>
          <p:cNvPr id="3" name="Text Placeholder 2"/>
          <p:cNvSpPr>
            <a:spLocks noGrp="1"/>
          </p:cNvSpPr>
          <p:nvPr>
            <p:ph type="body" idx="1"/>
          </p:nvPr>
        </p:nvSpPr>
        <p:spPr>
          <a:xfrm>
            <a:off x="457200" y="4025416"/>
            <a:ext cx="10538293" cy="684208"/>
          </a:xfrm>
          <a:prstGeom prst="rect">
            <a:avLst/>
          </a:prstGeom>
        </p:spPr>
        <p:txBody>
          <a:bodyPr lIns="0" tIns="0" rIns="0" bIns="0"/>
          <a:lstStyle>
            <a:lvl1pPr marL="0" indent="0">
              <a:buNone/>
              <a:defRPr sz="2667">
                <a:solidFill>
                  <a:schemeClr val="accent1"/>
                </a:solidFill>
              </a:defRPr>
            </a:lvl1pPr>
            <a:lvl2pPr marL="457155" indent="0">
              <a:buNone/>
              <a:defRPr sz="2000">
                <a:solidFill>
                  <a:schemeClr val="tx1">
                    <a:tint val="75000"/>
                  </a:schemeClr>
                </a:solidFill>
              </a:defRPr>
            </a:lvl2pPr>
            <a:lvl3pPr marL="914309" indent="0">
              <a:buNone/>
              <a:defRPr sz="1800">
                <a:solidFill>
                  <a:schemeClr val="tx1">
                    <a:tint val="75000"/>
                  </a:schemeClr>
                </a:solidFill>
              </a:defRPr>
            </a:lvl3pPr>
            <a:lvl4pPr marL="1371464" indent="0">
              <a:buNone/>
              <a:defRPr sz="1600">
                <a:solidFill>
                  <a:schemeClr val="tx1">
                    <a:tint val="75000"/>
                  </a:schemeClr>
                </a:solidFill>
              </a:defRPr>
            </a:lvl4pPr>
            <a:lvl5pPr marL="1828618" indent="0">
              <a:buNone/>
              <a:defRPr sz="1600">
                <a:solidFill>
                  <a:schemeClr val="tx1">
                    <a:tint val="75000"/>
                  </a:schemeClr>
                </a:solidFill>
              </a:defRPr>
            </a:lvl5pPr>
            <a:lvl6pPr marL="2285774" indent="0">
              <a:buNone/>
              <a:defRPr sz="1600">
                <a:solidFill>
                  <a:schemeClr val="tx1">
                    <a:tint val="75000"/>
                  </a:schemeClr>
                </a:solidFill>
              </a:defRPr>
            </a:lvl6pPr>
            <a:lvl7pPr marL="2742926" indent="0">
              <a:buNone/>
              <a:defRPr sz="1600">
                <a:solidFill>
                  <a:schemeClr val="tx1">
                    <a:tint val="75000"/>
                  </a:schemeClr>
                </a:solidFill>
              </a:defRPr>
            </a:lvl7pPr>
            <a:lvl8pPr marL="3200080" indent="0">
              <a:buNone/>
              <a:defRPr sz="1600">
                <a:solidFill>
                  <a:schemeClr val="tx1">
                    <a:tint val="75000"/>
                  </a:schemeClr>
                </a:solidFill>
              </a:defRPr>
            </a:lvl8pPr>
            <a:lvl9pPr marL="3657235" indent="0">
              <a:buNone/>
              <a:defRPr sz="1600">
                <a:solidFill>
                  <a:schemeClr val="tx1">
                    <a:tint val="75000"/>
                  </a:schemeClr>
                </a:solidFill>
              </a:defRPr>
            </a:lvl9pPr>
          </a:lstStyle>
          <a:p>
            <a:pPr lvl="0"/>
            <a:endParaRPr lang="en-US"/>
          </a:p>
        </p:txBody>
      </p:sp>
      <p:sp>
        <p:nvSpPr>
          <p:cNvPr id="6" name="Slide Number Placeholder 5"/>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2" name="Freeform 21">
            <a:extLst>
              <a:ext uri="{FF2B5EF4-FFF2-40B4-BE49-F238E27FC236}">
                <a16:creationId xmlns:a16="http://schemas.microsoft.com/office/drawing/2014/main" id="{74AFD015-0D1F-3547-8CF1-90942E7ACF2E}"/>
              </a:ext>
            </a:extLst>
          </p:cNvPr>
          <p:cNvSpPr/>
          <p:nvPr userDrawn="1"/>
        </p:nvSpPr>
        <p:spPr>
          <a:xfrm>
            <a:off x="10342177"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1" name="Freeform 20">
            <a:extLst>
              <a:ext uri="{FF2B5EF4-FFF2-40B4-BE49-F238E27FC236}">
                <a16:creationId xmlns:a16="http://schemas.microsoft.com/office/drawing/2014/main" id="{B74D8618-1342-4C42-94BD-C150DF3C1928}"/>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pic>
        <p:nvPicPr>
          <p:cNvPr id="9" name="Graphic 12">
            <a:extLst>
              <a:ext uri="{FF2B5EF4-FFF2-40B4-BE49-F238E27FC236}">
                <a16:creationId xmlns:a16="http://schemas.microsoft.com/office/drawing/2014/main" id="{2D0336FD-04EA-4C09-8579-6ACC7BB7A011}"/>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3317765453"/>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2_Divider Slide_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3" y="4818844"/>
            <a:ext cx="9160412" cy="641701"/>
          </a:xfrm>
          <a:prstGeom prst="rect">
            <a:avLst/>
          </a:prstGeom>
        </p:spPr>
        <p:txBody>
          <a:bodyPr lIns="0" tIns="0" rIns="0" bIns="0"/>
          <a:lstStyle>
            <a:lvl1pPr marL="0" indent="0" algn="l">
              <a:buNone/>
              <a:defRPr sz="2400" b="0">
                <a:solidFill>
                  <a:schemeClr val="accent1"/>
                </a:solidFill>
              </a:defRPr>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5" y="4709629"/>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1894706"/>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7"/>
            <a:ext cx="9144000" cy="1354081"/>
          </a:xfrm>
          <a:prstGeom prst="rect">
            <a:avLst/>
          </a:prstGeom>
        </p:spPr>
        <p:txBody>
          <a:bodyPr lIns="0" tIns="0" rIns="0" bIns="0" anchor="b"/>
          <a:lstStyle>
            <a:lvl1pPr algn="l">
              <a:defRPr sz="4267"/>
            </a:lvl1pPr>
          </a:lstStyle>
          <a:p>
            <a:r>
              <a:rPr lang="en-US"/>
              <a:t>Click to edit Master title style</a:t>
            </a:r>
          </a:p>
        </p:txBody>
      </p:sp>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4876800" y="5"/>
            <a:ext cx="7315200" cy="3272359"/>
          </a:xfrm>
          <a:custGeom>
            <a:avLst/>
            <a:gdLst>
              <a:gd name="connsiteX0" fmla="*/ 0 w 2373837"/>
              <a:gd name="connsiteY0" fmla="*/ 0 h 3161925"/>
              <a:gd name="connsiteX1" fmla="*/ 1186919 w 2373837"/>
              <a:gd name="connsiteY1" fmla="*/ 0 h 3161925"/>
              <a:gd name="connsiteX2" fmla="*/ 2373838 w 2373837"/>
              <a:gd name="connsiteY2" fmla="*/ 1580963 h 3161925"/>
              <a:gd name="connsiteX3" fmla="*/ 1186919 w 2373837"/>
              <a:gd name="connsiteY3" fmla="*/ 3161926 h 3161925"/>
              <a:gd name="connsiteX4" fmla="*/ 0 w 2373837"/>
              <a:gd name="connsiteY4" fmla="*/ 3161925 h 3161925"/>
              <a:gd name="connsiteX5" fmla="*/ 0 w 2373837"/>
              <a:gd name="connsiteY5" fmla="*/ 0 h 3161925"/>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338328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27432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18288 w 5757118"/>
              <a:gd name="connsiteY4" fmla="*/ 3143637 h 3161926"/>
              <a:gd name="connsiteX5" fmla="*/ 0 w 5757118"/>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71069"/>
              <a:gd name="connsiteX1" fmla="*/ 4570199 w 5757118"/>
              <a:gd name="connsiteY1" fmla="*/ 0 h 3171069"/>
              <a:gd name="connsiteX2" fmla="*/ 5757118 w 5757118"/>
              <a:gd name="connsiteY2" fmla="*/ 1580963 h 3171069"/>
              <a:gd name="connsiteX3" fmla="*/ 4570199 w 5757118"/>
              <a:gd name="connsiteY3" fmla="*/ 3161926 h 3171069"/>
              <a:gd name="connsiteX4" fmla="*/ 0 w 5757118"/>
              <a:gd name="connsiteY4" fmla="*/ 3171069 h 3171069"/>
              <a:gd name="connsiteX5" fmla="*/ 0 w 5757118"/>
              <a:gd name="connsiteY5" fmla="*/ 9144 h 3171069"/>
              <a:gd name="connsiteX0" fmla="*/ 0 w 5763988"/>
              <a:gd name="connsiteY0" fmla="*/ 0 h 3171069"/>
              <a:gd name="connsiteX1" fmla="*/ 4577069 w 5763988"/>
              <a:gd name="connsiteY1" fmla="*/ 0 h 3171069"/>
              <a:gd name="connsiteX2" fmla="*/ 5763988 w 5763988"/>
              <a:gd name="connsiteY2" fmla="*/ 1580963 h 3171069"/>
              <a:gd name="connsiteX3" fmla="*/ 4577069 w 5763988"/>
              <a:gd name="connsiteY3" fmla="*/ 3161926 h 3171069"/>
              <a:gd name="connsiteX4" fmla="*/ 6870 w 5763988"/>
              <a:gd name="connsiteY4" fmla="*/ 3171069 h 3171069"/>
              <a:gd name="connsiteX5" fmla="*/ 0 w 5763988"/>
              <a:gd name="connsiteY5" fmla="*/ 0 h 317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3988" h="3171069">
                <a:moveTo>
                  <a:pt x="0" y="0"/>
                </a:moveTo>
                <a:lnTo>
                  <a:pt x="4577069" y="0"/>
                </a:lnTo>
                <a:cubicBezTo>
                  <a:pt x="5232586" y="0"/>
                  <a:pt x="5763988" y="707821"/>
                  <a:pt x="5763988" y="1580963"/>
                </a:cubicBezTo>
                <a:cubicBezTo>
                  <a:pt x="5763988" y="2454105"/>
                  <a:pt x="5232586" y="3161926"/>
                  <a:pt x="4577069" y="3161926"/>
                </a:cubicBezTo>
                <a:lnTo>
                  <a:pt x="6870" y="3171069"/>
                </a:lnTo>
                <a:lnTo>
                  <a:pt x="0" y="0"/>
                </a:lnTo>
                <a:close/>
              </a:path>
            </a:pathLst>
          </a:cu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2" name="Slide Number Placeholder 1">
            <a:extLst>
              <a:ext uri="{FF2B5EF4-FFF2-40B4-BE49-F238E27FC236}">
                <a16:creationId xmlns:a16="http://schemas.microsoft.com/office/drawing/2014/main" id="{80F8139F-D3FB-6848-B5A2-E54BDCB7E90D}"/>
              </a:ext>
            </a:extLst>
          </p:cNvPr>
          <p:cNvSpPr>
            <a:spLocks noGrp="1"/>
          </p:cNvSpPr>
          <p:nvPr>
            <p:ph type="sldNum" sz="quarter" idx="11"/>
          </p:nvPr>
        </p:nvSpPr>
        <p:spPr/>
        <p:txBody>
          <a:bodyPr/>
          <a:lstStyle/>
          <a:p>
            <a:fld id="{7D18A8FE-DFC8-4843-AEF2-DE4DB0CF7D65}" type="slidenum">
              <a:rPr lang="en-US" smtClean="0"/>
              <a:pPr/>
              <a:t>‹#›</a:t>
            </a:fld>
            <a:endParaRPr lang="en-US"/>
          </a:p>
        </p:txBody>
      </p:sp>
      <p:pic>
        <p:nvPicPr>
          <p:cNvPr id="10" name="Graphic 12">
            <a:extLst>
              <a:ext uri="{FF2B5EF4-FFF2-40B4-BE49-F238E27FC236}">
                <a16:creationId xmlns:a16="http://schemas.microsoft.com/office/drawing/2014/main" id="{0EFC21C6-F50B-4774-BC69-4FF755A1D584}"/>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3591345479"/>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1_Divider Slide - Full Photo">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0" y="0"/>
            <a:ext cx="12192000" cy="6193536"/>
          </a:xfrm>
          <a:prstGeom prst="rect">
            <a:avLst/>
          </a:pr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11" name="Content Placeholder 9">
            <a:extLst>
              <a:ext uri="{FF2B5EF4-FFF2-40B4-BE49-F238E27FC236}">
                <a16:creationId xmlns:a16="http://schemas.microsoft.com/office/drawing/2014/main" id="{20A3A4E7-56B1-0B44-98D4-AC2327493BF0}"/>
              </a:ext>
            </a:extLst>
          </p:cNvPr>
          <p:cNvSpPr>
            <a:spLocks noGrp="1"/>
          </p:cNvSpPr>
          <p:nvPr>
            <p:ph sz="quarter" idx="14" hasCustomPrompt="1"/>
          </p:nvPr>
        </p:nvSpPr>
        <p:spPr>
          <a:xfrm>
            <a:off x="587885" y="2070574"/>
            <a:ext cx="3411097" cy="3323383"/>
          </a:xfrm>
          <a:prstGeom prst="ellipse">
            <a:avLst/>
          </a:prstGeom>
          <a:solidFill>
            <a:schemeClr val="accent1"/>
          </a:solidFill>
        </p:spPr>
        <p:txBody>
          <a:bodyPr tIns="0" anchor="ctr">
            <a:normAutofit/>
          </a:bodyPr>
          <a:lstStyle>
            <a:lvl1pPr marL="0" indent="0" algn="ctr">
              <a:buNone/>
              <a:defRPr sz="1867" b="1">
                <a:noFill/>
              </a:defRPr>
            </a:lvl1pPr>
            <a:lvl2pPr algn="ctr">
              <a:defRPr/>
            </a:lvl2pPr>
            <a:lvl3pPr algn="ctr">
              <a:defRPr/>
            </a:lvl3pPr>
            <a:lvl4pPr algn="ctr">
              <a:defRPr/>
            </a:lvl4pPr>
            <a:lvl5pPr marL="1151354" indent="0" algn="ctr">
              <a:buNone/>
              <a:defRPr/>
            </a:lvl5pPr>
          </a:lstStyle>
          <a:p>
            <a:pPr lvl="0"/>
            <a:r>
              <a:rPr lang="en-US"/>
              <a:t> </a:t>
            </a:r>
          </a:p>
        </p:txBody>
      </p:sp>
      <p:sp>
        <p:nvSpPr>
          <p:cNvPr id="3" name="Subtitle 2"/>
          <p:cNvSpPr>
            <a:spLocks noGrp="1"/>
          </p:cNvSpPr>
          <p:nvPr>
            <p:ph type="subTitle" idx="1"/>
          </p:nvPr>
        </p:nvSpPr>
        <p:spPr>
          <a:xfrm>
            <a:off x="1430809" y="4230109"/>
            <a:ext cx="2060139" cy="474891"/>
          </a:xfrm>
          <a:prstGeom prst="rect">
            <a:avLst/>
          </a:prstGeom>
        </p:spPr>
        <p:txBody>
          <a:bodyPr lIns="0" tIns="0" rIns="0" bIns="0">
            <a:noAutofit/>
          </a:bodyPr>
          <a:lstStyle>
            <a:lvl1pPr marL="0" indent="0" algn="l">
              <a:buNone/>
              <a:defRPr sz="1333" b="1">
                <a:solidFill>
                  <a:schemeClr val="tx2"/>
                </a:solidFill>
              </a:defRPr>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lang="en-US"/>
              <a:t>Click to edit Master subtitle style</a:t>
            </a:r>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1430545" y="2957880"/>
            <a:ext cx="4849175" cy="1190949"/>
          </a:xfrm>
          <a:prstGeom prst="rect">
            <a:avLst/>
          </a:prstGeom>
        </p:spPr>
        <p:txBody>
          <a:bodyPr lIns="0" tIns="0" rIns="0" bIns="0" anchor="b">
            <a:noAutofit/>
          </a:bodyPr>
          <a:lstStyle>
            <a:lvl1pPr algn="l">
              <a:defRPr sz="4267">
                <a:solidFill>
                  <a:schemeClr val="bg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BEDB81BC-F9B1-D74F-B19E-0D8326A820AA}"/>
              </a:ext>
            </a:extLst>
          </p:cNvPr>
          <p:cNvSpPr>
            <a:spLocks noGrp="1"/>
          </p:cNvSpPr>
          <p:nvPr>
            <p:ph type="sldNum" sz="quarter" idx="15"/>
          </p:nvPr>
        </p:nvSpPr>
        <p:spPr/>
        <p:txBody>
          <a:bodyPr/>
          <a:lstStyle/>
          <a:p>
            <a:fld id="{7D18A8FE-DFC8-4843-AEF2-DE4DB0CF7D65}" type="slidenum">
              <a:rPr lang="en-US" smtClean="0"/>
              <a:pPr/>
              <a:t>‹#›</a:t>
            </a:fld>
            <a:endParaRPr lang="en-US"/>
          </a:p>
        </p:txBody>
      </p:sp>
      <p:pic>
        <p:nvPicPr>
          <p:cNvPr id="8" name="Graphic 12">
            <a:extLst>
              <a:ext uri="{FF2B5EF4-FFF2-40B4-BE49-F238E27FC236}">
                <a16:creationId xmlns:a16="http://schemas.microsoft.com/office/drawing/2014/main" id="{126098D9-534A-4BBE-BE76-6581AFF10532}"/>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1202694420"/>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4"/>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6178331" cy="4351283"/>
          </a:xfrm>
          <a:prstGeom prst="rect">
            <a:avLst/>
          </a:prstGeom>
        </p:spPr>
        <p:txBody>
          <a:bodyPr lIns="0" tIns="0" rIns="0" bIns="0"/>
          <a:lstStyle>
            <a:lvl1pPr marL="0" marR="0" indent="0" algn="l" defTabSz="914309" rtl="0" eaLnBrk="1" fontAlgn="auto" latinLnBrk="0" hangingPunct="1">
              <a:lnSpc>
                <a:spcPct val="100000"/>
              </a:lnSpc>
              <a:spcBef>
                <a:spcPts val="1000"/>
              </a:spcBef>
              <a:spcAft>
                <a:spcPts val="0"/>
              </a:spcAft>
              <a:buClr>
                <a:srgbClr val="E20177"/>
              </a:buClr>
              <a:buSzPct val="120000"/>
              <a:buFont typeface="Arial" panose="020B0604020202020204" pitchFamily="34" charset="0"/>
              <a:buNone/>
              <a:tabLst/>
              <a:defRPr sz="2133">
                <a:latin typeface="Montserrat" pitchFamily="2" charset="77"/>
              </a:defRPr>
            </a:lvl1pPr>
            <a:lvl2pPr marL="609539" marR="0" indent="-243817" algn="l" defTabSz="914309" rtl="0" eaLnBrk="1" fontAlgn="auto" latinLnBrk="0" hangingPunct="1">
              <a:lnSpc>
                <a:spcPct val="100000"/>
              </a:lnSpc>
              <a:spcBef>
                <a:spcPts val="500"/>
              </a:spcBef>
              <a:spcAft>
                <a:spcPts val="0"/>
              </a:spcAft>
              <a:buClr>
                <a:srgbClr val="E20177"/>
              </a:buClr>
              <a:buSzPct val="120000"/>
              <a:buFont typeface="Arial" panose="020B0604020202020204" pitchFamily="34" charset="0"/>
              <a:buChar char="•"/>
              <a:tabLst/>
              <a:defRPr sz="1867">
                <a:latin typeface="Montserrat" pitchFamily="2" charset="77"/>
              </a:defRPr>
            </a:lvl2pPr>
            <a:lvl3pPr marL="853355" marR="0" indent="-243817" algn="l" defTabSz="914309" rtl="0" eaLnBrk="1" fontAlgn="auto" latinLnBrk="0" hangingPunct="1">
              <a:lnSpc>
                <a:spcPct val="100000"/>
              </a:lnSpc>
              <a:spcBef>
                <a:spcPts val="500"/>
              </a:spcBef>
              <a:spcAft>
                <a:spcPts val="0"/>
              </a:spcAft>
              <a:buClr>
                <a:srgbClr val="E20177"/>
              </a:buClr>
              <a:buSzPct val="100000"/>
              <a:buFont typeface="Courier New" panose="02070309020205020404" pitchFamily="49" charset="0"/>
              <a:buChar char="o"/>
              <a:tabLst/>
              <a:defRPr sz="1867">
                <a:latin typeface="Montserrat" pitchFamily="2" charset="77"/>
              </a:defRPr>
            </a:lvl3pPr>
            <a:lvl4pPr marL="1219080" marR="0" indent="-243817" algn="l" defTabSz="914309" rtl="0" eaLnBrk="1" fontAlgn="auto" latinLnBrk="0" hangingPunct="1">
              <a:lnSpc>
                <a:spcPct val="100000"/>
              </a:lnSpc>
              <a:spcBef>
                <a:spcPts val="500"/>
              </a:spcBef>
              <a:spcAft>
                <a:spcPts val="0"/>
              </a:spcAft>
              <a:buClr>
                <a:srgbClr val="171717"/>
              </a:buClr>
              <a:buSzPct val="100000"/>
              <a:buFont typeface="Arial" panose="020B0604020202020204" pitchFamily="34" charset="0"/>
              <a:buChar char="•"/>
              <a:tabLst/>
              <a:defRPr sz="1867">
                <a:latin typeface="Montserrat" pitchFamily="2" charset="77"/>
              </a:defRPr>
            </a:lvl4pPr>
            <a:lvl5pPr marL="0" marR="0" indent="0" algn="l" defTabSz="914309" rtl="0" eaLnBrk="1" fontAlgn="auto" latinLnBrk="0" hangingPunct="1">
              <a:lnSpc>
                <a:spcPct val="100000"/>
              </a:lnSpc>
              <a:spcBef>
                <a:spcPts val="500"/>
              </a:spcBef>
              <a:spcAft>
                <a:spcPts val="200"/>
              </a:spcAft>
              <a:buClr>
                <a:srgbClr val="E20177"/>
              </a:buClr>
              <a:buSzTx/>
              <a:buFont typeface="Arial" panose="020B0604020202020204" pitchFamily="34" charset="0"/>
              <a:buNone/>
              <a:tabLst/>
              <a:defRPr sz="1867">
                <a:latin typeface="Montserrat" pitchFamily="2" charset="77"/>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hasCustomPrompt="1"/>
          </p:nvPr>
        </p:nvSpPr>
        <p:spPr>
          <a:xfrm>
            <a:off x="7147040"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Tree>
    <p:extLst>
      <p:ext uri="{BB962C8B-B14F-4D97-AF65-F5344CB8AC3E}">
        <p14:creationId xmlns:p14="http://schemas.microsoft.com/office/powerpoint/2010/main" val="379106732"/>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guide id="4" orient="horz" pos="5653">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onfidential—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4"/>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6178331" cy="4351283"/>
          </a:xfrm>
          <a:prstGeom prst="rect">
            <a:avLst/>
          </a:prstGeom>
        </p:spPr>
        <p:txBody>
          <a:bodyPr lIns="0" tIns="0" rIns="0" bIns="0"/>
          <a:lstStyle>
            <a:lvl1pPr marL="0" marR="0" indent="0" algn="l" defTabSz="914309"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39" marR="0" indent="-243817" algn="l" defTabSz="914309"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55" marR="0" indent="-243817" algn="l" defTabSz="914309"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080" marR="0" indent="-243817" algn="l" defTabSz="914309"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09"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2" name="Freeform 11">
            <a:extLst>
              <a:ext uri="{FF2B5EF4-FFF2-40B4-BE49-F238E27FC236}">
                <a16:creationId xmlns:a16="http://schemas.microsoft.com/office/drawing/2014/main" id="{BDDDF61E-FD84-D34B-9DB5-46D76844A801}"/>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6" name="Picture Placeholder 14">
            <a:extLst>
              <a:ext uri="{FF2B5EF4-FFF2-40B4-BE49-F238E27FC236}">
                <a16:creationId xmlns:a16="http://schemas.microsoft.com/office/drawing/2014/main" id="{58E796D9-DAF5-D74D-8402-673E835AE59B}"/>
              </a:ext>
            </a:extLst>
          </p:cNvPr>
          <p:cNvSpPr>
            <a:spLocks noGrp="1"/>
          </p:cNvSpPr>
          <p:nvPr>
            <p:ph type="pic" sz="quarter" idx="13" hasCustomPrompt="1"/>
          </p:nvPr>
        </p:nvSpPr>
        <p:spPr>
          <a:xfrm>
            <a:off x="7147040"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832538686"/>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guide id="4" orient="horz" pos="5653">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Proprietary—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4"/>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6178331" cy="4351283"/>
          </a:xfrm>
          <a:prstGeom prst="rect">
            <a:avLst/>
          </a:prstGeom>
        </p:spPr>
        <p:txBody>
          <a:bodyPr lIns="0" tIns="0" rIns="0" bIns="0"/>
          <a:lstStyle>
            <a:lvl1pPr marL="0" marR="0" indent="0" algn="l" defTabSz="914309"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39" marR="0" indent="-243817" algn="l" defTabSz="914309"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55" marR="0" indent="-243817" algn="l" defTabSz="914309"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080" marR="0" indent="-243817" algn="l" defTabSz="914309"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09"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2" name="Freeform 11">
            <a:extLst>
              <a:ext uri="{FF2B5EF4-FFF2-40B4-BE49-F238E27FC236}">
                <a16:creationId xmlns:a16="http://schemas.microsoft.com/office/drawing/2014/main" id="{0935410A-4452-764D-8477-13AF6ADB3609}"/>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4" name="Picture Placeholder 14">
            <a:extLst>
              <a:ext uri="{FF2B5EF4-FFF2-40B4-BE49-F238E27FC236}">
                <a16:creationId xmlns:a16="http://schemas.microsoft.com/office/drawing/2014/main" id="{3DB5542F-9D9E-F141-A555-16DFFDE653E4}"/>
              </a:ext>
            </a:extLst>
          </p:cNvPr>
          <p:cNvSpPr>
            <a:spLocks noGrp="1"/>
          </p:cNvSpPr>
          <p:nvPr>
            <p:ph type="pic" sz="quarter" idx="13" hasCustomPrompt="1"/>
          </p:nvPr>
        </p:nvSpPr>
        <p:spPr>
          <a:xfrm>
            <a:off x="7147040"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515474755"/>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guide id="4" orient="horz" pos="5653">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Sensitiv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4"/>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6178331" cy="4351283"/>
          </a:xfrm>
          <a:prstGeom prst="rect">
            <a:avLst/>
          </a:prstGeom>
        </p:spPr>
        <p:txBody>
          <a:bodyPr lIns="0" tIns="0" rIns="0" bIns="0"/>
          <a:lstStyle>
            <a:lvl1pPr marL="0" marR="0" indent="0" algn="l" defTabSz="914309"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39" marR="0" indent="-243817" algn="l" defTabSz="914309"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55" marR="0" indent="-243817" algn="l" defTabSz="914309"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080" marR="0" indent="-243817" algn="l" defTabSz="914309"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09"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2" name="Freeform 11">
            <a:extLst>
              <a:ext uri="{FF2B5EF4-FFF2-40B4-BE49-F238E27FC236}">
                <a16:creationId xmlns:a16="http://schemas.microsoft.com/office/drawing/2014/main" id="{6E90D1E2-3FBB-1041-A715-785BFD621F5D}"/>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4" name="Picture Placeholder 14">
            <a:extLst>
              <a:ext uri="{FF2B5EF4-FFF2-40B4-BE49-F238E27FC236}">
                <a16:creationId xmlns:a16="http://schemas.microsoft.com/office/drawing/2014/main" id="{D959CE95-45F1-114D-AF89-17853692DC90}"/>
              </a:ext>
            </a:extLst>
          </p:cNvPr>
          <p:cNvSpPr>
            <a:spLocks noGrp="1"/>
          </p:cNvSpPr>
          <p:nvPr>
            <p:ph type="pic" sz="quarter" idx="13" hasCustomPrompt="1"/>
          </p:nvPr>
        </p:nvSpPr>
        <p:spPr>
          <a:xfrm>
            <a:off x="7147040"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3533233806"/>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guide id="4" orient="horz" pos="5653">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onfidential—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4"/>
            <a:ext cx="10396483" cy="699433"/>
          </a:xfrm>
          <a:prstGeom prst="rect">
            <a:avLst/>
          </a:prstGeom>
          <a:noFill/>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11243259" cy="4351283"/>
          </a:xfrm>
          <a:prstGeom prst="rect">
            <a:avLst/>
          </a:prstGeom>
          <a:noFill/>
        </p:spPr>
        <p:txBody>
          <a:bodyPr lIns="0" tIns="0" rIns="0" bIns="0"/>
          <a:lstStyle>
            <a:lvl1pPr marL="0" marR="0" indent="0" algn="l" defTabSz="914309"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39" marR="0" indent="-243817" algn="l" defTabSz="914309"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55" marR="0" indent="-243817" algn="l" defTabSz="914309"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080" marR="0" indent="-243817" algn="l" defTabSz="914309"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09"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9E242888-0328-0E4A-98EE-9774852A1A73}"/>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Tree>
    <p:extLst>
      <p:ext uri="{BB962C8B-B14F-4D97-AF65-F5344CB8AC3E}">
        <p14:creationId xmlns:p14="http://schemas.microsoft.com/office/powerpoint/2010/main" val="288233021"/>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guide id="4" orient="horz" pos="5653">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Proprietary—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4"/>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11243259" cy="4351283"/>
          </a:xfrm>
          <a:prstGeom prst="rect">
            <a:avLst/>
          </a:prstGeom>
        </p:spPr>
        <p:txBody>
          <a:bodyPr lIns="0" tIns="0" rIns="0" bIns="0"/>
          <a:lstStyle>
            <a:lvl1pPr marL="0" marR="0" indent="0" algn="l" defTabSz="914309"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39" marR="0" indent="-243817" algn="l" defTabSz="914309"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55" marR="0" indent="-243817" algn="l" defTabSz="914309"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080" marR="0" indent="-243817" algn="l" defTabSz="914309"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09"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BF67232A-40F8-1A47-9CDC-7290008F23C1}"/>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Tree>
    <p:extLst>
      <p:ext uri="{BB962C8B-B14F-4D97-AF65-F5344CB8AC3E}">
        <p14:creationId xmlns:p14="http://schemas.microsoft.com/office/powerpoint/2010/main" val="4167140985"/>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guide id="4" orient="horz" pos="5653">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Sensitiv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4"/>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11243259" cy="4351283"/>
          </a:xfrm>
          <a:prstGeom prst="rect">
            <a:avLst/>
          </a:prstGeom>
        </p:spPr>
        <p:txBody>
          <a:bodyPr lIns="0" tIns="0" rIns="0" bIns="0"/>
          <a:lstStyle>
            <a:lvl1pPr marL="0" marR="0" indent="0" algn="l" defTabSz="914309"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39" marR="0" indent="-243817" algn="l" defTabSz="914309"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55" marR="0" indent="-243817" algn="l" defTabSz="914309"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080" marR="0" indent="-243817" algn="l" defTabSz="914309"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09"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0263CF2F-B018-3343-B44E-89447650A7B9}"/>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Tree>
    <p:extLst>
      <p:ext uri="{BB962C8B-B14F-4D97-AF65-F5344CB8AC3E}">
        <p14:creationId xmlns:p14="http://schemas.microsoft.com/office/powerpoint/2010/main" val="829819893"/>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guide id="4" orient="horz" pos="5653">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Bio Template">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4"/>
            <a:ext cx="10396483" cy="699433"/>
          </a:xfrm>
          <a:prstGeom prst="rect">
            <a:avLst/>
          </a:prstGeom>
        </p:spPr>
        <p:txBody>
          <a:bodyPr lIns="0" tIns="0" rIns="0" bIns="0" anchor="b">
            <a:normAutofit/>
          </a:bodyPr>
          <a:lstStyle>
            <a:lvl1pPr>
              <a:defRPr sz="2933"/>
            </a:lvl1pPr>
          </a:lstStyle>
          <a:p>
            <a:endParaRPr lang="en-US"/>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hasCustomPrompt="1"/>
          </p:nvPr>
        </p:nvSpPr>
        <p:spPr>
          <a:xfrm>
            <a:off x="7833490" y="1578870"/>
            <a:ext cx="4130463" cy="4130463"/>
          </a:xfrm>
          <a:prstGeom prst="ellipse">
            <a:avLst/>
          </a:prstGeom>
          <a:solidFill>
            <a:schemeClr val="bg2"/>
          </a:solidFill>
        </p:spPr>
        <p:txBody>
          <a:bodyPr tIns="640080">
            <a:normAutofit/>
          </a:bodyPr>
          <a:lstStyle>
            <a:lvl1pPr marL="0" indent="0" algn="ctr">
              <a:buNone/>
              <a:defRPr sz="1867"/>
            </a:lvl1pPr>
          </a:lstStyle>
          <a:p>
            <a:r>
              <a:rPr lang="en-US"/>
              <a:t>Click icon to add photo</a:t>
            </a: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7" name="Text Placeholder 6">
            <a:extLst>
              <a:ext uri="{FF2B5EF4-FFF2-40B4-BE49-F238E27FC236}">
                <a16:creationId xmlns:a16="http://schemas.microsoft.com/office/drawing/2014/main" id="{42AB9BBF-A7FA-394D-A2E2-93323B4F3A38}"/>
              </a:ext>
            </a:extLst>
          </p:cNvPr>
          <p:cNvSpPr>
            <a:spLocks noGrp="1"/>
          </p:cNvSpPr>
          <p:nvPr>
            <p:ph type="body" sz="quarter" idx="14"/>
          </p:nvPr>
        </p:nvSpPr>
        <p:spPr>
          <a:xfrm>
            <a:off x="457201" y="1031611"/>
            <a:ext cx="10396483" cy="407436"/>
          </a:xfrm>
          <a:prstGeom prst="rect">
            <a:avLst/>
          </a:prstGeom>
        </p:spPr>
        <p:txBody>
          <a:bodyPr lIns="0" tIns="0" rIns="0" bIns="0">
            <a:noAutofit/>
          </a:bodyPr>
          <a:lstStyle>
            <a:lvl1pPr>
              <a:buNone/>
              <a:defRPr sz="1867" b="1">
                <a:solidFill>
                  <a:schemeClr val="accent1"/>
                </a:solidFill>
              </a:defRPr>
            </a:lvl1pPr>
            <a:lvl2pPr>
              <a:buNone/>
              <a:defRPr/>
            </a:lvl2pPr>
            <a:lvl3pPr>
              <a:buNone/>
              <a:defRPr/>
            </a:lvl3pPr>
            <a:lvl4pPr>
              <a:buNone/>
              <a:defRPr/>
            </a:lvl4pPr>
            <a:lvl5pPr>
              <a:buNone/>
              <a:defRPr/>
            </a:lvl5pPr>
          </a:lstStyle>
          <a:p>
            <a:pPr lvl="0"/>
            <a:endParaRPr lang="en-US"/>
          </a:p>
        </p:txBody>
      </p:sp>
      <p:sp>
        <p:nvSpPr>
          <p:cNvPr id="13" name="Content Placeholder 2">
            <a:extLst>
              <a:ext uri="{FF2B5EF4-FFF2-40B4-BE49-F238E27FC236}">
                <a16:creationId xmlns:a16="http://schemas.microsoft.com/office/drawing/2014/main" id="{10427BEF-5B47-724A-9C16-0A84E9E3CE09}"/>
              </a:ext>
            </a:extLst>
          </p:cNvPr>
          <p:cNvSpPr>
            <a:spLocks noGrp="1"/>
          </p:cNvSpPr>
          <p:nvPr>
            <p:ph idx="15" hasCustomPrompt="1"/>
          </p:nvPr>
        </p:nvSpPr>
        <p:spPr>
          <a:xfrm>
            <a:off x="457201" y="1576553"/>
            <a:ext cx="7141027" cy="4351283"/>
          </a:xfrm>
          <a:prstGeom prst="rect">
            <a:avLst/>
          </a:prstGeom>
        </p:spPr>
        <p:txBody>
          <a:bodyPr lIns="0" tIns="0" rIns="0" bIns="0"/>
          <a:lstStyle>
            <a:lvl1pPr marL="0" marR="0" indent="0" algn="l" defTabSz="914309"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39" marR="0" indent="-243817" algn="l" defTabSz="914309"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55" marR="0" indent="-243817" algn="l" defTabSz="914309"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080" marR="0" indent="-243817" algn="l" defTabSz="914309"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09"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a:extLst>
              <a:ext uri="{FF2B5EF4-FFF2-40B4-BE49-F238E27FC236}">
                <a16:creationId xmlns:a16="http://schemas.microsoft.com/office/drawing/2014/main" id="{C8A6CFA9-BBCE-4882-8617-533B5B4809FE}"/>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218597987"/>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guide id="4" orient="horz" pos="5653">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5_Custom Layout">
    <p:spTree>
      <p:nvGrpSpPr>
        <p:cNvPr id="1" name=""/>
        <p:cNvGrpSpPr/>
        <p:nvPr/>
      </p:nvGrpSpPr>
      <p:grpSpPr>
        <a:xfrm>
          <a:off x="0" y="0"/>
          <a:ext cx="0" cy="0"/>
          <a:chOff x="0" y="0"/>
          <a:chExt cx="0" cy="0"/>
        </a:xfrm>
      </p:grpSpPr>
      <p:sp>
        <p:nvSpPr>
          <p:cNvPr id="26" name="Freeform 25">
            <a:extLst>
              <a:ext uri="{FF2B5EF4-FFF2-40B4-BE49-F238E27FC236}">
                <a16:creationId xmlns:a16="http://schemas.microsoft.com/office/drawing/2014/main" id="{37728E0E-A727-3344-B4A0-02F610225340}"/>
              </a:ext>
            </a:extLst>
          </p:cNvPr>
          <p:cNvSpPr/>
          <p:nvPr userDrawn="1"/>
        </p:nvSpPr>
        <p:spPr>
          <a:xfrm>
            <a:off x="-262146" y="335798"/>
            <a:ext cx="7585276"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7" name="Picture Placeholder 34">
            <a:extLst>
              <a:ext uri="{FF2B5EF4-FFF2-40B4-BE49-F238E27FC236}">
                <a16:creationId xmlns:a16="http://schemas.microsoft.com/office/drawing/2014/main" id="{981ADB33-36C2-4B41-9424-2D0E0E629A69}"/>
              </a:ext>
            </a:extLst>
          </p:cNvPr>
          <p:cNvSpPr>
            <a:spLocks noGrp="1"/>
          </p:cNvSpPr>
          <p:nvPr>
            <p:ph type="pic" sz="quarter" idx="16"/>
          </p:nvPr>
        </p:nvSpPr>
        <p:spPr>
          <a:xfrm rot="10800000" flipH="1" flipV="1">
            <a:off x="-6972" y="807641"/>
            <a:ext cx="6588376" cy="4699859"/>
          </a:xfrm>
          <a:custGeom>
            <a:avLst/>
            <a:gdLst>
              <a:gd name="connsiteX0" fmla="*/ 0 w 4941282"/>
              <a:gd name="connsiteY0" fmla="*/ 0 h 3877383"/>
              <a:gd name="connsiteX1" fmla="*/ 3153638 w 4941282"/>
              <a:gd name="connsiteY1" fmla="*/ 0 h 3877383"/>
              <a:gd name="connsiteX2" fmla="*/ 4941282 w 4941282"/>
              <a:gd name="connsiteY2" fmla="*/ 1936127 h 3877383"/>
              <a:gd name="connsiteX3" fmla="*/ 3153638 w 4941282"/>
              <a:gd name="connsiteY3" fmla="*/ 3872253 h 3877383"/>
              <a:gd name="connsiteX4" fmla="*/ 0 w 4941282"/>
              <a:gd name="connsiteY4" fmla="*/ 3877383 h 3877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1282" h="3877383">
                <a:moveTo>
                  <a:pt x="0" y="0"/>
                </a:moveTo>
                <a:lnTo>
                  <a:pt x="3153638" y="0"/>
                </a:lnTo>
                <a:cubicBezTo>
                  <a:pt x="4140926" y="0"/>
                  <a:pt x="4941282" y="866833"/>
                  <a:pt x="4941282" y="1936127"/>
                </a:cubicBezTo>
                <a:cubicBezTo>
                  <a:pt x="4941282" y="3005420"/>
                  <a:pt x="4140926" y="3872253"/>
                  <a:pt x="3153638" y="3872253"/>
                </a:cubicBezTo>
                <a:lnTo>
                  <a:pt x="0" y="3877383"/>
                </a:lnTo>
                <a:close/>
              </a:path>
            </a:pathLst>
          </a:custGeom>
          <a:solidFill>
            <a:schemeClr val="bg2"/>
          </a:solidFill>
        </p:spPr>
        <p:txBody>
          <a:bodyPr vert="horz" wrap="square" lIns="0" tIns="914400" rIns="0" anchor="t" anchorCtr="0">
            <a:noAutofit/>
          </a:bodyPr>
          <a:lstStyle>
            <a:lvl1pPr marL="0" indent="0" algn="ctr">
              <a:buNone/>
              <a:defRPr sz="1867"/>
            </a:lvl1pPr>
          </a:lstStyle>
          <a:p>
            <a:r>
              <a:rPr lang="en-US"/>
              <a:t>Click icon to add picture</a:t>
            </a:r>
          </a:p>
        </p:txBody>
      </p:sp>
      <p:sp>
        <p:nvSpPr>
          <p:cNvPr id="11" name="Oval 10">
            <a:extLst>
              <a:ext uri="{FF2B5EF4-FFF2-40B4-BE49-F238E27FC236}">
                <a16:creationId xmlns:a16="http://schemas.microsoft.com/office/drawing/2014/main" id="{339B9D6A-F5CA-C347-BC53-A21EB0BA6D14}"/>
              </a:ext>
            </a:extLst>
          </p:cNvPr>
          <p:cNvSpPr/>
          <p:nvPr userDrawn="1"/>
        </p:nvSpPr>
        <p:spPr>
          <a:xfrm>
            <a:off x="5754547" y="618926"/>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652203" y="1490955"/>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045266" y="2427243"/>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7058429" y="3522343"/>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638211" y="4485515"/>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Oval 15">
            <a:extLst>
              <a:ext uri="{FF2B5EF4-FFF2-40B4-BE49-F238E27FC236}">
                <a16:creationId xmlns:a16="http://schemas.microsoft.com/office/drawing/2014/main" id="{68E5A7B6-8EDC-E247-96FE-94990C14B37F}"/>
              </a:ext>
            </a:extLst>
          </p:cNvPr>
          <p:cNvSpPr/>
          <p:nvPr userDrawn="1"/>
        </p:nvSpPr>
        <p:spPr>
          <a:xfrm>
            <a:off x="5708602" y="5343858"/>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394023" y="619249"/>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241559" y="149127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655301" y="2427567"/>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668461" y="3522667"/>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7227567" y="4485512"/>
            <a:ext cx="3689452" cy="406400"/>
          </a:xfrm>
        </p:spPr>
        <p:txBody>
          <a:bodyPr anchor="ctr"/>
          <a:lstStyle/>
          <a:p>
            <a:pPr lvl="0"/>
            <a:r>
              <a:rPr lang="en-US"/>
              <a:t>Click to edit Master text styles</a:t>
            </a:r>
          </a:p>
        </p:txBody>
      </p:sp>
      <p:sp>
        <p:nvSpPr>
          <p:cNvPr id="23" name="Text Placeholder 17">
            <a:extLst>
              <a:ext uri="{FF2B5EF4-FFF2-40B4-BE49-F238E27FC236}">
                <a16:creationId xmlns:a16="http://schemas.microsoft.com/office/drawing/2014/main" id="{524C2451-9287-FD48-B032-D09424DB2174}"/>
              </a:ext>
            </a:extLst>
          </p:cNvPr>
          <p:cNvSpPr>
            <a:spLocks noGrp="1"/>
          </p:cNvSpPr>
          <p:nvPr>
            <p:ph type="body" sz="quarter" idx="15"/>
          </p:nvPr>
        </p:nvSpPr>
        <p:spPr>
          <a:xfrm>
            <a:off x="6348075" y="5344181"/>
            <a:ext cx="3689452" cy="406400"/>
          </a:xfrm>
        </p:spPr>
        <p:txBody>
          <a:bodyPr anchor="ctr"/>
          <a:lstStyle/>
          <a:p>
            <a:pPr lvl="0"/>
            <a:r>
              <a:rPr lang="en-US"/>
              <a:t>Click to edit Master text styles</a:t>
            </a:r>
          </a:p>
        </p:txBody>
      </p:sp>
      <p:sp>
        <p:nvSpPr>
          <p:cNvPr id="2" name="Slide Number Placeholder 1">
            <a:extLst>
              <a:ext uri="{FF2B5EF4-FFF2-40B4-BE49-F238E27FC236}">
                <a16:creationId xmlns:a16="http://schemas.microsoft.com/office/drawing/2014/main" id="{984C82C6-579B-3242-983A-EE336D54136A}"/>
              </a:ext>
            </a:extLst>
          </p:cNvPr>
          <p:cNvSpPr>
            <a:spLocks noGrp="1"/>
          </p:cNvSpPr>
          <p:nvPr>
            <p:ph type="sldNum" sz="quarter" idx="17"/>
          </p:nvPr>
        </p:nvSpPr>
        <p:spPr/>
        <p:txBody>
          <a:bodyPr/>
          <a:lstStyle/>
          <a:p>
            <a:fld id="{7D18A8FE-DFC8-4843-AEF2-DE4DB0CF7D65}" type="slidenum">
              <a:rPr lang="en-US" smtClean="0"/>
              <a:pPr/>
              <a:t>‹#›</a:t>
            </a:fld>
            <a:endParaRPr lang="en-US"/>
          </a:p>
        </p:txBody>
      </p:sp>
      <p:pic>
        <p:nvPicPr>
          <p:cNvPr id="24" name="Graphic 12">
            <a:extLst>
              <a:ext uri="{FF2B5EF4-FFF2-40B4-BE49-F238E27FC236}">
                <a16:creationId xmlns:a16="http://schemas.microsoft.com/office/drawing/2014/main" id="{1FBDC1D9-9D8E-4EF9-B12C-A0D05E86DC50}"/>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21378342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6_Custom Layout">
    <p:spTree>
      <p:nvGrpSpPr>
        <p:cNvPr id="1" name=""/>
        <p:cNvGrpSpPr/>
        <p:nvPr/>
      </p:nvGrpSpPr>
      <p:grpSpPr>
        <a:xfrm>
          <a:off x="0" y="0"/>
          <a:ext cx="0" cy="0"/>
          <a:chOff x="0" y="0"/>
          <a:chExt cx="0" cy="0"/>
        </a:xfrm>
      </p:grpSpPr>
      <p:sp>
        <p:nvSpPr>
          <p:cNvPr id="25" name="Freeform 24">
            <a:extLst>
              <a:ext uri="{FF2B5EF4-FFF2-40B4-BE49-F238E27FC236}">
                <a16:creationId xmlns:a16="http://schemas.microsoft.com/office/drawing/2014/main" id="{CED53280-3164-824A-8AA0-5CA6139715BA}"/>
              </a:ext>
            </a:extLst>
          </p:cNvPr>
          <p:cNvSpPr/>
          <p:nvPr userDrawn="1"/>
        </p:nvSpPr>
        <p:spPr>
          <a:xfrm>
            <a:off x="3" y="835268"/>
            <a:ext cx="6546455" cy="4706913"/>
          </a:xfrm>
          <a:custGeom>
            <a:avLst/>
            <a:gdLst>
              <a:gd name="connsiteX0" fmla="*/ 0 w 4909841"/>
              <a:gd name="connsiteY0" fmla="*/ 0 h 3883204"/>
              <a:gd name="connsiteX1" fmla="*/ 2968240 w 4909841"/>
              <a:gd name="connsiteY1" fmla="*/ 0 h 3883204"/>
              <a:gd name="connsiteX2" fmla="*/ 4909841 w 4909841"/>
              <a:gd name="connsiteY2" fmla="*/ 1941603 h 3883204"/>
              <a:gd name="connsiteX3" fmla="*/ 4909835 w 4909841"/>
              <a:gd name="connsiteY3" fmla="*/ 1941603 h 3883204"/>
              <a:gd name="connsiteX4" fmla="*/ 2968234 w 4909841"/>
              <a:gd name="connsiteY4" fmla="*/ 3883204 h 3883204"/>
              <a:gd name="connsiteX5" fmla="*/ 0 w 4909841"/>
              <a:gd name="connsiteY5" fmla="*/ 3883202 h 3883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9841" h="3883204">
                <a:moveTo>
                  <a:pt x="0" y="0"/>
                </a:moveTo>
                <a:lnTo>
                  <a:pt x="2968240" y="0"/>
                </a:lnTo>
                <a:cubicBezTo>
                  <a:pt x="4040554" y="0"/>
                  <a:pt x="4909841" y="869287"/>
                  <a:pt x="4909841" y="1941603"/>
                </a:cubicBezTo>
                <a:lnTo>
                  <a:pt x="4909835" y="1941603"/>
                </a:lnTo>
                <a:cubicBezTo>
                  <a:pt x="4909835" y="3013917"/>
                  <a:pt x="4040548" y="3883204"/>
                  <a:pt x="2968234" y="3883204"/>
                </a:cubicBezTo>
                <a:lnTo>
                  <a:pt x="0" y="388320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7" name="Freeform 26">
            <a:extLst>
              <a:ext uri="{FF2B5EF4-FFF2-40B4-BE49-F238E27FC236}">
                <a16:creationId xmlns:a16="http://schemas.microsoft.com/office/drawing/2014/main" id="{3B6753E6-29D3-694C-9B47-66001F631396}"/>
              </a:ext>
            </a:extLst>
          </p:cNvPr>
          <p:cNvSpPr/>
          <p:nvPr userDrawn="1"/>
        </p:nvSpPr>
        <p:spPr>
          <a:xfrm>
            <a:off x="-8349" y="370773"/>
            <a:ext cx="7265465"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8" name="Slide Number Placeholder 1">
            <a:extLst>
              <a:ext uri="{FF2B5EF4-FFF2-40B4-BE49-F238E27FC236}">
                <a16:creationId xmlns:a16="http://schemas.microsoft.com/office/drawing/2014/main" id="{6437396B-10D1-774E-9AE7-704156B3B8E1}"/>
              </a:ext>
            </a:extLst>
          </p:cNvPr>
          <p:cNvSpPr>
            <a:spLocks noGrp="1"/>
          </p:cNvSpPr>
          <p:nvPr>
            <p:ph type="sldNum" sz="quarter" idx="17"/>
          </p:nvPr>
        </p:nvSpPr>
        <p:spPr>
          <a:xfrm>
            <a:off x="5888569" y="6454693"/>
            <a:ext cx="414867" cy="273304"/>
          </a:xfrm>
        </p:spPr>
        <p:txBody>
          <a:bodyPr/>
          <a:lstStyle/>
          <a:p>
            <a:fld id="{7D18A8FE-DFC8-4843-AEF2-DE4DB0CF7D65}" type="slidenum">
              <a:rPr lang="en-US" smtClean="0"/>
              <a:pPr/>
              <a:t>‹#›</a:t>
            </a:fld>
            <a:endParaRPr lang="en-US"/>
          </a:p>
        </p:txBody>
      </p:sp>
      <p:sp>
        <p:nvSpPr>
          <p:cNvPr id="11" name="Oval 10">
            <a:extLst>
              <a:ext uri="{FF2B5EF4-FFF2-40B4-BE49-F238E27FC236}">
                <a16:creationId xmlns:a16="http://schemas.microsoft.com/office/drawing/2014/main" id="{339B9D6A-F5CA-C347-BC53-A21EB0BA6D14}"/>
              </a:ext>
            </a:extLst>
          </p:cNvPr>
          <p:cNvSpPr/>
          <p:nvPr userDrawn="1"/>
        </p:nvSpPr>
        <p:spPr>
          <a:xfrm>
            <a:off x="5688949" y="618926"/>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617728" y="1490955"/>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6998183" y="2393841"/>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7024783" y="3522343"/>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591129" y="4485515"/>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Oval 15">
            <a:extLst>
              <a:ext uri="{FF2B5EF4-FFF2-40B4-BE49-F238E27FC236}">
                <a16:creationId xmlns:a16="http://schemas.microsoft.com/office/drawing/2014/main" id="{68E5A7B6-8EDC-E247-96FE-94990C14B37F}"/>
              </a:ext>
            </a:extLst>
          </p:cNvPr>
          <p:cNvSpPr/>
          <p:nvPr userDrawn="1"/>
        </p:nvSpPr>
        <p:spPr>
          <a:xfrm>
            <a:off x="5688949" y="5343858"/>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328423" y="619249"/>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207083" y="149127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608217" y="2394164"/>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634817" y="3522667"/>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7180483" y="4485512"/>
            <a:ext cx="3689452" cy="406400"/>
          </a:xfrm>
        </p:spPr>
        <p:txBody>
          <a:bodyPr anchor="ctr"/>
          <a:lstStyle/>
          <a:p>
            <a:pPr lvl="0"/>
            <a:r>
              <a:rPr lang="en-US"/>
              <a:t>Click to edit Master text styles</a:t>
            </a:r>
          </a:p>
        </p:txBody>
      </p:sp>
      <p:sp>
        <p:nvSpPr>
          <p:cNvPr id="23" name="Text Placeholder 17">
            <a:extLst>
              <a:ext uri="{FF2B5EF4-FFF2-40B4-BE49-F238E27FC236}">
                <a16:creationId xmlns:a16="http://schemas.microsoft.com/office/drawing/2014/main" id="{524C2451-9287-FD48-B032-D09424DB2174}"/>
              </a:ext>
            </a:extLst>
          </p:cNvPr>
          <p:cNvSpPr>
            <a:spLocks noGrp="1"/>
          </p:cNvSpPr>
          <p:nvPr>
            <p:ph type="body" sz="quarter" idx="15"/>
          </p:nvPr>
        </p:nvSpPr>
        <p:spPr>
          <a:xfrm>
            <a:off x="6328423" y="5344181"/>
            <a:ext cx="3689452" cy="406400"/>
          </a:xfrm>
        </p:spPr>
        <p:txBody>
          <a:bodyPr anchor="ctr"/>
          <a:lstStyle/>
          <a:p>
            <a:pPr lvl="0"/>
            <a:r>
              <a:rPr lang="en-US"/>
              <a:t>Click to edit Master text styles</a:t>
            </a:r>
          </a:p>
        </p:txBody>
      </p:sp>
      <p:sp>
        <p:nvSpPr>
          <p:cNvPr id="5" name="Text Placeholder 4">
            <a:extLst>
              <a:ext uri="{FF2B5EF4-FFF2-40B4-BE49-F238E27FC236}">
                <a16:creationId xmlns:a16="http://schemas.microsoft.com/office/drawing/2014/main" id="{2E9C3374-2761-FA4E-8E97-DB8C2B7D86F8}"/>
              </a:ext>
            </a:extLst>
          </p:cNvPr>
          <p:cNvSpPr>
            <a:spLocks noGrp="1"/>
          </p:cNvSpPr>
          <p:nvPr>
            <p:ph type="body" sz="quarter" idx="16"/>
          </p:nvPr>
        </p:nvSpPr>
        <p:spPr>
          <a:xfrm>
            <a:off x="717049" y="1420345"/>
            <a:ext cx="4518121" cy="3399367"/>
          </a:xfrm>
        </p:spPr>
        <p:txBody>
          <a:bodyPr anchor="ctr">
            <a:normAutofit/>
          </a:bodyPr>
          <a:lstStyle>
            <a:lvl1pPr>
              <a:defRPr sz="3733" b="1">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24" name="Graphic 12">
            <a:extLst>
              <a:ext uri="{FF2B5EF4-FFF2-40B4-BE49-F238E27FC236}">
                <a16:creationId xmlns:a16="http://schemas.microsoft.com/office/drawing/2014/main" id="{D7B20128-E9B2-4544-A71F-6A28D98208EB}"/>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14545174"/>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7_Custom Layout">
    <p:spTree>
      <p:nvGrpSpPr>
        <p:cNvPr id="1" name=""/>
        <p:cNvGrpSpPr/>
        <p:nvPr/>
      </p:nvGrpSpPr>
      <p:grpSpPr>
        <a:xfrm>
          <a:off x="0" y="0"/>
          <a:ext cx="0" cy="0"/>
          <a:chOff x="0" y="0"/>
          <a:chExt cx="0" cy="0"/>
        </a:xfrm>
      </p:grpSpPr>
      <p:sp>
        <p:nvSpPr>
          <p:cNvPr id="32" name="Freeform 31">
            <a:extLst>
              <a:ext uri="{FF2B5EF4-FFF2-40B4-BE49-F238E27FC236}">
                <a16:creationId xmlns:a16="http://schemas.microsoft.com/office/drawing/2014/main" id="{03C1C5D1-536D-AD42-ADF1-44F2EFD99432}"/>
              </a:ext>
            </a:extLst>
          </p:cNvPr>
          <p:cNvSpPr/>
          <p:nvPr userDrawn="1"/>
        </p:nvSpPr>
        <p:spPr>
          <a:xfrm>
            <a:off x="-253797" y="335798"/>
            <a:ext cx="7585276"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8" name="Title 7">
            <a:extLst>
              <a:ext uri="{FF2B5EF4-FFF2-40B4-BE49-F238E27FC236}">
                <a16:creationId xmlns:a16="http://schemas.microsoft.com/office/drawing/2014/main" id="{9C6B559C-6BA8-2744-9FFD-AC23A0A1BCDA}"/>
              </a:ext>
            </a:extLst>
          </p:cNvPr>
          <p:cNvSpPr>
            <a:spLocks noGrp="1"/>
          </p:cNvSpPr>
          <p:nvPr>
            <p:ph type="title"/>
          </p:nvPr>
        </p:nvSpPr>
        <p:spPr>
          <a:xfrm>
            <a:off x="571021" y="1365064"/>
            <a:ext cx="4629873" cy="3603529"/>
          </a:xfrm>
        </p:spPr>
        <p:txBody>
          <a:bodyPr anchor="ctr"/>
          <a:lstStyle>
            <a:lvl1pPr>
              <a:defRPr>
                <a:solidFill>
                  <a:schemeClr val="bg1"/>
                </a:solidFill>
              </a:defRPr>
            </a:lvl1pPr>
          </a:lstStyle>
          <a:p>
            <a:r>
              <a:rPr lang="en-US"/>
              <a:t>Click to edit Master title style</a:t>
            </a:r>
          </a:p>
        </p:txBody>
      </p:sp>
      <p:sp>
        <p:nvSpPr>
          <p:cNvPr id="11" name="Oval 10">
            <a:extLst>
              <a:ext uri="{FF2B5EF4-FFF2-40B4-BE49-F238E27FC236}">
                <a16:creationId xmlns:a16="http://schemas.microsoft.com/office/drawing/2014/main" id="{339B9D6A-F5CA-C347-BC53-A21EB0BA6D14}"/>
              </a:ext>
            </a:extLst>
          </p:cNvPr>
          <p:cNvSpPr/>
          <p:nvPr userDrawn="1"/>
        </p:nvSpPr>
        <p:spPr>
          <a:xfrm>
            <a:off x="6375726" y="1134506"/>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101407" y="2993907"/>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377879" y="4765065"/>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7015199" y="113482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711441" y="2994231"/>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6967235" y="4765061"/>
            <a:ext cx="3689452" cy="406400"/>
          </a:xfrm>
        </p:spPr>
        <p:txBody>
          <a:bodyPr anchor="ctr"/>
          <a:lstStyle/>
          <a:p>
            <a:pPr lvl="0"/>
            <a:r>
              <a:rPr lang="en-US"/>
              <a:t>Click to edit Master text styles</a:t>
            </a:r>
          </a:p>
        </p:txBody>
      </p:sp>
      <p:sp>
        <p:nvSpPr>
          <p:cNvPr id="35" name="Picture Placeholder 34">
            <a:extLst>
              <a:ext uri="{FF2B5EF4-FFF2-40B4-BE49-F238E27FC236}">
                <a16:creationId xmlns:a16="http://schemas.microsoft.com/office/drawing/2014/main" id="{DB06BBE2-9184-784A-BD49-15A7348C7260}"/>
              </a:ext>
            </a:extLst>
          </p:cNvPr>
          <p:cNvSpPr>
            <a:spLocks noGrp="1"/>
          </p:cNvSpPr>
          <p:nvPr>
            <p:ph type="pic" sz="quarter" idx="16"/>
          </p:nvPr>
        </p:nvSpPr>
        <p:spPr>
          <a:xfrm rot="10800000" flipH="1" flipV="1">
            <a:off x="-6972" y="807641"/>
            <a:ext cx="6588376" cy="4699859"/>
          </a:xfrm>
          <a:custGeom>
            <a:avLst/>
            <a:gdLst>
              <a:gd name="connsiteX0" fmla="*/ 0 w 4941282"/>
              <a:gd name="connsiteY0" fmla="*/ 0 h 3877383"/>
              <a:gd name="connsiteX1" fmla="*/ 3153638 w 4941282"/>
              <a:gd name="connsiteY1" fmla="*/ 0 h 3877383"/>
              <a:gd name="connsiteX2" fmla="*/ 4941282 w 4941282"/>
              <a:gd name="connsiteY2" fmla="*/ 1936127 h 3877383"/>
              <a:gd name="connsiteX3" fmla="*/ 3153638 w 4941282"/>
              <a:gd name="connsiteY3" fmla="*/ 3872253 h 3877383"/>
              <a:gd name="connsiteX4" fmla="*/ 0 w 4941282"/>
              <a:gd name="connsiteY4" fmla="*/ 3877383 h 3877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1282" h="3877383">
                <a:moveTo>
                  <a:pt x="0" y="0"/>
                </a:moveTo>
                <a:lnTo>
                  <a:pt x="3153638" y="0"/>
                </a:lnTo>
                <a:cubicBezTo>
                  <a:pt x="4140926" y="0"/>
                  <a:pt x="4941282" y="866833"/>
                  <a:pt x="4941282" y="1936127"/>
                </a:cubicBezTo>
                <a:cubicBezTo>
                  <a:pt x="4941282" y="3005420"/>
                  <a:pt x="4140926" y="3872253"/>
                  <a:pt x="3153638" y="3872253"/>
                </a:cubicBezTo>
                <a:lnTo>
                  <a:pt x="0" y="3877383"/>
                </a:lnTo>
                <a:close/>
              </a:path>
            </a:pathLst>
          </a:custGeom>
          <a:solidFill>
            <a:schemeClr val="bg2"/>
          </a:solidFill>
        </p:spPr>
        <p:txBody>
          <a:bodyPr vert="horz" wrap="square" lIns="0" tIns="914400" rIns="0" anchor="t" anchorCtr="0">
            <a:noAutofit/>
          </a:bodyPr>
          <a:lstStyle>
            <a:lvl1pPr marL="0" indent="0" algn="ctr">
              <a:buNone/>
              <a:defRPr sz="1867"/>
            </a:lvl1pPr>
          </a:lstStyle>
          <a:p>
            <a:r>
              <a:rPr lang="en-US"/>
              <a:t>Click icon to add picture</a:t>
            </a:r>
          </a:p>
        </p:txBody>
      </p:sp>
      <p:sp>
        <p:nvSpPr>
          <p:cNvPr id="2" name="Slide Number Placeholder 1">
            <a:extLst>
              <a:ext uri="{FF2B5EF4-FFF2-40B4-BE49-F238E27FC236}">
                <a16:creationId xmlns:a16="http://schemas.microsoft.com/office/drawing/2014/main" id="{288B998B-CC89-3840-B310-6D92165A7878}"/>
              </a:ext>
            </a:extLst>
          </p:cNvPr>
          <p:cNvSpPr>
            <a:spLocks noGrp="1"/>
          </p:cNvSpPr>
          <p:nvPr>
            <p:ph type="sldNum" sz="quarter" idx="17"/>
          </p:nvPr>
        </p:nvSpPr>
        <p:spPr/>
        <p:txBody>
          <a:bodyPr/>
          <a:lstStyle/>
          <a:p>
            <a:fld id="{7D18A8FE-DFC8-4843-AEF2-DE4DB0CF7D65}" type="slidenum">
              <a:rPr lang="en-US" smtClean="0"/>
              <a:pPr/>
              <a:t>‹#›</a:t>
            </a:fld>
            <a:endParaRPr lang="en-US"/>
          </a:p>
        </p:txBody>
      </p:sp>
      <p:pic>
        <p:nvPicPr>
          <p:cNvPr id="14" name="Graphic 12">
            <a:extLst>
              <a:ext uri="{FF2B5EF4-FFF2-40B4-BE49-F238E27FC236}">
                <a16:creationId xmlns:a16="http://schemas.microsoft.com/office/drawing/2014/main" id="{A07DA32D-B617-4963-B3A9-B9BD7DBC32A7}"/>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2578466380"/>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8_Custom Layout">
    <p:spTree>
      <p:nvGrpSpPr>
        <p:cNvPr id="1" name=""/>
        <p:cNvGrpSpPr/>
        <p:nvPr/>
      </p:nvGrpSpPr>
      <p:grpSpPr>
        <a:xfrm>
          <a:off x="0" y="0"/>
          <a:ext cx="0" cy="0"/>
          <a:chOff x="0" y="0"/>
          <a:chExt cx="0" cy="0"/>
        </a:xfrm>
      </p:grpSpPr>
      <p:sp>
        <p:nvSpPr>
          <p:cNvPr id="26" name="Freeform 25">
            <a:extLst>
              <a:ext uri="{FF2B5EF4-FFF2-40B4-BE49-F238E27FC236}">
                <a16:creationId xmlns:a16="http://schemas.microsoft.com/office/drawing/2014/main" id="{9A5FF9B7-D734-F44B-B6EB-90019FA057EB}"/>
              </a:ext>
            </a:extLst>
          </p:cNvPr>
          <p:cNvSpPr/>
          <p:nvPr userDrawn="1"/>
        </p:nvSpPr>
        <p:spPr>
          <a:xfrm>
            <a:off x="3" y="835268"/>
            <a:ext cx="6546455" cy="4706913"/>
          </a:xfrm>
          <a:custGeom>
            <a:avLst/>
            <a:gdLst>
              <a:gd name="connsiteX0" fmla="*/ 0 w 4909841"/>
              <a:gd name="connsiteY0" fmla="*/ 0 h 3883204"/>
              <a:gd name="connsiteX1" fmla="*/ 2968240 w 4909841"/>
              <a:gd name="connsiteY1" fmla="*/ 0 h 3883204"/>
              <a:gd name="connsiteX2" fmla="*/ 4909841 w 4909841"/>
              <a:gd name="connsiteY2" fmla="*/ 1941603 h 3883204"/>
              <a:gd name="connsiteX3" fmla="*/ 4909835 w 4909841"/>
              <a:gd name="connsiteY3" fmla="*/ 1941603 h 3883204"/>
              <a:gd name="connsiteX4" fmla="*/ 2968234 w 4909841"/>
              <a:gd name="connsiteY4" fmla="*/ 3883204 h 3883204"/>
              <a:gd name="connsiteX5" fmla="*/ 0 w 4909841"/>
              <a:gd name="connsiteY5" fmla="*/ 3883202 h 3883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9841" h="3883204">
                <a:moveTo>
                  <a:pt x="0" y="0"/>
                </a:moveTo>
                <a:lnTo>
                  <a:pt x="2968240" y="0"/>
                </a:lnTo>
                <a:cubicBezTo>
                  <a:pt x="4040554" y="0"/>
                  <a:pt x="4909841" y="869287"/>
                  <a:pt x="4909841" y="1941603"/>
                </a:cubicBezTo>
                <a:lnTo>
                  <a:pt x="4909835" y="1941603"/>
                </a:lnTo>
                <a:cubicBezTo>
                  <a:pt x="4909835" y="3013917"/>
                  <a:pt x="4040548" y="3883204"/>
                  <a:pt x="2968234" y="3883204"/>
                </a:cubicBezTo>
                <a:lnTo>
                  <a:pt x="0" y="388320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Oval 10">
            <a:extLst>
              <a:ext uri="{FF2B5EF4-FFF2-40B4-BE49-F238E27FC236}">
                <a16:creationId xmlns:a16="http://schemas.microsoft.com/office/drawing/2014/main" id="{339B9D6A-F5CA-C347-BC53-A21EB0BA6D14}"/>
              </a:ext>
            </a:extLst>
          </p:cNvPr>
          <p:cNvSpPr/>
          <p:nvPr userDrawn="1"/>
        </p:nvSpPr>
        <p:spPr>
          <a:xfrm>
            <a:off x="6055958" y="929955"/>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776925" y="1900626"/>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035394" y="2993230"/>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6831866" y="4083391"/>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119887" y="5054390"/>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695431" y="930279"/>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366279" y="190094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645429" y="2993553"/>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441901" y="4083715"/>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6709243" y="5054387"/>
            <a:ext cx="3689452" cy="406400"/>
          </a:xfrm>
        </p:spPr>
        <p:txBody>
          <a:bodyPr anchor="ctr"/>
          <a:lstStyle/>
          <a:p>
            <a:pPr lvl="0"/>
            <a:r>
              <a:rPr lang="en-US"/>
              <a:t>Click to edit Master text styles</a:t>
            </a:r>
          </a:p>
        </p:txBody>
      </p:sp>
      <p:sp>
        <p:nvSpPr>
          <p:cNvPr id="32" name="Freeform 31">
            <a:extLst>
              <a:ext uri="{FF2B5EF4-FFF2-40B4-BE49-F238E27FC236}">
                <a16:creationId xmlns:a16="http://schemas.microsoft.com/office/drawing/2014/main" id="{03C1C5D1-536D-AD42-ADF1-44F2EFD99432}"/>
              </a:ext>
            </a:extLst>
          </p:cNvPr>
          <p:cNvSpPr/>
          <p:nvPr userDrawn="1"/>
        </p:nvSpPr>
        <p:spPr>
          <a:xfrm>
            <a:off x="-8349" y="370773"/>
            <a:ext cx="7265465"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5" name="Text Placeholder 4">
            <a:extLst>
              <a:ext uri="{FF2B5EF4-FFF2-40B4-BE49-F238E27FC236}">
                <a16:creationId xmlns:a16="http://schemas.microsoft.com/office/drawing/2014/main" id="{2E9C3374-2761-FA4E-8E97-DB8C2B7D86F8}"/>
              </a:ext>
            </a:extLst>
          </p:cNvPr>
          <p:cNvSpPr>
            <a:spLocks noGrp="1"/>
          </p:cNvSpPr>
          <p:nvPr>
            <p:ph type="body" sz="quarter" idx="16"/>
          </p:nvPr>
        </p:nvSpPr>
        <p:spPr>
          <a:xfrm>
            <a:off x="717049" y="1543700"/>
            <a:ext cx="4518121" cy="3090333"/>
          </a:xfrm>
        </p:spPr>
        <p:txBody>
          <a:bodyPr anchor="ctr">
            <a:normAutofit/>
          </a:bodyPr>
          <a:lstStyle>
            <a:lvl1pPr>
              <a:defRPr sz="3733" b="1">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 name="Slide Number Placeholder 1">
            <a:extLst>
              <a:ext uri="{FF2B5EF4-FFF2-40B4-BE49-F238E27FC236}">
                <a16:creationId xmlns:a16="http://schemas.microsoft.com/office/drawing/2014/main" id="{6B5FCE06-47E5-7F4F-A101-9C9BF7B1C09B}"/>
              </a:ext>
            </a:extLst>
          </p:cNvPr>
          <p:cNvSpPr>
            <a:spLocks noGrp="1"/>
          </p:cNvSpPr>
          <p:nvPr>
            <p:ph type="sldNum" sz="quarter" idx="17"/>
          </p:nvPr>
        </p:nvSpPr>
        <p:spPr/>
        <p:txBody>
          <a:bodyPr/>
          <a:lstStyle/>
          <a:p>
            <a:fld id="{7D18A8FE-DFC8-4843-AEF2-DE4DB0CF7D65}" type="slidenum">
              <a:rPr lang="en-US" smtClean="0"/>
              <a:pPr/>
              <a:t>‹#›</a:t>
            </a:fld>
            <a:endParaRPr lang="en-US"/>
          </a:p>
        </p:txBody>
      </p:sp>
      <p:pic>
        <p:nvPicPr>
          <p:cNvPr id="17" name="Graphic 12">
            <a:extLst>
              <a:ext uri="{FF2B5EF4-FFF2-40B4-BE49-F238E27FC236}">
                <a16:creationId xmlns:a16="http://schemas.microsoft.com/office/drawing/2014/main" id="{77760655-B6DB-49FD-BC4B-CCB7D5B75C6A}"/>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1110823805"/>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type="secHead" preserve="1">
  <p:cSld name="1_Divider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userDrawn="1"/>
        </p:nvSpPr>
        <p:spPr>
          <a:xfrm>
            <a:off x="2836648" y="5641962"/>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 name="Title 1"/>
          <p:cNvSpPr>
            <a:spLocks noGrp="1"/>
          </p:cNvSpPr>
          <p:nvPr>
            <p:ph type="title"/>
          </p:nvPr>
        </p:nvSpPr>
        <p:spPr>
          <a:xfrm>
            <a:off x="460464" y="2897304"/>
            <a:ext cx="10515600" cy="985648"/>
          </a:xfrm>
          <a:prstGeom prst="rect">
            <a:avLst/>
          </a:prstGeom>
        </p:spPr>
        <p:txBody>
          <a:bodyPr lIns="0" tIns="0" rIns="0" bIns="0" anchor="b">
            <a:normAutofit/>
          </a:bodyPr>
          <a:lstStyle>
            <a:lvl1pPr>
              <a:defRPr sz="3733"/>
            </a:lvl1pPr>
          </a:lstStyle>
          <a:p>
            <a:endParaRPr lang="en-US"/>
          </a:p>
        </p:txBody>
      </p:sp>
      <p:sp>
        <p:nvSpPr>
          <p:cNvPr id="3" name="Text Placeholder 2"/>
          <p:cNvSpPr>
            <a:spLocks noGrp="1"/>
          </p:cNvSpPr>
          <p:nvPr>
            <p:ph type="body" idx="1"/>
          </p:nvPr>
        </p:nvSpPr>
        <p:spPr>
          <a:xfrm>
            <a:off x="457200" y="4025416"/>
            <a:ext cx="10538293" cy="684208"/>
          </a:xfrm>
          <a:prstGeom prst="rect">
            <a:avLst/>
          </a:prstGeom>
        </p:spPr>
        <p:txBody>
          <a:bodyPr lIns="0" tIns="0" rIns="0" bIns="0"/>
          <a:lstStyle>
            <a:lvl1pPr marL="0" indent="0">
              <a:buNone/>
              <a:defRPr sz="2667">
                <a:solidFill>
                  <a:schemeClr val="accent1"/>
                </a:solidFill>
              </a:defRPr>
            </a:lvl1pPr>
            <a:lvl2pPr marL="457167" indent="0">
              <a:buNone/>
              <a:defRPr sz="2000">
                <a:solidFill>
                  <a:schemeClr val="tx1">
                    <a:tint val="75000"/>
                  </a:schemeClr>
                </a:solidFill>
              </a:defRPr>
            </a:lvl2pPr>
            <a:lvl3pPr marL="914332" indent="0">
              <a:buNone/>
              <a:defRPr sz="1800">
                <a:solidFill>
                  <a:schemeClr val="tx1">
                    <a:tint val="75000"/>
                  </a:schemeClr>
                </a:solidFill>
              </a:defRPr>
            </a:lvl3pPr>
            <a:lvl4pPr marL="1371498" indent="0">
              <a:buNone/>
              <a:defRPr sz="1600">
                <a:solidFill>
                  <a:schemeClr val="tx1">
                    <a:tint val="75000"/>
                  </a:schemeClr>
                </a:solidFill>
              </a:defRPr>
            </a:lvl4pPr>
            <a:lvl5pPr marL="1828664" indent="0">
              <a:buNone/>
              <a:defRPr sz="1600">
                <a:solidFill>
                  <a:schemeClr val="tx1">
                    <a:tint val="75000"/>
                  </a:schemeClr>
                </a:solidFill>
              </a:defRPr>
            </a:lvl5pPr>
            <a:lvl6pPr marL="2285830" indent="0">
              <a:buNone/>
              <a:defRPr sz="1600">
                <a:solidFill>
                  <a:schemeClr val="tx1">
                    <a:tint val="75000"/>
                  </a:schemeClr>
                </a:solidFill>
              </a:defRPr>
            </a:lvl6pPr>
            <a:lvl7pPr marL="2742994" indent="0">
              <a:buNone/>
              <a:defRPr sz="1600">
                <a:solidFill>
                  <a:schemeClr val="tx1">
                    <a:tint val="75000"/>
                  </a:schemeClr>
                </a:solidFill>
              </a:defRPr>
            </a:lvl7pPr>
            <a:lvl8pPr marL="3200160" indent="0">
              <a:buNone/>
              <a:defRPr sz="1600">
                <a:solidFill>
                  <a:schemeClr val="tx1">
                    <a:tint val="75000"/>
                  </a:schemeClr>
                </a:solidFill>
              </a:defRPr>
            </a:lvl8pPr>
            <a:lvl9pPr marL="3657327" indent="0">
              <a:buNone/>
              <a:defRPr sz="1600">
                <a:solidFill>
                  <a:schemeClr val="tx1">
                    <a:tint val="75000"/>
                  </a:schemeClr>
                </a:solidFill>
              </a:defRPr>
            </a:lvl9pPr>
          </a:lstStyle>
          <a:p>
            <a:pPr lvl="0"/>
            <a:endParaRPr lang="en-US"/>
          </a:p>
        </p:txBody>
      </p:sp>
      <p:sp>
        <p:nvSpPr>
          <p:cNvPr id="6" name="Slide Number Placeholder 5"/>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2" name="Freeform 21">
            <a:extLst>
              <a:ext uri="{FF2B5EF4-FFF2-40B4-BE49-F238E27FC236}">
                <a16:creationId xmlns:a16="http://schemas.microsoft.com/office/drawing/2014/main" id="{74AFD015-0D1F-3547-8CF1-90942E7ACF2E}"/>
              </a:ext>
            </a:extLst>
          </p:cNvPr>
          <p:cNvSpPr/>
          <p:nvPr userDrawn="1"/>
        </p:nvSpPr>
        <p:spPr>
          <a:xfrm>
            <a:off x="10342177"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1" name="Freeform 20">
            <a:extLst>
              <a:ext uri="{FF2B5EF4-FFF2-40B4-BE49-F238E27FC236}">
                <a16:creationId xmlns:a16="http://schemas.microsoft.com/office/drawing/2014/main" id="{B74D8618-1342-4C42-94BD-C150DF3C1928}"/>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pic>
        <p:nvPicPr>
          <p:cNvPr id="9" name="Graphic 12">
            <a:extLst>
              <a:ext uri="{FF2B5EF4-FFF2-40B4-BE49-F238E27FC236}">
                <a16:creationId xmlns:a16="http://schemas.microsoft.com/office/drawing/2014/main" id="{2D0336FD-04EA-4C09-8579-6ACC7BB7A011}"/>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30501832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3_Divider Slide_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3" y="4818844"/>
            <a:ext cx="9160412" cy="641701"/>
          </a:xfrm>
          <a:prstGeom prst="rect">
            <a:avLst/>
          </a:prstGeom>
        </p:spPr>
        <p:txBody>
          <a:bodyPr lIns="0" tIns="0" rIns="0" bIns="0"/>
          <a:lstStyle>
            <a:lvl1pPr marL="0" indent="0" algn="l">
              <a:buNone/>
              <a:defRPr sz="2400" b="0">
                <a:solidFill>
                  <a:schemeClr val="accent1"/>
                </a:solidFill>
              </a:defRPr>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3" y="4709627"/>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1894705"/>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5"/>
            <a:ext cx="9144000" cy="1354081"/>
          </a:xfrm>
          <a:prstGeom prst="rect">
            <a:avLst/>
          </a:prstGeom>
        </p:spPr>
        <p:txBody>
          <a:bodyPr lIns="0" tIns="0" rIns="0" bIns="0" anchor="b"/>
          <a:lstStyle>
            <a:lvl1pPr algn="l">
              <a:defRPr sz="4267"/>
            </a:lvl1pPr>
          </a:lstStyle>
          <a:p>
            <a:r>
              <a:rPr lang="en-US"/>
              <a:t>Click to edit Master title style</a:t>
            </a:r>
          </a:p>
        </p:txBody>
      </p:sp>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4876800" y="3"/>
            <a:ext cx="7315200" cy="3272359"/>
          </a:xfrm>
          <a:custGeom>
            <a:avLst/>
            <a:gdLst>
              <a:gd name="connsiteX0" fmla="*/ 0 w 2373837"/>
              <a:gd name="connsiteY0" fmla="*/ 0 h 3161925"/>
              <a:gd name="connsiteX1" fmla="*/ 1186919 w 2373837"/>
              <a:gd name="connsiteY1" fmla="*/ 0 h 3161925"/>
              <a:gd name="connsiteX2" fmla="*/ 2373838 w 2373837"/>
              <a:gd name="connsiteY2" fmla="*/ 1580963 h 3161925"/>
              <a:gd name="connsiteX3" fmla="*/ 1186919 w 2373837"/>
              <a:gd name="connsiteY3" fmla="*/ 3161926 h 3161925"/>
              <a:gd name="connsiteX4" fmla="*/ 0 w 2373837"/>
              <a:gd name="connsiteY4" fmla="*/ 3161925 h 3161925"/>
              <a:gd name="connsiteX5" fmla="*/ 0 w 2373837"/>
              <a:gd name="connsiteY5" fmla="*/ 0 h 3161925"/>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338328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27432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18288 w 5757118"/>
              <a:gd name="connsiteY4" fmla="*/ 3143637 h 3161926"/>
              <a:gd name="connsiteX5" fmla="*/ 0 w 5757118"/>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71069"/>
              <a:gd name="connsiteX1" fmla="*/ 4570199 w 5757118"/>
              <a:gd name="connsiteY1" fmla="*/ 0 h 3171069"/>
              <a:gd name="connsiteX2" fmla="*/ 5757118 w 5757118"/>
              <a:gd name="connsiteY2" fmla="*/ 1580963 h 3171069"/>
              <a:gd name="connsiteX3" fmla="*/ 4570199 w 5757118"/>
              <a:gd name="connsiteY3" fmla="*/ 3161926 h 3171069"/>
              <a:gd name="connsiteX4" fmla="*/ 0 w 5757118"/>
              <a:gd name="connsiteY4" fmla="*/ 3171069 h 3171069"/>
              <a:gd name="connsiteX5" fmla="*/ 0 w 5757118"/>
              <a:gd name="connsiteY5" fmla="*/ 9144 h 3171069"/>
              <a:gd name="connsiteX0" fmla="*/ 0 w 5763988"/>
              <a:gd name="connsiteY0" fmla="*/ 0 h 3171069"/>
              <a:gd name="connsiteX1" fmla="*/ 4577069 w 5763988"/>
              <a:gd name="connsiteY1" fmla="*/ 0 h 3171069"/>
              <a:gd name="connsiteX2" fmla="*/ 5763988 w 5763988"/>
              <a:gd name="connsiteY2" fmla="*/ 1580963 h 3171069"/>
              <a:gd name="connsiteX3" fmla="*/ 4577069 w 5763988"/>
              <a:gd name="connsiteY3" fmla="*/ 3161926 h 3171069"/>
              <a:gd name="connsiteX4" fmla="*/ 6870 w 5763988"/>
              <a:gd name="connsiteY4" fmla="*/ 3171069 h 3171069"/>
              <a:gd name="connsiteX5" fmla="*/ 0 w 5763988"/>
              <a:gd name="connsiteY5" fmla="*/ 0 h 317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3988" h="3171069">
                <a:moveTo>
                  <a:pt x="0" y="0"/>
                </a:moveTo>
                <a:lnTo>
                  <a:pt x="4577069" y="0"/>
                </a:lnTo>
                <a:cubicBezTo>
                  <a:pt x="5232586" y="0"/>
                  <a:pt x="5763988" y="707821"/>
                  <a:pt x="5763988" y="1580963"/>
                </a:cubicBezTo>
                <a:cubicBezTo>
                  <a:pt x="5763988" y="2454105"/>
                  <a:pt x="5232586" y="3161926"/>
                  <a:pt x="4577069" y="3161926"/>
                </a:cubicBezTo>
                <a:lnTo>
                  <a:pt x="6870" y="3171069"/>
                </a:lnTo>
                <a:lnTo>
                  <a:pt x="0" y="0"/>
                </a:lnTo>
                <a:close/>
              </a:path>
            </a:pathLst>
          </a:cu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2" name="Slide Number Placeholder 1">
            <a:extLst>
              <a:ext uri="{FF2B5EF4-FFF2-40B4-BE49-F238E27FC236}">
                <a16:creationId xmlns:a16="http://schemas.microsoft.com/office/drawing/2014/main" id="{80F8139F-D3FB-6848-B5A2-E54BDCB7E90D}"/>
              </a:ext>
            </a:extLst>
          </p:cNvPr>
          <p:cNvSpPr>
            <a:spLocks noGrp="1"/>
          </p:cNvSpPr>
          <p:nvPr>
            <p:ph type="sldNum" sz="quarter" idx="11"/>
          </p:nvPr>
        </p:nvSpPr>
        <p:spPr/>
        <p:txBody>
          <a:bodyPr/>
          <a:lstStyle/>
          <a:p>
            <a:fld id="{7D18A8FE-DFC8-4843-AEF2-DE4DB0CF7D65}" type="slidenum">
              <a:rPr lang="en-US" smtClean="0"/>
              <a:pPr/>
              <a:t>‹#›</a:t>
            </a:fld>
            <a:endParaRPr lang="en-US"/>
          </a:p>
        </p:txBody>
      </p:sp>
      <p:pic>
        <p:nvPicPr>
          <p:cNvPr id="10" name="Graphic 12">
            <a:extLst>
              <a:ext uri="{FF2B5EF4-FFF2-40B4-BE49-F238E27FC236}">
                <a16:creationId xmlns:a16="http://schemas.microsoft.com/office/drawing/2014/main" id="{0EFC21C6-F50B-4774-BC69-4FF755A1D584}"/>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21592474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2_Divider Slide - Full Photo">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0" y="0"/>
            <a:ext cx="12192000" cy="6193536"/>
          </a:xfrm>
          <a:prstGeom prst="rect">
            <a:avLst/>
          </a:pr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11" name="Content Placeholder 9">
            <a:extLst>
              <a:ext uri="{FF2B5EF4-FFF2-40B4-BE49-F238E27FC236}">
                <a16:creationId xmlns:a16="http://schemas.microsoft.com/office/drawing/2014/main" id="{20A3A4E7-56B1-0B44-98D4-AC2327493BF0}"/>
              </a:ext>
            </a:extLst>
          </p:cNvPr>
          <p:cNvSpPr>
            <a:spLocks noGrp="1"/>
          </p:cNvSpPr>
          <p:nvPr>
            <p:ph sz="quarter" idx="14" hasCustomPrompt="1"/>
          </p:nvPr>
        </p:nvSpPr>
        <p:spPr>
          <a:xfrm>
            <a:off x="587884" y="2070572"/>
            <a:ext cx="3411097" cy="3323383"/>
          </a:xfrm>
          <a:prstGeom prst="ellipse">
            <a:avLst/>
          </a:prstGeom>
          <a:solidFill>
            <a:schemeClr val="accent1"/>
          </a:solidFill>
        </p:spPr>
        <p:txBody>
          <a:bodyPr tIns="0" anchor="ctr">
            <a:normAutofit/>
          </a:bodyPr>
          <a:lstStyle>
            <a:lvl1pPr marL="0" indent="0" algn="ctr">
              <a:buNone/>
              <a:defRPr sz="1867" b="1">
                <a:noFill/>
              </a:defRPr>
            </a:lvl1pPr>
            <a:lvl2pPr algn="ctr">
              <a:defRPr/>
            </a:lvl2pPr>
            <a:lvl3pPr algn="ctr">
              <a:defRPr/>
            </a:lvl3pPr>
            <a:lvl4pPr algn="ctr">
              <a:defRPr/>
            </a:lvl4pPr>
            <a:lvl5pPr marL="1151382" indent="0" algn="ctr">
              <a:buNone/>
              <a:defRPr/>
            </a:lvl5pPr>
          </a:lstStyle>
          <a:p>
            <a:pPr lvl="0"/>
            <a:r>
              <a:rPr lang="en-US"/>
              <a:t> </a:t>
            </a:r>
          </a:p>
        </p:txBody>
      </p:sp>
      <p:sp>
        <p:nvSpPr>
          <p:cNvPr id="3" name="Subtitle 2"/>
          <p:cNvSpPr>
            <a:spLocks noGrp="1"/>
          </p:cNvSpPr>
          <p:nvPr>
            <p:ph type="subTitle" idx="1"/>
          </p:nvPr>
        </p:nvSpPr>
        <p:spPr>
          <a:xfrm>
            <a:off x="1430809" y="4230109"/>
            <a:ext cx="2060139" cy="474891"/>
          </a:xfrm>
          <a:prstGeom prst="rect">
            <a:avLst/>
          </a:prstGeom>
        </p:spPr>
        <p:txBody>
          <a:bodyPr lIns="0" tIns="0" rIns="0" bIns="0">
            <a:noAutofit/>
          </a:bodyPr>
          <a:lstStyle>
            <a:lvl1pPr marL="0" indent="0" algn="l">
              <a:buNone/>
              <a:defRPr sz="1333" b="1">
                <a:solidFill>
                  <a:schemeClr val="tx2"/>
                </a:solidFill>
              </a:defRPr>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a:t>Click to edit Master subtitle style</a:t>
            </a:r>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1430543" y="2957880"/>
            <a:ext cx="4849175" cy="1190949"/>
          </a:xfrm>
          <a:prstGeom prst="rect">
            <a:avLst/>
          </a:prstGeom>
        </p:spPr>
        <p:txBody>
          <a:bodyPr lIns="0" tIns="0" rIns="0" bIns="0" anchor="b">
            <a:noAutofit/>
          </a:bodyPr>
          <a:lstStyle>
            <a:lvl1pPr algn="l">
              <a:defRPr sz="4267">
                <a:solidFill>
                  <a:schemeClr val="bg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BEDB81BC-F9B1-D74F-B19E-0D8326A820AA}"/>
              </a:ext>
            </a:extLst>
          </p:cNvPr>
          <p:cNvSpPr>
            <a:spLocks noGrp="1"/>
          </p:cNvSpPr>
          <p:nvPr>
            <p:ph type="sldNum" sz="quarter" idx="15"/>
          </p:nvPr>
        </p:nvSpPr>
        <p:spPr/>
        <p:txBody>
          <a:bodyPr/>
          <a:lstStyle/>
          <a:p>
            <a:fld id="{7D18A8FE-DFC8-4843-AEF2-DE4DB0CF7D65}" type="slidenum">
              <a:rPr lang="en-US" smtClean="0"/>
              <a:pPr/>
              <a:t>‹#›</a:t>
            </a:fld>
            <a:endParaRPr lang="en-US"/>
          </a:p>
        </p:txBody>
      </p:sp>
      <p:pic>
        <p:nvPicPr>
          <p:cNvPr id="8" name="Graphic 12">
            <a:extLst>
              <a:ext uri="{FF2B5EF4-FFF2-40B4-BE49-F238E27FC236}">
                <a16:creationId xmlns:a16="http://schemas.microsoft.com/office/drawing/2014/main" id="{126098D9-534A-4BBE-BE76-6581AFF10532}"/>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17429090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1_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6178331" cy="4351283"/>
          </a:xfrm>
          <a:prstGeom prst="rect">
            <a:avLst/>
          </a:prstGeom>
        </p:spPr>
        <p:txBody>
          <a:bodyPr lIns="0" tIns="0" rIns="0" bIns="0"/>
          <a:lstStyle>
            <a:lvl1pPr marL="0" marR="0" indent="0" algn="l" defTabSz="914332" rtl="0" eaLnBrk="1" fontAlgn="auto" latinLnBrk="0" hangingPunct="1">
              <a:lnSpc>
                <a:spcPct val="100000"/>
              </a:lnSpc>
              <a:spcBef>
                <a:spcPts val="1000"/>
              </a:spcBef>
              <a:spcAft>
                <a:spcPts val="0"/>
              </a:spcAft>
              <a:buClr>
                <a:srgbClr val="E20177"/>
              </a:buClr>
              <a:buSzPct val="120000"/>
              <a:buFont typeface="Arial" panose="020B0604020202020204" pitchFamily="34" charset="0"/>
              <a:buNone/>
              <a:tabLst/>
              <a:defRPr sz="2133">
                <a:latin typeface="Montserrat" pitchFamily="2" charset="77"/>
              </a:defRPr>
            </a:lvl1pPr>
            <a:lvl2pPr marL="609555" marR="0" indent="-243823" algn="l" defTabSz="914332" rtl="0" eaLnBrk="1" fontAlgn="auto" latinLnBrk="0" hangingPunct="1">
              <a:lnSpc>
                <a:spcPct val="100000"/>
              </a:lnSpc>
              <a:spcBef>
                <a:spcPts val="500"/>
              </a:spcBef>
              <a:spcAft>
                <a:spcPts val="0"/>
              </a:spcAft>
              <a:buClr>
                <a:srgbClr val="E20177"/>
              </a:buClr>
              <a:buSzPct val="120000"/>
              <a:buFont typeface="Arial" panose="020B0604020202020204" pitchFamily="34" charset="0"/>
              <a:buChar char="•"/>
              <a:tabLst/>
              <a:defRPr sz="1867">
                <a:latin typeface="Montserrat" pitchFamily="2" charset="77"/>
              </a:defRPr>
            </a:lvl2pPr>
            <a:lvl3pPr marL="853376" marR="0" indent="-243823" algn="l" defTabSz="914332" rtl="0" eaLnBrk="1" fontAlgn="auto" latinLnBrk="0" hangingPunct="1">
              <a:lnSpc>
                <a:spcPct val="100000"/>
              </a:lnSpc>
              <a:spcBef>
                <a:spcPts val="500"/>
              </a:spcBef>
              <a:spcAft>
                <a:spcPts val="0"/>
              </a:spcAft>
              <a:buClr>
                <a:srgbClr val="E20177"/>
              </a:buClr>
              <a:buSzPct val="100000"/>
              <a:buFont typeface="Courier New" panose="02070309020205020404" pitchFamily="49" charset="0"/>
              <a:buChar char="o"/>
              <a:tabLst/>
              <a:defRPr sz="1867">
                <a:latin typeface="Montserrat" pitchFamily="2" charset="77"/>
              </a:defRPr>
            </a:lvl3pPr>
            <a:lvl4pPr marL="1219110" marR="0" indent="-243823" algn="l" defTabSz="914332" rtl="0" eaLnBrk="1" fontAlgn="auto" latinLnBrk="0" hangingPunct="1">
              <a:lnSpc>
                <a:spcPct val="100000"/>
              </a:lnSpc>
              <a:spcBef>
                <a:spcPts val="500"/>
              </a:spcBef>
              <a:spcAft>
                <a:spcPts val="0"/>
              </a:spcAft>
              <a:buClr>
                <a:srgbClr val="171717"/>
              </a:buClr>
              <a:buSzPct val="100000"/>
              <a:buFont typeface="Arial" panose="020B0604020202020204" pitchFamily="34" charset="0"/>
              <a:buChar char="•"/>
              <a:tabLst/>
              <a:defRPr sz="1867">
                <a:latin typeface="Montserrat" pitchFamily="2" charset="77"/>
              </a:defRPr>
            </a:lvl4pPr>
            <a:lvl5pPr marL="0" marR="0" indent="0" algn="l" defTabSz="914332" rtl="0" eaLnBrk="1" fontAlgn="auto" latinLnBrk="0" hangingPunct="1">
              <a:lnSpc>
                <a:spcPct val="100000"/>
              </a:lnSpc>
              <a:spcBef>
                <a:spcPts val="500"/>
              </a:spcBef>
              <a:spcAft>
                <a:spcPts val="200"/>
              </a:spcAft>
              <a:buClr>
                <a:srgbClr val="E20177"/>
              </a:buClr>
              <a:buSzTx/>
              <a:buFont typeface="Arial" panose="020B0604020202020204" pitchFamily="34" charset="0"/>
              <a:buNone/>
              <a:tabLst/>
              <a:defRPr sz="1867">
                <a:latin typeface="Montserrat" pitchFamily="2" charset="77"/>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hasCustomPrompt="1"/>
          </p:nvPr>
        </p:nvSpPr>
        <p:spPr>
          <a:xfrm>
            <a:off x="7147038"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Tree>
    <p:extLst>
      <p:ext uri="{BB962C8B-B14F-4D97-AF65-F5344CB8AC3E}">
        <p14:creationId xmlns:p14="http://schemas.microsoft.com/office/powerpoint/2010/main" val="42507084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1_Confidential—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6178331" cy="4351283"/>
          </a:xfrm>
          <a:prstGeom prst="rect">
            <a:avLst/>
          </a:prstGeom>
        </p:spPr>
        <p:txBody>
          <a:bodyPr lIns="0" tIns="0" rIns="0" bIns="0"/>
          <a:lstStyle>
            <a:lvl1pPr marL="0" marR="0" indent="0" algn="l" defTabSz="914332"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55" marR="0" indent="-243823" algn="l" defTabSz="914332"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76" marR="0" indent="-243823" algn="l" defTabSz="914332"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10" marR="0" indent="-243823" algn="l" defTabSz="914332"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32"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2" name="Freeform 11">
            <a:extLst>
              <a:ext uri="{FF2B5EF4-FFF2-40B4-BE49-F238E27FC236}">
                <a16:creationId xmlns:a16="http://schemas.microsoft.com/office/drawing/2014/main" id="{BDDDF61E-FD84-D34B-9DB5-46D76844A801}"/>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6" name="Picture Placeholder 14">
            <a:extLst>
              <a:ext uri="{FF2B5EF4-FFF2-40B4-BE49-F238E27FC236}">
                <a16:creationId xmlns:a16="http://schemas.microsoft.com/office/drawing/2014/main" id="{58E796D9-DAF5-D74D-8402-673E835AE59B}"/>
              </a:ext>
            </a:extLst>
          </p:cNvPr>
          <p:cNvSpPr>
            <a:spLocks noGrp="1"/>
          </p:cNvSpPr>
          <p:nvPr>
            <p:ph type="pic" sz="quarter" idx="13" hasCustomPrompt="1"/>
          </p:nvPr>
        </p:nvSpPr>
        <p:spPr>
          <a:xfrm>
            <a:off x="7147038"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786603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1_Proprietary—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6178331" cy="4351283"/>
          </a:xfrm>
          <a:prstGeom prst="rect">
            <a:avLst/>
          </a:prstGeom>
        </p:spPr>
        <p:txBody>
          <a:bodyPr lIns="0" tIns="0" rIns="0" bIns="0"/>
          <a:lstStyle>
            <a:lvl1pPr marL="0" marR="0" indent="0" algn="l" defTabSz="914332"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55" marR="0" indent="-243823" algn="l" defTabSz="914332"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76" marR="0" indent="-243823" algn="l" defTabSz="914332"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10" marR="0" indent="-243823" algn="l" defTabSz="914332"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32"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2" name="Freeform 11">
            <a:extLst>
              <a:ext uri="{FF2B5EF4-FFF2-40B4-BE49-F238E27FC236}">
                <a16:creationId xmlns:a16="http://schemas.microsoft.com/office/drawing/2014/main" id="{0935410A-4452-764D-8477-13AF6ADB3609}"/>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4" name="Picture Placeholder 14">
            <a:extLst>
              <a:ext uri="{FF2B5EF4-FFF2-40B4-BE49-F238E27FC236}">
                <a16:creationId xmlns:a16="http://schemas.microsoft.com/office/drawing/2014/main" id="{3DB5542F-9D9E-F141-A555-16DFFDE653E4}"/>
              </a:ext>
            </a:extLst>
          </p:cNvPr>
          <p:cNvSpPr>
            <a:spLocks noGrp="1"/>
          </p:cNvSpPr>
          <p:nvPr>
            <p:ph type="pic" sz="quarter" idx="13" hasCustomPrompt="1"/>
          </p:nvPr>
        </p:nvSpPr>
        <p:spPr>
          <a:xfrm>
            <a:off x="7147038"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27991813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Sensitiv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6178331" cy="4351283"/>
          </a:xfrm>
          <a:prstGeom prst="rect">
            <a:avLst/>
          </a:prstGeom>
        </p:spPr>
        <p:txBody>
          <a:bodyPr lIns="0" tIns="0" rIns="0" bIns="0"/>
          <a:lstStyle>
            <a:lvl1pPr marL="0" marR="0" indent="0" algn="l" defTabSz="914332"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55" marR="0" indent="-243823" algn="l" defTabSz="914332"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76" marR="0" indent="-243823" algn="l" defTabSz="914332"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10" marR="0" indent="-243823" algn="l" defTabSz="914332"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32"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2" name="Freeform 11">
            <a:extLst>
              <a:ext uri="{FF2B5EF4-FFF2-40B4-BE49-F238E27FC236}">
                <a16:creationId xmlns:a16="http://schemas.microsoft.com/office/drawing/2014/main" id="{6E90D1E2-3FBB-1041-A715-785BFD621F5D}"/>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4" name="Picture Placeholder 14">
            <a:extLst>
              <a:ext uri="{FF2B5EF4-FFF2-40B4-BE49-F238E27FC236}">
                <a16:creationId xmlns:a16="http://schemas.microsoft.com/office/drawing/2014/main" id="{D959CE95-45F1-114D-AF89-17853692DC90}"/>
              </a:ext>
            </a:extLst>
          </p:cNvPr>
          <p:cNvSpPr>
            <a:spLocks noGrp="1"/>
          </p:cNvSpPr>
          <p:nvPr>
            <p:ph type="pic" sz="quarter" idx="13" hasCustomPrompt="1"/>
          </p:nvPr>
        </p:nvSpPr>
        <p:spPr>
          <a:xfrm>
            <a:off x="7147038"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32565096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1_Confidential—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a:noFill/>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11243259" cy="4351283"/>
          </a:xfrm>
          <a:prstGeom prst="rect">
            <a:avLst/>
          </a:prstGeom>
          <a:noFill/>
        </p:spPr>
        <p:txBody>
          <a:bodyPr lIns="0" tIns="0" rIns="0" bIns="0"/>
          <a:lstStyle>
            <a:lvl1pPr marL="0" marR="0" indent="0" algn="l" defTabSz="914332"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55" marR="0" indent="-243823" algn="l" defTabSz="914332"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76" marR="0" indent="-243823" algn="l" defTabSz="914332"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10" marR="0" indent="-243823" algn="l" defTabSz="914332"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32"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9E242888-0328-0E4A-98EE-9774852A1A73}"/>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Tree>
    <p:extLst>
      <p:ext uri="{BB962C8B-B14F-4D97-AF65-F5344CB8AC3E}">
        <p14:creationId xmlns:p14="http://schemas.microsoft.com/office/powerpoint/2010/main" val="12154859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Proprietary—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11243259" cy="4351283"/>
          </a:xfrm>
          <a:prstGeom prst="rect">
            <a:avLst/>
          </a:prstGeom>
        </p:spPr>
        <p:txBody>
          <a:bodyPr lIns="0" tIns="0" rIns="0" bIns="0"/>
          <a:lstStyle>
            <a:lvl1pPr marL="0" marR="0" indent="0" algn="l" defTabSz="914332"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55" marR="0" indent="-243823" algn="l" defTabSz="914332"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76" marR="0" indent="-243823" algn="l" defTabSz="914332"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10" marR="0" indent="-243823" algn="l" defTabSz="914332"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32"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BF67232A-40F8-1A47-9CDC-7290008F23C1}"/>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Tree>
    <p:extLst>
      <p:ext uri="{BB962C8B-B14F-4D97-AF65-F5344CB8AC3E}">
        <p14:creationId xmlns:p14="http://schemas.microsoft.com/office/powerpoint/2010/main" val="398339726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Sensitiv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11243259" cy="4351283"/>
          </a:xfrm>
          <a:prstGeom prst="rect">
            <a:avLst/>
          </a:prstGeom>
        </p:spPr>
        <p:txBody>
          <a:bodyPr lIns="0" tIns="0" rIns="0" bIns="0"/>
          <a:lstStyle>
            <a:lvl1pPr marL="0" marR="0" indent="0" algn="l" defTabSz="914332"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55" marR="0" indent="-243823" algn="l" defTabSz="914332"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76" marR="0" indent="-243823" algn="l" defTabSz="914332"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10" marR="0" indent="-243823" algn="l" defTabSz="914332"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32"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0263CF2F-B018-3343-B44E-89447650A7B9}"/>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Tree>
    <p:extLst>
      <p:ext uri="{BB962C8B-B14F-4D97-AF65-F5344CB8AC3E}">
        <p14:creationId xmlns:p14="http://schemas.microsoft.com/office/powerpoint/2010/main" val="20997801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Bio Template">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hasCustomPrompt="1"/>
          </p:nvPr>
        </p:nvSpPr>
        <p:spPr>
          <a:xfrm>
            <a:off x="7833489" y="1578869"/>
            <a:ext cx="4130463" cy="4130463"/>
          </a:xfrm>
          <a:prstGeom prst="ellipse">
            <a:avLst/>
          </a:prstGeom>
          <a:solidFill>
            <a:schemeClr val="bg2"/>
          </a:solidFill>
        </p:spPr>
        <p:txBody>
          <a:bodyPr tIns="640080">
            <a:normAutofit/>
          </a:bodyPr>
          <a:lstStyle>
            <a:lvl1pPr marL="0" indent="0" algn="ctr">
              <a:buNone/>
              <a:defRPr sz="1867"/>
            </a:lvl1pPr>
          </a:lstStyle>
          <a:p>
            <a:r>
              <a:rPr lang="en-US"/>
              <a:t>Click icon to add photo</a:t>
            </a: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7" name="Text Placeholder 6">
            <a:extLst>
              <a:ext uri="{FF2B5EF4-FFF2-40B4-BE49-F238E27FC236}">
                <a16:creationId xmlns:a16="http://schemas.microsoft.com/office/drawing/2014/main" id="{42AB9BBF-A7FA-394D-A2E2-93323B4F3A38}"/>
              </a:ext>
            </a:extLst>
          </p:cNvPr>
          <p:cNvSpPr>
            <a:spLocks noGrp="1"/>
          </p:cNvSpPr>
          <p:nvPr>
            <p:ph type="body" sz="quarter" idx="14"/>
          </p:nvPr>
        </p:nvSpPr>
        <p:spPr>
          <a:xfrm>
            <a:off x="457201" y="1031611"/>
            <a:ext cx="10396483" cy="407436"/>
          </a:xfrm>
          <a:prstGeom prst="rect">
            <a:avLst/>
          </a:prstGeom>
        </p:spPr>
        <p:txBody>
          <a:bodyPr lIns="0" tIns="0" rIns="0" bIns="0">
            <a:noAutofit/>
          </a:bodyPr>
          <a:lstStyle>
            <a:lvl1pPr>
              <a:buNone/>
              <a:defRPr sz="1867" b="1">
                <a:solidFill>
                  <a:schemeClr val="accent1"/>
                </a:solidFill>
              </a:defRPr>
            </a:lvl1pPr>
            <a:lvl2pPr>
              <a:buNone/>
              <a:defRPr/>
            </a:lvl2pPr>
            <a:lvl3pPr>
              <a:buNone/>
              <a:defRPr/>
            </a:lvl3pPr>
            <a:lvl4pPr>
              <a:buNone/>
              <a:defRPr/>
            </a:lvl4pPr>
            <a:lvl5pPr>
              <a:buNone/>
              <a:defRPr/>
            </a:lvl5pPr>
          </a:lstStyle>
          <a:p>
            <a:pPr lvl="0"/>
            <a:endParaRPr lang="en-US"/>
          </a:p>
        </p:txBody>
      </p:sp>
      <p:sp>
        <p:nvSpPr>
          <p:cNvPr id="13" name="Content Placeholder 2">
            <a:extLst>
              <a:ext uri="{FF2B5EF4-FFF2-40B4-BE49-F238E27FC236}">
                <a16:creationId xmlns:a16="http://schemas.microsoft.com/office/drawing/2014/main" id="{10427BEF-5B47-724A-9C16-0A84E9E3CE09}"/>
              </a:ext>
            </a:extLst>
          </p:cNvPr>
          <p:cNvSpPr>
            <a:spLocks noGrp="1"/>
          </p:cNvSpPr>
          <p:nvPr>
            <p:ph idx="15" hasCustomPrompt="1"/>
          </p:nvPr>
        </p:nvSpPr>
        <p:spPr>
          <a:xfrm>
            <a:off x="457201" y="1576553"/>
            <a:ext cx="7141027" cy="4351283"/>
          </a:xfrm>
          <a:prstGeom prst="rect">
            <a:avLst/>
          </a:prstGeom>
        </p:spPr>
        <p:txBody>
          <a:bodyPr lIns="0" tIns="0" rIns="0" bIns="0"/>
          <a:lstStyle>
            <a:lvl1pPr marL="0" marR="0" indent="0" algn="l" defTabSz="914332"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55" marR="0" indent="-243823" algn="l" defTabSz="914332"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76" marR="0" indent="-243823" algn="l" defTabSz="914332"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10" marR="0" indent="-243823" algn="l" defTabSz="914332"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32"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a:extLst>
              <a:ext uri="{FF2B5EF4-FFF2-40B4-BE49-F238E27FC236}">
                <a16:creationId xmlns:a16="http://schemas.microsoft.com/office/drawing/2014/main" id="{C8A6CFA9-BBCE-4882-8617-533B5B4809FE}"/>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21886056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9" name="Freeform 8">
            <a:extLst>
              <a:ext uri="{FF2B5EF4-FFF2-40B4-BE49-F238E27FC236}">
                <a16:creationId xmlns:a16="http://schemas.microsoft.com/office/drawing/2014/main" id="{5CC28A6F-B179-B644-B0A5-418F10E7689D}"/>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8" name="Slide Number Placeholder 5">
            <a:extLst>
              <a:ext uri="{FF2B5EF4-FFF2-40B4-BE49-F238E27FC236}">
                <a16:creationId xmlns:a16="http://schemas.microsoft.com/office/drawing/2014/main" id="{D2F56B58-0B36-428A-B0BE-4574BA2F5CBD}"/>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41266498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Blank w/foote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4282AEE-1FD5-402C-88B0-E25AE9E6C744}"/>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256348506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5_Blank w/foote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D14F37A-76DE-4025-85E4-675016AEFF62}"/>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4" name="Graphic 12">
            <a:extLst>
              <a:ext uri="{FF2B5EF4-FFF2-40B4-BE49-F238E27FC236}">
                <a16:creationId xmlns:a16="http://schemas.microsoft.com/office/drawing/2014/main" id="{B602D3CF-7375-4049-9258-8A87495F73DB}"/>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338598776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8" name="Text Placeholder 70">
            <a:extLst>
              <a:ext uri="{FF2B5EF4-FFF2-40B4-BE49-F238E27FC236}">
                <a16:creationId xmlns:a16="http://schemas.microsoft.com/office/drawing/2014/main" id="{AE067FBA-294B-D849-BC89-744E5234FFE1}"/>
              </a:ext>
            </a:extLst>
          </p:cNvPr>
          <p:cNvSpPr>
            <a:spLocks noGrp="1"/>
          </p:cNvSpPr>
          <p:nvPr>
            <p:ph type="body" sz="quarter" idx="19" hasCustomPrompt="1"/>
          </p:nvPr>
        </p:nvSpPr>
        <p:spPr>
          <a:xfrm>
            <a:off x="9386153" y="4950897"/>
            <a:ext cx="2639483" cy="836083"/>
          </a:xfrm>
        </p:spPr>
        <p:txBody>
          <a:bodyPr anchor="t" anchorCtr="0">
            <a:noAutofit/>
          </a:bodyPr>
          <a:lstStyle>
            <a:lvl1pPr marL="0" marR="0" indent="0" algn="l" defTabSz="121908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08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2" name="Title 1"/>
          <p:cNvSpPr>
            <a:spLocks noGrp="1"/>
          </p:cNvSpPr>
          <p:nvPr>
            <p:ph type="title"/>
          </p:nvPr>
        </p:nvSpPr>
        <p:spPr>
          <a:xfrm>
            <a:off x="457201" y="192364"/>
            <a:ext cx="10396483" cy="699433"/>
          </a:xfrm>
          <a:prstGeom prst="rect">
            <a:avLst/>
          </a:prstGeom>
        </p:spPr>
        <p:txBody>
          <a:bodyPr lIns="0" tIns="0" rIns="0" bIns="0" anchor="b">
            <a:normAutofit/>
          </a:bodyPr>
          <a:lstStyle>
            <a:lvl1pPr>
              <a:defRPr sz="2933"/>
            </a:lvl1pPr>
          </a:lstStyle>
          <a:p>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9" name="Freeform 8">
            <a:extLst>
              <a:ext uri="{FF2B5EF4-FFF2-40B4-BE49-F238E27FC236}">
                <a16:creationId xmlns:a16="http://schemas.microsoft.com/office/drawing/2014/main" id="{5CC28A6F-B179-B644-B0A5-418F10E7689D}"/>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48" name="TextBox 47">
            <a:extLst>
              <a:ext uri="{FF2B5EF4-FFF2-40B4-BE49-F238E27FC236}">
                <a16:creationId xmlns:a16="http://schemas.microsoft.com/office/drawing/2014/main" id="{B5E443A4-60AC-C04E-BE44-345D6D5A23F9}"/>
              </a:ext>
            </a:extLst>
          </p:cNvPr>
          <p:cNvSpPr txBox="1"/>
          <p:nvPr userDrawn="1"/>
        </p:nvSpPr>
        <p:spPr>
          <a:xfrm>
            <a:off x="2931199" y="2239738"/>
            <a:ext cx="881336" cy="545017"/>
          </a:xfrm>
          <a:prstGeom prst="rect">
            <a:avLst/>
          </a:prstGeom>
          <a:noFill/>
        </p:spPr>
        <p:txBody>
          <a:bodyPr wrap="square" lIns="0" tIns="0" rIns="0" bIns="0" rtlCol="0">
            <a:noAutofit/>
          </a:bodyPr>
          <a:lstStyle/>
          <a:p>
            <a:pPr marL="0" marR="0" lvl="0" indent="0" algn="l" defTabSz="121908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171717"/>
              </a:solidFill>
              <a:effectLst/>
              <a:uLnTx/>
              <a:uFillTx/>
              <a:latin typeface="Arial" panose="020B0604020202020204"/>
              <a:ea typeface="+mn-ea"/>
              <a:cs typeface="+mn-cs"/>
            </a:endParaRPr>
          </a:p>
        </p:txBody>
      </p:sp>
      <p:sp>
        <p:nvSpPr>
          <p:cNvPr id="71" name="Text Placeholder 70">
            <a:extLst>
              <a:ext uri="{FF2B5EF4-FFF2-40B4-BE49-F238E27FC236}">
                <a16:creationId xmlns:a16="http://schemas.microsoft.com/office/drawing/2014/main" id="{092A9FE5-AC61-9C4F-9115-8820A7F6F322}"/>
              </a:ext>
            </a:extLst>
          </p:cNvPr>
          <p:cNvSpPr>
            <a:spLocks noGrp="1"/>
          </p:cNvSpPr>
          <p:nvPr>
            <p:ph type="body" sz="quarter" idx="13" hasCustomPrompt="1"/>
          </p:nvPr>
        </p:nvSpPr>
        <p:spPr>
          <a:xfrm>
            <a:off x="647505" y="1208669"/>
            <a:ext cx="2639483" cy="836083"/>
          </a:xfrm>
        </p:spPr>
        <p:txBody>
          <a:bodyPr anchor="b" anchorCtr="0">
            <a:noAutofit/>
          </a:bodyPr>
          <a:lstStyle>
            <a:lvl1pPr marL="0" marR="0" indent="0" algn="l" defTabSz="121908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08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2" name="Text Placeholder 70">
            <a:extLst>
              <a:ext uri="{FF2B5EF4-FFF2-40B4-BE49-F238E27FC236}">
                <a16:creationId xmlns:a16="http://schemas.microsoft.com/office/drawing/2014/main" id="{88F3E9C3-1356-0F46-8E31-5920A6ED2A3B}"/>
              </a:ext>
            </a:extLst>
          </p:cNvPr>
          <p:cNvSpPr>
            <a:spLocks noGrp="1"/>
          </p:cNvSpPr>
          <p:nvPr>
            <p:ph type="body" sz="quarter" idx="14" hasCustomPrompt="1"/>
          </p:nvPr>
        </p:nvSpPr>
        <p:spPr>
          <a:xfrm>
            <a:off x="4986929" y="1414861"/>
            <a:ext cx="2639483" cy="836083"/>
          </a:xfrm>
        </p:spPr>
        <p:txBody>
          <a:bodyPr anchor="b" anchorCtr="0">
            <a:noAutofit/>
          </a:bodyPr>
          <a:lstStyle>
            <a:lvl1pPr marL="0" marR="0" indent="0" algn="l" defTabSz="121908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08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3" name="Text Placeholder 70">
            <a:extLst>
              <a:ext uri="{FF2B5EF4-FFF2-40B4-BE49-F238E27FC236}">
                <a16:creationId xmlns:a16="http://schemas.microsoft.com/office/drawing/2014/main" id="{45FA2D97-99A3-9848-B80E-50776252DE48}"/>
              </a:ext>
            </a:extLst>
          </p:cNvPr>
          <p:cNvSpPr>
            <a:spLocks noGrp="1"/>
          </p:cNvSpPr>
          <p:nvPr>
            <p:ph type="body" sz="quarter" idx="15" hasCustomPrompt="1"/>
          </p:nvPr>
        </p:nvSpPr>
        <p:spPr>
          <a:xfrm>
            <a:off x="8112521" y="1466982"/>
            <a:ext cx="2639483" cy="836083"/>
          </a:xfrm>
        </p:spPr>
        <p:txBody>
          <a:bodyPr anchor="b" anchorCtr="0">
            <a:noAutofit/>
          </a:bodyPr>
          <a:lstStyle>
            <a:lvl1pPr marL="0" marR="0" indent="0" algn="l" defTabSz="121908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08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4" name="Text Placeholder 70">
            <a:extLst>
              <a:ext uri="{FF2B5EF4-FFF2-40B4-BE49-F238E27FC236}">
                <a16:creationId xmlns:a16="http://schemas.microsoft.com/office/drawing/2014/main" id="{FD4E0504-7DED-1845-BEBD-63B64826B6C8}"/>
              </a:ext>
            </a:extLst>
          </p:cNvPr>
          <p:cNvSpPr>
            <a:spLocks noGrp="1"/>
          </p:cNvSpPr>
          <p:nvPr>
            <p:ph type="body" sz="quarter" idx="16" hasCustomPrompt="1"/>
          </p:nvPr>
        </p:nvSpPr>
        <p:spPr>
          <a:xfrm>
            <a:off x="117921" y="4935465"/>
            <a:ext cx="2639483" cy="836083"/>
          </a:xfrm>
        </p:spPr>
        <p:txBody>
          <a:bodyPr anchor="t" anchorCtr="0">
            <a:noAutofit/>
          </a:bodyPr>
          <a:lstStyle>
            <a:lvl1pPr marL="0" marR="0" indent="0" algn="l" defTabSz="121908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08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6" name="Text Placeholder 70">
            <a:extLst>
              <a:ext uri="{FF2B5EF4-FFF2-40B4-BE49-F238E27FC236}">
                <a16:creationId xmlns:a16="http://schemas.microsoft.com/office/drawing/2014/main" id="{EEED8497-B848-8E4D-857D-F800BDB3F150}"/>
              </a:ext>
            </a:extLst>
          </p:cNvPr>
          <p:cNvSpPr>
            <a:spLocks noGrp="1"/>
          </p:cNvSpPr>
          <p:nvPr>
            <p:ph type="body" sz="quarter" idx="17" hasCustomPrompt="1"/>
          </p:nvPr>
        </p:nvSpPr>
        <p:spPr>
          <a:xfrm>
            <a:off x="2962357" y="4893429"/>
            <a:ext cx="2639483" cy="836083"/>
          </a:xfrm>
        </p:spPr>
        <p:txBody>
          <a:bodyPr anchor="t" anchorCtr="0">
            <a:noAutofit/>
          </a:bodyPr>
          <a:lstStyle>
            <a:lvl1pPr marL="0" marR="0" indent="0" algn="l" defTabSz="121908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08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7" name="Text Placeholder 70">
            <a:extLst>
              <a:ext uri="{FF2B5EF4-FFF2-40B4-BE49-F238E27FC236}">
                <a16:creationId xmlns:a16="http://schemas.microsoft.com/office/drawing/2014/main" id="{5AC7E6E0-E467-6C42-8D1C-BFF258C40292}"/>
              </a:ext>
            </a:extLst>
          </p:cNvPr>
          <p:cNvSpPr>
            <a:spLocks noGrp="1"/>
          </p:cNvSpPr>
          <p:nvPr>
            <p:ph type="body" sz="quarter" idx="18" hasCustomPrompt="1"/>
          </p:nvPr>
        </p:nvSpPr>
        <p:spPr>
          <a:xfrm>
            <a:off x="6413189" y="4815497"/>
            <a:ext cx="2639483" cy="836083"/>
          </a:xfrm>
        </p:spPr>
        <p:txBody>
          <a:bodyPr anchor="t" anchorCtr="0">
            <a:noAutofit/>
          </a:bodyPr>
          <a:lstStyle>
            <a:lvl1pPr marL="0" marR="0" indent="0" algn="l" defTabSz="121908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08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9" name="Text Placeholder 70">
            <a:extLst>
              <a:ext uri="{FF2B5EF4-FFF2-40B4-BE49-F238E27FC236}">
                <a16:creationId xmlns:a16="http://schemas.microsoft.com/office/drawing/2014/main" id="{E8710EE9-E0AD-2140-925B-C4CFA5A005E9}"/>
              </a:ext>
            </a:extLst>
          </p:cNvPr>
          <p:cNvSpPr>
            <a:spLocks noGrp="1"/>
          </p:cNvSpPr>
          <p:nvPr>
            <p:ph type="body" sz="quarter" idx="20" hasCustomPrompt="1"/>
          </p:nvPr>
        </p:nvSpPr>
        <p:spPr>
          <a:xfrm>
            <a:off x="2249373" y="2061185"/>
            <a:ext cx="2639483" cy="836083"/>
          </a:xfrm>
        </p:spPr>
        <p:txBody>
          <a:bodyPr anchor="b" anchorCtr="0">
            <a:noAutofit/>
          </a:bodyPr>
          <a:lstStyle>
            <a:lvl1pPr marL="0" marR="0" indent="0" algn="l" defTabSz="121908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08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17" name="Slide Number Placeholder 5">
            <a:extLst>
              <a:ext uri="{FF2B5EF4-FFF2-40B4-BE49-F238E27FC236}">
                <a16:creationId xmlns:a16="http://schemas.microsoft.com/office/drawing/2014/main" id="{48BD629C-E5E9-4854-9D7A-0A82495612FA}"/>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3766147286"/>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4_Blank w/footer">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369F67A3-A1B4-004B-8E2A-D755FB56451E}"/>
              </a:ext>
            </a:extLst>
          </p:cNvPr>
          <p:cNvGrpSpPr/>
          <p:nvPr userDrawn="1"/>
        </p:nvGrpSpPr>
        <p:grpSpPr>
          <a:xfrm>
            <a:off x="5442875" y="3948753"/>
            <a:ext cx="1317148" cy="246432"/>
            <a:chOff x="4109656" y="2961565"/>
            <a:chExt cx="987861" cy="184824"/>
          </a:xfrm>
        </p:grpSpPr>
        <p:sp>
          <p:nvSpPr>
            <p:cNvPr id="9" name="Rounded Rectangle 8">
              <a:extLst>
                <a:ext uri="{FF2B5EF4-FFF2-40B4-BE49-F238E27FC236}">
                  <a16:creationId xmlns:a16="http://schemas.microsoft.com/office/drawing/2014/main" id="{FDBDE7F3-AA3F-3A4B-BC96-C29300461749}"/>
                </a:ext>
              </a:extLst>
            </p:cNvPr>
            <p:cNvSpPr/>
            <p:nvPr/>
          </p:nvSpPr>
          <p:spPr>
            <a:xfrm>
              <a:off x="4667796" y="2962913"/>
              <a:ext cx="429721" cy="18212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0" name="Oval 9">
              <a:extLst>
                <a:ext uri="{FF2B5EF4-FFF2-40B4-BE49-F238E27FC236}">
                  <a16:creationId xmlns:a16="http://schemas.microsoft.com/office/drawing/2014/main" id="{86320228-23E0-0846-A6B6-2CDCBCC664C0}"/>
                </a:ext>
              </a:extLst>
            </p:cNvPr>
            <p:cNvSpPr/>
            <p:nvPr/>
          </p:nvSpPr>
          <p:spPr>
            <a:xfrm>
              <a:off x="4390811" y="2961565"/>
              <a:ext cx="184824" cy="18482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1" name="Oval 10">
              <a:extLst>
                <a:ext uri="{FF2B5EF4-FFF2-40B4-BE49-F238E27FC236}">
                  <a16:creationId xmlns:a16="http://schemas.microsoft.com/office/drawing/2014/main" id="{5C63AE92-D943-E046-8F35-C31BF9B9109C}"/>
                </a:ext>
              </a:extLst>
            </p:cNvPr>
            <p:cNvSpPr/>
            <p:nvPr/>
          </p:nvSpPr>
          <p:spPr>
            <a:xfrm>
              <a:off x="4109656" y="2961565"/>
              <a:ext cx="184824" cy="18482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grpSp>
      <p:sp>
        <p:nvSpPr>
          <p:cNvPr id="3" name="Text Placeholder 2">
            <a:extLst>
              <a:ext uri="{FF2B5EF4-FFF2-40B4-BE49-F238E27FC236}">
                <a16:creationId xmlns:a16="http://schemas.microsoft.com/office/drawing/2014/main" id="{84AFC75D-C55C-1B4D-9FF5-B13158C16C4E}"/>
              </a:ext>
            </a:extLst>
          </p:cNvPr>
          <p:cNvSpPr>
            <a:spLocks noGrp="1"/>
          </p:cNvSpPr>
          <p:nvPr>
            <p:ph type="body" sz="quarter" idx="13"/>
          </p:nvPr>
        </p:nvSpPr>
        <p:spPr>
          <a:xfrm>
            <a:off x="485777" y="1489631"/>
            <a:ext cx="11220451" cy="2222500"/>
          </a:xfrm>
        </p:spPr>
        <p:txBody>
          <a:bodyPr anchor="b">
            <a:normAutofit/>
          </a:bodyPr>
          <a:lstStyle>
            <a:lvl1pPr algn="ctr">
              <a:defRPr sz="4267" b="1"/>
            </a:lvl1pPr>
            <a:lvl2pPr>
              <a:defRPr b="1"/>
            </a:lvl2pPr>
            <a:lvl3pPr>
              <a:defRPr b="1"/>
            </a:lvl3pPr>
            <a:lvl4pPr>
              <a:defRPr b="1"/>
            </a:lvl4pPr>
            <a:lvl5pPr>
              <a:defRPr b="1"/>
            </a:lvl5pPr>
          </a:lstStyle>
          <a:p>
            <a:pPr lvl="0"/>
            <a:r>
              <a:rPr lang="en-US"/>
              <a:t>Click to edit Master text styles</a:t>
            </a:r>
          </a:p>
        </p:txBody>
      </p:sp>
      <p:sp>
        <p:nvSpPr>
          <p:cNvPr id="12" name="Text Placeholder 11">
            <a:extLst>
              <a:ext uri="{FF2B5EF4-FFF2-40B4-BE49-F238E27FC236}">
                <a16:creationId xmlns:a16="http://schemas.microsoft.com/office/drawing/2014/main" id="{BF8F45B8-CB91-6945-BA1F-F5EC5287380A}"/>
              </a:ext>
            </a:extLst>
          </p:cNvPr>
          <p:cNvSpPr>
            <a:spLocks noGrp="1"/>
          </p:cNvSpPr>
          <p:nvPr>
            <p:ph type="body" sz="quarter" idx="14" hasCustomPrompt="1"/>
          </p:nvPr>
        </p:nvSpPr>
        <p:spPr>
          <a:xfrm>
            <a:off x="4923369" y="4440933"/>
            <a:ext cx="2345267" cy="493183"/>
          </a:xfrm>
        </p:spPr>
        <p:txBody>
          <a:bodyPr/>
          <a:lstStyle>
            <a:lvl1pPr marL="0" marR="0" indent="0" algn="ctr" defTabSz="609539" rtl="0" eaLnBrk="1" fontAlgn="auto" latinLnBrk="0" hangingPunct="1">
              <a:lnSpc>
                <a:spcPct val="100000"/>
              </a:lnSpc>
              <a:spcBef>
                <a:spcPts val="0"/>
              </a:spcBef>
              <a:spcAft>
                <a:spcPts val="0"/>
              </a:spcAft>
              <a:buClrTx/>
              <a:buSzTx/>
              <a:buFontTx/>
              <a:buNone/>
              <a:tabLst/>
              <a:defRPr/>
            </a:lvl1pPr>
          </a:lstStyle>
          <a:p>
            <a:pPr marL="0" marR="0" lvl="0" indent="0" algn="ctr" defTabSz="609539"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E20177"/>
                </a:solidFill>
                <a:effectLst/>
                <a:uLnTx/>
                <a:uFillTx/>
                <a:latin typeface="Arial" panose="020B0604020202020204" pitchFamily="34" charset="0"/>
                <a:ea typeface="+mn-ea"/>
                <a:cs typeface="Arial" panose="020B0604020202020204" pitchFamily="34" charset="0"/>
              </a:rPr>
              <a:t>Name Here</a:t>
            </a:r>
          </a:p>
          <a:p>
            <a:pPr marL="0" marR="0" lvl="0" indent="0" algn="ctr" defTabSz="609539"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a:ln>
                  <a:noFill/>
                </a:ln>
                <a:solidFill>
                  <a:srgbClr val="171717"/>
                </a:solidFill>
                <a:effectLst/>
                <a:uLnTx/>
                <a:uFillTx/>
                <a:latin typeface="+mn-lt"/>
                <a:ea typeface="+mn-ea"/>
                <a:cs typeface="+mn-cs"/>
              </a:rPr>
              <a:t>Title Goes Here</a:t>
            </a:r>
          </a:p>
        </p:txBody>
      </p:sp>
      <p:sp>
        <p:nvSpPr>
          <p:cNvPr id="14" name="Slide Number Placeholder 5">
            <a:extLst>
              <a:ext uri="{FF2B5EF4-FFF2-40B4-BE49-F238E27FC236}">
                <a16:creationId xmlns:a16="http://schemas.microsoft.com/office/drawing/2014/main" id="{9E17FAC0-3DB1-4023-854C-C5EAE614B89A}"/>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13" name="Graphic 12">
            <a:extLst>
              <a:ext uri="{FF2B5EF4-FFF2-40B4-BE49-F238E27FC236}">
                <a16:creationId xmlns:a16="http://schemas.microsoft.com/office/drawing/2014/main" id="{F1DA2FFC-2A09-46AF-B04B-B791A766B8C9}"/>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2112538824"/>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6_Blank w/foot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AFC75D-C55C-1B4D-9FF5-B13158C16C4E}"/>
              </a:ext>
            </a:extLst>
          </p:cNvPr>
          <p:cNvSpPr>
            <a:spLocks noGrp="1"/>
          </p:cNvSpPr>
          <p:nvPr>
            <p:ph type="body" sz="quarter" idx="13"/>
          </p:nvPr>
        </p:nvSpPr>
        <p:spPr>
          <a:xfrm>
            <a:off x="485777" y="1489631"/>
            <a:ext cx="11220451" cy="2222500"/>
          </a:xfrm>
        </p:spPr>
        <p:txBody>
          <a:bodyPr anchor="b">
            <a:normAutofit/>
          </a:bodyPr>
          <a:lstStyle>
            <a:lvl1pPr algn="ctr">
              <a:defRPr sz="4267" b="1"/>
            </a:lvl1pPr>
            <a:lvl2pPr>
              <a:defRPr b="1"/>
            </a:lvl2pPr>
            <a:lvl3pPr>
              <a:defRPr b="1"/>
            </a:lvl3pPr>
            <a:lvl4pPr>
              <a:defRPr b="1"/>
            </a:lvl4pPr>
            <a:lvl5pPr>
              <a:defRPr b="1"/>
            </a:lvl5pPr>
          </a:lstStyle>
          <a:p>
            <a:pPr lvl="0"/>
            <a:r>
              <a:rPr lang="en-US"/>
              <a:t>Click to edit Master text styles</a:t>
            </a:r>
          </a:p>
        </p:txBody>
      </p:sp>
      <p:sp>
        <p:nvSpPr>
          <p:cNvPr id="12" name="Text Placeholder 11">
            <a:extLst>
              <a:ext uri="{FF2B5EF4-FFF2-40B4-BE49-F238E27FC236}">
                <a16:creationId xmlns:a16="http://schemas.microsoft.com/office/drawing/2014/main" id="{BF8F45B8-CB91-6945-BA1F-F5EC5287380A}"/>
              </a:ext>
            </a:extLst>
          </p:cNvPr>
          <p:cNvSpPr>
            <a:spLocks noGrp="1"/>
          </p:cNvSpPr>
          <p:nvPr>
            <p:ph type="body" sz="quarter" idx="14" hasCustomPrompt="1"/>
          </p:nvPr>
        </p:nvSpPr>
        <p:spPr>
          <a:xfrm>
            <a:off x="4923369" y="4440933"/>
            <a:ext cx="2345267" cy="493183"/>
          </a:xfrm>
        </p:spPr>
        <p:txBody>
          <a:bodyPr/>
          <a:lstStyle>
            <a:lvl1pPr marL="0" marR="0" indent="0" algn="ctr" defTabSz="609539" rtl="0" eaLnBrk="1" fontAlgn="auto" latinLnBrk="0" hangingPunct="1">
              <a:lnSpc>
                <a:spcPct val="100000"/>
              </a:lnSpc>
              <a:spcBef>
                <a:spcPts val="0"/>
              </a:spcBef>
              <a:spcAft>
                <a:spcPts val="0"/>
              </a:spcAft>
              <a:buClrTx/>
              <a:buSzTx/>
              <a:buFontTx/>
              <a:buNone/>
              <a:tabLst/>
              <a:defRPr/>
            </a:lvl1pPr>
          </a:lstStyle>
          <a:p>
            <a:pPr marL="0" marR="0" lvl="0" indent="0" algn="ctr" defTabSz="609539"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E20177"/>
                </a:solidFill>
                <a:effectLst/>
                <a:uLnTx/>
                <a:uFillTx/>
                <a:latin typeface="Arial" panose="020B0604020202020204" pitchFamily="34" charset="0"/>
                <a:ea typeface="+mn-ea"/>
                <a:cs typeface="Arial" panose="020B0604020202020204" pitchFamily="34" charset="0"/>
              </a:rPr>
              <a:t>Name Here</a:t>
            </a:r>
          </a:p>
          <a:p>
            <a:pPr marL="0" marR="0" lvl="0" indent="0" algn="ctr" defTabSz="609539"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a:ln>
                  <a:noFill/>
                </a:ln>
                <a:solidFill>
                  <a:srgbClr val="171717"/>
                </a:solidFill>
                <a:effectLst/>
                <a:uLnTx/>
                <a:uFillTx/>
                <a:latin typeface="+mn-lt"/>
                <a:ea typeface="+mn-ea"/>
                <a:cs typeface="+mn-cs"/>
              </a:rPr>
              <a:t>Title Goes Here</a:t>
            </a:r>
          </a:p>
        </p:txBody>
      </p:sp>
      <p:sp>
        <p:nvSpPr>
          <p:cNvPr id="14" name="Slide Number Placeholder 5">
            <a:extLst>
              <a:ext uri="{FF2B5EF4-FFF2-40B4-BE49-F238E27FC236}">
                <a16:creationId xmlns:a16="http://schemas.microsoft.com/office/drawing/2014/main" id="{9E17FAC0-3DB1-4023-854C-C5EAE614B89A}"/>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5" name="Graphic 12">
            <a:extLst>
              <a:ext uri="{FF2B5EF4-FFF2-40B4-BE49-F238E27FC236}">
                <a16:creationId xmlns:a16="http://schemas.microsoft.com/office/drawing/2014/main" id="{5C2857E4-F7C4-4875-8927-388BF164771F}"/>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2521807817"/>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itle with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4"/>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6178331" cy="4351283"/>
          </a:xfrm>
          <a:prstGeom prst="rect">
            <a:avLst/>
          </a:prstGeom>
        </p:spPr>
        <p:txBody>
          <a:bodyPr lIns="0" tIns="0" rIns="0" bIns="0"/>
          <a:lstStyle>
            <a:lvl1pPr marL="0" marR="0" indent="0" algn="l" defTabSz="914309"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39" marR="0" indent="-243817" algn="l" defTabSz="914309"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55" marR="0" indent="-243817" algn="l" defTabSz="914309"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080" marR="0" indent="-243817" algn="l" defTabSz="914309"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09"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5" name="Content Placeholder 4">
            <a:extLst>
              <a:ext uri="{FF2B5EF4-FFF2-40B4-BE49-F238E27FC236}">
                <a16:creationId xmlns:a16="http://schemas.microsoft.com/office/drawing/2014/main" id="{8C57874F-97D7-894B-AAB7-0363CD80351B}"/>
              </a:ext>
            </a:extLst>
          </p:cNvPr>
          <p:cNvSpPr>
            <a:spLocks noGrp="1"/>
          </p:cNvSpPr>
          <p:nvPr>
            <p:ph sz="quarter" idx="13"/>
          </p:nvPr>
        </p:nvSpPr>
        <p:spPr>
          <a:xfrm>
            <a:off x="6911856" y="1576917"/>
            <a:ext cx="4822944" cy="4351867"/>
          </a:xfrm>
        </p:spPr>
        <p:txBody>
          <a:bodyPr/>
          <a:lstStyle/>
          <a:p>
            <a:pPr lvl="0"/>
            <a:endParaRPr lang="en-US"/>
          </a:p>
        </p:txBody>
      </p:sp>
    </p:spTree>
    <p:extLst>
      <p:ext uri="{BB962C8B-B14F-4D97-AF65-F5344CB8AC3E}">
        <p14:creationId xmlns:p14="http://schemas.microsoft.com/office/powerpoint/2010/main" val="3970873408"/>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guide id="4" orient="horz" pos="5653">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1_Title with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4"/>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5556469" y="1576553"/>
            <a:ext cx="6178331" cy="4351283"/>
          </a:xfrm>
          <a:prstGeom prst="rect">
            <a:avLst/>
          </a:prstGeom>
        </p:spPr>
        <p:txBody>
          <a:bodyPr lIns="0" tIns="0" rIns="0" bIns="0"/>
          <a:lstStyle>
            <a:lvl1pPr marL="0" marR="0" indent="0" algn="l" defTabSz="914309"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39" marR="0" indent="-243817" algn="l" defTabSz="914309"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55" marR="0" indent="-243817" algn="l" defTabSz="914309"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080" marR="0" indent="-243817" algn="l" defTabSz="914309"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09"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5" name="Content Placeholder 4">
            <a:extLst>
              <a:ext uri="{FF2B5EF4-FFF2-40B4-BE49-F238E27FC236}">
                <a16:creationId xmlns:a16="http://schemas.microsoft.com/office/drawing/2014/main" id="{8C57874F-97D7-894B-AAB7-0363CD80351B}"/>
              </a:ext>
            </a:extLst>
          </p:cNvPr>
          <p:cNvSpPr>
            <a:spLocks noGrp="1"/>
          </p:cNvSpPr>
          <p:nvPr>
            <p:ph sz="quarter" idx="13"/>
          </p:nvPr>
        </p:nvSpPr>
        <p:spPr>
          <a:xfrm>
            <a:off x="457200" y="1576917"/>
            <a:ext cx="4822944" cy="4351867"/>
          </a:xfrm>
        </p:spPr>
        <p:txBody>
          <a:bodyPr/>
          <a:lstStyle/>
          <a:p>
            <a:pPr lvl="0"/>
            <a:endParaRPr lang="en-US"/>
          </a:p>
        </p:txBody>
      </p:sp>
    </p:spTree>
    <p:extLst>
      <p:ext uri="{BB962C8B-B14F-4D97-AF65-F5344CB8AC3E}">
        <p14:creationId xmlns:p14="http://schemas.microsoft.com/office/powerpoint/2010/main" val="2902698893"/>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guide id="4" orient="horz" pos="5653">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hree Column with Subhead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3682155"/>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68" rtl="0" eaLnBrk="1" latinLnBrk="0" hangingPunct="1">
              <a:defRPr sz="933" kern="1200">
                <a:solidFill>
                  <a:schemeClr val="bg2"/>
                </a:solidFill>
                <a:latin typeface="+mn-lt"/>
                <a:ea typeface="+mn-ea"/>
                <a:cs typeface="+mn-cs"/>
              </a:defRPr>
            </a:lvl1pPr>
            <a:lvl2pPr marL="304768" algn="l" defTabSz="304768" rtl="0" eaLnBrk="1" latinLnBrk="0" hangingPunct="1">
              <a:defRPr sz="1200" kern="1200">
                <a:solidFill>
                  <a:schemeClr val="tx1"/>
                </a:solidFill>
                <a:latin typeface="+mn-lt"/>
                <a:ea typeface="+mn-ea"/>
                <a:cs typeface="+mn-cs"/>
              </a:defRPr>
            </a:lvl2pPr>
            <a:lvl3pPr marL="609539" algn="l" defTabSz="304768" rtl="0" eaLnBrk="1" latinLnBrk="0" hangingPunct="1">
              <a:defRPr sz="1200" kern="1200">
                <a:solidFill>
                  <a:schemeClr val="tx1"/>
                </a:solidFill>
                <a:latin typeface="+mn-lt"/>
                <a:ea typeface="+mn-ea"/>
                <a:cs typeface="+mn-cs"/>
              </a:defRPr>
            </a:lvl3pPr>
            <a:lvl4pPr marL="914309" algn="l" defTabSz="304768" rtl="0" eaLnBrk="1" latinLnBrk="0" hangingPunct="1">
              <a:defRPr sz="1200" kern="1200">
                <a:solidFill>
                  <a:schemeClr val="tx1"/>
                </a:solidFill>
                <a:latin typeface="+mn-lt"/>
                <a:ea typeface="+mn-ea"/>
                <a:cs typeface="+mn-cs"/>
              </a:defRPr>
            </a:lvl4pPr>
            <a:lvl5pPr marL="1219080" algn="l" defTabSz="304768" rtl="0" eaLnBrk="1" latinLnBrk="0" hangingPunct="1">
              <a:defRPr sz="1200" kern="1200">
                <a:solidFill>
                  <a:schemeClr val="tx1"/>
                </a:solidFill>
                <a:latin typeface="+mn-lt"/>
                <a:ea typeface="+mn-ea"/>
                <a:cs typeface="+mn-cs"/>
              </a:defRPr>
            </a:lvl5pPr>
            <a:lvl6pPr marL="1523849" algn="l" defTabSz="304768" rtl="0" eaLnBrk="1" latinLnBrk="0" hangingPunct="1">
              <a:defRPr sz="1200" kern="1200">
                <a:solidFill>
                  <a:schemeClr val="tx1"/>
                </a:solidFill>
                <a:latin typeface="+mn-lt"/>
                <a:ea typeface="+mn-ea"/>
                <a:cs typeface="+mn-cs"/>
              </a:defRPr>
            </a:lvl6pPr>
            <a:lvl7pPr marL="1828618" algn="l" defTabSz="304768" rtl="0" eaLnBrk="1" latinLnBrk="0" hangingPunct="1">
              <a:defRPr sz="1200" kern="1200">
                <a:solidFill>
                  <a:schemeClr val="tx1"/>
                </a:solidFill>
                <a:latin typeface="+mn-lt"/>
                <a:ea typeface="+mn-ea"/>
                <a:cs typeface="+mn-cs"/>
              </a:defRPr>
            </a:lvl7pPr>
            <a:lvl8pPr marL="2133387" algn="l" defTabSz="304768" rtl="0" eaLnBrk="1" latinLnBrk="0" hangingPunct="1">
              <a:defRPr sz="1200" kern="1200">
                <a:solidFill>
                  <a:schemeClr val="tx1"/>
                </a:solidFill>
                <a:latin typeface="+mn-lt"/>
                <a:ea typeface="+mn-ea"/>
                <a:cs typeface="+mn-cs"/>
              </a:defRPr>
            </a:lvl8pPr>
            <a:lvl9pPr marL="2438158" algn="l" defTabSz="304768" rtl="0" eaLnBrk="1" latinLnBrk="0" hangingPunct="1">
              <a:defRPr sz="1200" kern="1200">
                <a:solidFill>
                  <a:schemeClr val="tx1"/>
                </a:solidFill>
                <a:latin typeface="+mn-lt"/>
                <a:ea typeface="+mn-ea"/>
                <a:cs typeface="+mn-cs"/>
              </a:defRPr>
            </a:lvl9pPr>
          </a:lstStyle>
          <a:p>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5" y="3682155"/>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3682155"/>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F9EA4881-2F50-4460-9F83-A86DF033A165}"/>
              </a:ext>
            </a:extLst>
          </p:cNvPr>
          <p:cNvSpPr>
            <a:spLocks noGrp="1"/>
          </p:cNvSpPr>
          <p:nvPr>
            <p:ph type="body" sz="quarter" idx="15"/>
          </p:nvPr>
        </p:nvSpPr>
        <p:spPr>
          <a:xfrm>
            <a:off x="377830" y="1423668"/>
            <a:ext cx="11436351" cy="1730437"/>
          </a:xfrm>
        </p:spPr>
        <p:txBody>
          <a:bodyPr/>
          <a:lstStyle>
            <a:lvl1pPr>
              <a:lnSpc>
                <a:spcPct val="85000"/>
              </a:lnSpc>
              <a:spcAft>
                <a:spcPts val="0"/>
              </a:spcAft>
              <a:defRPr sz="6000">
                <a:solidFill>
                  <a:schemeClr val="accent1"/>
                </a:solidFill>
                <a:latin typeface="Montserrat" pitchFamily="2" charset="77"/>
              </a:defRPr>
            </a:lvl1pPr>
          </a:lstStyle>
          <a:p>
            <a:pPr lvl="0"/>
            <a:r>
              <a:rPr lang="en-US"/>
              <a:t>Click to edit Master text styles</a:t>
            </a:r>
          </a:p>
        </p:txBody>
      </p:sp>
      <p:sp>
        <p:nvSpPr>
          <p:cNvPr id="9" name="Slide Number Placeholder 5">
            <a:extLst>
              <a:ext uri="{FF2B5EF4-FFF2-40B4-BE49-F238E27FC236}">
                <a16:creationId xmlns:a16="http://schemas.microsoft.com/office/drawing/2014/main" id="{53671B7F-F2A4-4C16-8CFC-750DB8475484}"/>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674452638"/>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obj" preserve="1">
  <p:cSld name="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1366325"/>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68" rtl="0" eaLnBrk="1" latinLnBrk="0" hangingPunct="1">
              <a:defRPr sz="933" kern="1200">
                <a:solidFill>
                  <a:schemeClr val="bg2"/>
                </a:solidFill>
                <a:latin typeface="+mn-lt"/>
                <a:ea typeface="+mn-ea"/>
                <a:cs typeface="+mn-cs"/>
              </a:defRPr>
            </a:lvl1pPr>
            <a:lvl2pPr marL="304768" algn="l" defTabSz="304768" rtl="0" eaLnBrk="1" latinLnBrk="0" hangingPunct="1">
              <a:defRPr sz="1200" kern="1200">
                <a:solidFill>
                  <a:schemeClr val="tx1"/>
                </a:solidFill>
                <a:latin typeface="+mn-lt"/>
                <a:ea typeface="+mn-ea"/>
                <a:cs typeface="+mn-cs"/>
              </a:defRPr>
            </a:lvl2pPr>
            <a:lvl3pPr marL="609539" algn="l" defTabSz="304768" rtl="0" eaLnBrk="1" latinLnBrk="0" hangingPunct="1">
              <a:defRPr sz="1200" kern="1200">
                <a:solidFill>
                  <a:schemeClr val="tx1"/>
                </a:solidFill>
                <a:latin typeface="+mn-lt"/>
                <a:ea typeface="+mn-ea"/>
                <a:cs typeface="+mn-cs"/>
              </a:defRPr>
            </a:lvl3pPr>
            <a:lvl4pPr marL="914309" algn="l" defTabSz="304768" rtl="0" eaLnBrk="1" latinLnBrk="0" hangingPunct="1">
              <a:defRPr sz="1200" kern="1200">
                <a:solidFill>
                  <a:schemeClr val="tx1"/>
                </a:solidFill>
                <a:latin typeface="+mn-lt"/>
                <a:ea typeface="+mn-ea"/>
                <a:cs typeface="+mn-cs"/>
              </a:defRPr>
            </a:lvl4pPr>
            <a:lvl5pPr marL="1219080" algn="l" defTabSz="304768" rtl="0" eaLnBrk="1" latinLnBrk="0" hangingPunct="1">
              <a:defRPr sz="1200" kern="1200">
                <a:solidFill>
                  <a:schemeClr val="tx1"/>
                </a:solidFill>
                <a:latin typeface="+mn-lt"/>
                <a:ea typeface="+mn-ea"/>
                <a:cs typeface="+mn-cs"/>
              </a:defRPr>
            </a:lvl5pPr>
            <a:lvl6pPr marL="1523849" algn="l" defTabSz="304768" rtl="0" eaLnBrk="1" latinLnBrk="0" hangingPunct="1">
              <a:defRPr sz="1200" kern="1200">
                <a:solidFill>
                  <a:schemeClr val="tx1"/>
                </a:solidFill>
                <a:latin typeface="+mn-lt"/>
                <a:ea typeface="+mn-ea"/>
                <a:cs typeface="+mn-cs"/>
              </a:defRPr>
            </a:lvl6pPr>
            <a:lvl7pPr marL="1828618" algn="l" defTabSz="304768" rtl="0" eaLnBrk="1" latinLnBrk="0" hangingPunct="1">
              <a:defRPr sz="1200" kern="1200">
                <a:solidFill>
                  <a:schemeClr val="tx1"/>
                </a:solidFill>
                <a:latin typeface="+mn-lt"/>
                <a:ea typeface="+mn-ea"/>
                <a:cs typeface="+mn-cs"/>
              </a:defRPr>
            </a:lvl7pPr>
            <a:lvl8pPr marL="2133387" algn="l" defTabSz="304768" rtl="0" eaLnBrk="1" latinLnBrk="0" hangingPunct="1">
              <a:defRPr sz="1200" kern="1200">
                <a:solidFill>
                  <a:schemeClr val="tx1"/>
                </a:solidFill>
                <a:latin typeface="+mn-lt"/>
                <a:ea typeface="+mn-ea"/>
                <a:cs typeface="+mn-cs"/>
              </a:defRPr>
            </a:lvl8pPr>
            <a:lvl9pPr marL="2438158" algn="l" defTabSz="304768" rtl="0" eaLnBrk="1" latinLnBrk="0" hangingPunct="1">
              <a:defRPr sz="1200" kern="1200">
                <a:solidFill>
                  <a:schemeClr val="tx1"/>
                </a:solidFill>
                <a:latin typeface="+mn-lt"/>
                <a:ea typeface="+mn-ea"/>
                <a:cs typeface="+mn-cs"/>
              </a:defRPr>
            </a:lvl9pPr>
          </a:lstStyle>
          <a:p>
            <a:endParaRPr lang="en-GB"/>
          </a:p>
        </p:txBody>
      </p:sp>
      <p:sp>
        <p:nvSpPr>
          <p:cNvPr id="6" name="Slide Number Placeholder 5"/>
          <p:cNvSpPr>
            <a:spLocks noGrp="1"/>
          </p:cNvSpPr>
          <p:nvPr>
            <p:ph type="sldNum" sz="quarter" idx="12"/>
          </p:nvPr>
        </p:nvSpPr>
        <p:spPr/>
        <p:txBody>
          <a:bodyPr/>
          <a:lstStyle/>
          <a:p>
            <a:fld id="{29CC380D-5F44-41E8-971E-CDD19ED6F8E3}" type="slidenum">
              <a:rPr lang="en-GB" smtClean="0"/>
              <a:t>‹#›</a:t>
            </a:fld>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5" y="1366319"/>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1366319"/>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7624313"/>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1_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1366324"/>
            <a:ext cx="3607595" cy="455781"/>
          </a:xfrm>
        </p:spPr>
        <p:txBody>
          <a:bodyPr/>
          <a:lstStyle>
            <a:lvl1pPr>
              <a:defRPr b="1"/>
            </a:lvl1pPr>
          </a:lstStyle>
          <a:p>
            <a:pPr lvl="0"/>
            <a:r>
              <a:rPr lang="en-US"/>
              <a:t>Click to edit Master text styles</a:t>
            </a:r>
          </a:p>
        </p:txBody>
      </p:sp>
      <p:sp>
        <p:nvSpPr>
          <p:cNvPr id="4" name="Date Placeholder 3"/>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68" rtl="0" eaLnBrk="1" latinLnBrk="0" hangingPunct="1">
              <a:defRPr sz="933" kern="1200">
                <a:solidFill>
                  <a:schemeClr val="bg2"/>
                </a:solidFill>
                <a:latin typeface="+mn-lt"/>
                <a:ea typeface="+mn-ea"/>
                <a:cs typeface="+mn-cs"/>
              </a:defRPr>
            </a:lvl1pPr>
            <a:lvl2pPr marL="304768" algn="l" defTabSz="304768" rtl="0" eaLnBrk="1" latinLnBrk="0" hangingPunct="1">
              <a:defRPr sz="1200" kern="1200">
                <a:solidFill>
                  <a:schemeClr val="tx1"/>
                </a:solidFill>
                <a:latin typeface="+mn-lt"/>
                <a:ea typeface="+mn-ea"/>
                <a:cs typeface="+mn-cs"/>
              </a:defRPr>
            </a:lvl2pPr>
            <a:lvl3pPr marL="609539" algn="l" defTabSz="304768" rtl="0" eaLnBrk="1" latinLnBrk="0" hangingPunct="1">
              <a:defRPr sz="1200" kern="1200">
                <a:solidFill>
                  <a:schemeClr val="tx1"/>
                </a:solidFill>
                <a:latin typeface="+mn-lt"/>
                <a:ea typeface="+mn-ea"/>
                <a:cs typeface="+mn-cs"/>
              </a:defRPr>
            </a:lvl3pPr>
            <a:lvl4pPr marL="914309" algn="l" defTabSz="304768" rtl="0" eaLnBrk="1" latinLnBrk="0" hangingPunct="1">
              <a:defRPr sz="1200" kern="1200">
                <a:solidFill>
                  <a:schemeClr val="tx1"/>
                </a:solidFill>
                <a:latin typeface="+mn-lt"/>
                <a:ea typeface="+mn-ea"/>
                <a:cs typeface="+mn-cs"/>
              </a:defRPr>
            </a:lvl4pPr>
            <a:lvl5pPr marL="1219080" algn="l" defTabSz="304768" rtl="0" eaLnBrk="1" latinLnBrk="0" hangingPunct="1">
              <a:defRPr sz="1200" kern="1200">
                <a:solidFill>
                  <a:schemeClr val="tx1"/>
                </a:solidFill>
                <a:latin typeface="+mn-lt"/>
                <a:ea typeface="+mn-ea"/>
                <a:cs typeface="+mn-cs"/>
              </a:defRPr>
            </a:lvl5pPr>
            <a:lvl6pPr marL="1523849" algn="l" defTabSz="304768" rtl="0" eaLnBrk="1" latinLnBrk="0" hangingPunct="1">
              <a:defRPr sz="1200" kern="1200">
                <a:solidFill>
                  <a:schemeClr val="tx1"/>
                </a:solidFill>
                <a:latin typeface="+mn-lt"/>
                <a:ea typeface="+mn-ea"/>
                <a:cs typeface="+mn-cs"/>
              </a:defRPr>
            </a:lvl6pPr>
            <a:lvl7pPr marL="1828618" algn="l" defTabSz="304768" rtl="0" eaLnBrk="1" latinLnBrk="0" hangingPunct="1">
              <a:defRPr sz="1200" kern="1200">
                <a:solidFill>
                  <a:schemeClr val="tx1"/>
                </a:solidFill>
                <a:latin typeface="+mn-lt"/>
                <a:ea typeface="+mn-ea"/>
                <a:cs typeface="+mn-cs"/>
              </a:defRPr>
            </a:lvl7pPr>
            <a:lvl8pPr marL="2133387" algn="l" defTabSz="304768" rtl="0" eaLnBrk="1" latinLnBrk="0" hangingPunct="1">
              <a:defRPr sz="1200" kern="1200">
                <a:solidFill>
                  <a:schemeClr val="tx1"/>
                </a:solidFill>
                <a:latin typeface="+mn-lt"/>
                <a:ea typeface="+mn-ea"/>
                <a:cs typeface="+mn-cs"/>
              </a:defRPr>
            </a:lvl8pPr>
            <a:lvl9pPr marL="2438158" algn="l" defTabSz="304768" rtl="0" eaLnBrk="1" latinLnBrk="0" hangingPunct="1">
              <a:defRPr sz="1200" kern="1200">
                <a:solidFill>
                  <a:schemeClr val="tx1"/>
                </a:solidFill>
                <a:latin typeface="+mn-lt"/>
                <a:ea typeface="+mn-ea"/>
                <a:cs typeface="+mn-cs"/>
              </a:defRPr>
            </a:lvl9pPr>
          </a:lstStyle>
          <a:p>
            <a:endParaRPr lang="en-GB"/>
          </a:p>
        </p:txBody>
      </p:sp>
      <p:sp>
        <p:nvSpPr>
          <p:cNvPr id="6" name="Slide Number Placeholder 5"/>
          <p:cNvSpPr>
            <a:spLocks noGrp="1"/>
          </p:cNvSpPr>
          <p:nvPr>
            <p:ph type="sldNum" sz="quarter" idx="12"/>
          </p:nvPr>
        </p:nvSpPr>
        <p:spPr/>
        <p:txBody>
          <a:bodyPr/>
          <a:lstStyle/>
          <a:p>
            <a:fld id="{29CC380D-5F44-41E8-971E-CDD19ED6F8E3}" type="slidenum">
              <a:rPr lang="en-GB" smtClean="0"/>
              <a:t>‹#›</a:t>
            </a:fld>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5" y="1366320"/>
            <a:ext cx="3607595" cy="455781"/>
          </a:xfrm>
        </p:spPr>
        <p:txBody>
          <a:bodyPr/>
          <a:lstStyle>
            <a:lvl1pPr>
              <a:defRPr b="1"/>
            </a:lvl1pPr>
          </a:lstStyle>
          <a:p>
            <a:pPr lvl="0"/>
            <a:r>
              <a:rPr lang="en-US"/>
              <a:t>Click to edit Master text styles</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1366320"/>
            <a:ext cx="3607595" cy="455781"/>
          </a:xfrm>
        </p:spPr>
        <p:txBody>
          <a:bodyPr/>
          <a:lstStyle>
            <a:lvl1pPr>
              <a:defRPr b="1"/>
            </a:lvl1pPr>
          </a:lstStyle>
          <a:p>
            <a:pPr lvl="0"/>
            <a:r>
              <a:rPr lang="en-US"/>
              <a:t>Click to edit Master text styles</a:t>
            </a:r>
          </a:p>
        </p:txBody>
      </p:sp>
      <p:cxnSp>
        <p:nvCxnSpPr>
          <p:cNvPr id="10" name="Straight Connector 9">
            <a:extLst>
              <a:ext uri="{FF2B5EF4-FFF2-40B4-BE49-F238E27FC236}">
                <a16:creationId xmlns:a16="http://schemas.microsoft.com/office/drawing/2014/main" id="{6B896D49-2CCD-4F4F-B60A-7BA18E6D0558}"/>
              </a:ext>
            </a:extLst>
          </p:cNvPr>
          <p:cNvCxnSpPr>
            <a:cxnSpLocks/>
          </p:cNvCxnSpPr>
          <p:nvPr/>
        </p:nvCxnSpPr>
        <p:spPr>
          <a:xfrm>
            <a:off x="377825" y="2011523"/>
            <a:ext cx="3607595" cy="0"/>
          </a:xfrm>
          <a:prstGeom prst="line">
            <a:avLst/>
          </a:prstGeom>
          <a:ln w="412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19164EC-A269-884E-8AF1-4557714F264F}"/>
              </a:ext>
            </a:extLst>
          </p:cNvPr>
          <p:cNvCxnSpPr>
            <a:cxnSpLocks/>
          </p:cNvCxnSpPr>
          <p:nvPr/>
        </p:nvCxnSpPr>
        <p:spPr>
          <a:xfrm>
            <a:off x="4292205" y="2011523"/>
            <a:ext cx="3607595" cy="0"/>
          </a:xfrm>
          <a:prstGeom prst="line">
            <a:avLst/>
          </a:prstGeom>
          <a:ln w="41275"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4BD4A78-121F-1844-A35F-E46C08F38FD3}"/>
              </a:ext>
            </a:extLst>
          </p:cNvPr>
          <p:cNvCxnSpPr>
            <a:cxnSpLocks/>
          </p:cNvCxnSpPr>
          <p:nvPr/>
        </p:nvCxnSpPr>
        <p:spPr>
          <a:xfrm>
            <a:off x="8206581" y="2011523"/>
            <a:ext cx="3607595" cy="0"/>
          </a:xfrm>
          <a:prstGeom prst="line">
            <a:avLst/>
          </a:prstGeom>
          <a:ln w="41275"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32" name="Content Placeholder 2">
            <a:extLst>
              <a:ext uri="{FF2B5EF4-FFF2-40B4-BE49-F238E27FC236}">
                <a16:creationId xmlns:a16="http://schemas.microsoft.com/office/drawing/2014/main" id="{8B4E038E-0B73-4642-9BBA-0F941BA8C5DA}"/>
              </a:ext>
            </a:extLst>
          </p:cNvPr>
          <p:cNvSpPr>
            <a:spLocks noGrp="1"/>
          </p:cNvSpPr>
          <p:nvPr>
            <p:ph idx="15"/>
          </p:nvPr>
        </p:nvSpPr>
        <p:spPr>
          <a:xfrm>
            <a:off x="377825" y="2401889"/>
            <a:ext cx="3607595" cy="342054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Content Placeholder 2">
            <a:extLst>
              <a:ext uri="{FF2B5EF4-FFF2-40B4-BE49-F238E27FC236}">
                <a16:creationId xmlns:a16="http://schemas.microsoft.com/office/drawing/2014/main" id="{A0DC4165-AC2E-2646-B981-D025162A265C}"/>
              </a:ext>
            </a:extLst>
          </p:cNvPr>
          <p:cNvSpPr>
            <a:spLocks noGrp="1"/>
          </p:cNvSpPr>
          <p:nvPr>
            <p:ph idx="16"/>
          </p:nvPr>
        </p:nvSpPr>
        <p:spPr>
          <a:xfrm>
            <a:off x="4292201" y="2401889"/>
            <a:ext cx="3607595" cy="342054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2">
            <a:extLst>
              <a:ext uri="{FF2B5EF4-FFF2-40B4-BE49-F238E27FC236}">
                <a16:creationId xmlns:a16="http://schemas.microsoft.com/office/drawing/2014/main" id="{D2F03709-776D-6142-8C9D-424904555917}"/>
              </a:ext>
            </a:extLst>
          </p:cNvPr>
          <p:cNvSpPr>
            <a:spLocks noGrp="1"/>
          </p:cNvSpPr>
          <p:nvPr>
            <p:ph idx="17"/>
          </p:nvPr>
        </p:nvSpPr>
        <p:spPr>
          <a:xfrm>
            <a:off x="8206581" y="2401889"/>
            <a:ext cx="3607595" cy="342054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77770041"/>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3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68" rtl="0" eaLnBrk="1" latinLnBrk="0" hangingPunct="1">
              <a:defRPr sz="933" kern="1200">
                <a:solidFill>
                  <a:schemeClr val="bg2"/>
                </a:solidFill>
                <a:latin typeface="+mn-lt"/>
                <a:ea typeface="+mn-ea"/>
                <a:cs typeface="+mn-cs"/>
              </a:defRPr>
            </a:lvl1pPr>
            <a:lvl2pPr marL="304768" algn="l" defTabSz="304768" rtl="0" eaLnBrk="1" latinLnBrk="0" hangingPunct="1">
              <a:defRPr sz="1200" kern="1200">
                <a:solidFill>
                  <a:schemeClr val="tx1"/>
                </a:solidFill>
                <a:latin typeface="+mn-lt"/>
                <a:ea typeface="+mn-ea"/>
                <a:cs typeface="+mn-cs"/>
              </a:defRPr>
            </a:lvl2pPr>
            <a:lvl3pPr marL="609539" algn="l" defTabSz="304768" rtl="0" eaLnBrk="1" latinLnBrk="0" hangingPunct="1">
              <a:defRPr sz="1200" kern="1200">
                <a:solidFill>
                  <a:schemeClr val="tx1"/>
                </a:solidFill>
                <a:latin typeface="+mn-lt"/>
                <a:ea typeface="+mn-ea"/>
                <a:cs typeface="+mn-cs"/>
              </a:defRPr>
            </a:lvl3pPr>
            <a:lvl4pPr marL="914309" algn="l" defTabSz="304768" rtl="0" eaLnBrk="1" latinLnBrk="0" hangingPunct="1">
              <a:defRPr sz="1200" kern="1200">
                <a:solidFill>
                  <a:schemeClr val="tx1"/>
                </a:solidFill>
                <a:latin typeface="+mn-lt"/>
                <a:ea typeface="+mn-ea"/>
                <a:cs typeface="+mn-cs"/>
              </a:defRPr>
            </a:lvl4pPr>
            <a:lvl5pPr marL="1219080" algn="l" defTabSz="304768" rtl="0" eaLnBrk="1" latinLnBrk="0" hangingPunct="1">
              <a:defRPr sz="1200" kern="1200">
                <a:solidFill>
                  <a:schemeClr val="tx1"/>
                </a:solidFill>
                <a:latin typeface="+mn-lt"/>
                <a:ea typeface="+mn-ea"/>
                <a:cs typeface="+mn-cs"/>
              </a:defRPr>
            </a:lvl5pPr>
            <a:lvl6pPr marL="1523849" algn="l" defTabSz="304768" rtl="0" eaLnBrk="1" latinLnBrk="0" hangingPunct="1">
              <a:defRPr sz="1200" kern="1200">
                <a:solidFill>
                  <a:schemeClr val="tx1"/>
                </a:solidFill>
                <a:latin typeface="+mn-lt"/>
                <a:ea typeface="+mn-ea"/>
                <a:cs typeface="+mn-cs"/>
              </a:defRPr>
            </a:lvl6pPr>
            <a:lvl7pPr marL="1828618" algn="l" defTabSz="304768" rtl="0" eaLnBrk="1" latinLnBrk="0" hangingPunct="1">
              <a:defRPr sz="1200" kern="1200">
                <a:solidFill>
                  <a:schemeClr val="tx1"/>
                </a:solidFill>
                <a:latin typeface="+mn-lt"/>
                <a:ea typeface="+mn-ea"/>
                <a:cs typeface="+mn-cs"/>
              </a:defRPr>
            </a:lvl7pPr>
            <a:lvl8pPr marL="2133387" algn="l" defTabSz="304768" rtl="0" eaLnBrk="1" latinLnBrk="0" hangingPunct="1">
              <a:defRPr sz="1200" kern="1200">
                <a:solidFill>
                  <a:schemeClr val="tx1"/>
                </a:solidFill>
                <a:latin typeface="+mn-lt"/>
                <a:ea typeface="+mn-ea"/>
                <a:cs typeface="+mn-cs"/>
              </a:defRPr>
            </a:lvl8pPr>
            <a:lvl9pPr marL="2438158" algn="l" defTabSz="304768"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DC1FED3A-BB9A-2043-9F73-F0D0B0F2F7EA}"/>
              </a:ext>
            </a:extLst>
          </p:cNvPr>
          <p:cNvSpPr>
            <a:spLocks noGrp="1"/>
          </p:cNvSpPr>
          <p:nvPr>
            <p:ph type="body" sz="quarter" idx="73"/>
          </p:nvPr>
        </p:nvSpPr>
        <p:spPr>
          <a:xfrm>
            <a:off x="457200" y="2470152"/>
            <a:ext cx="2420085" cy="3555061"/>
          </a:xfrm>
        </p:spPr>
        <p:txBody>
          <a:bodyPr anchor="t">
            <a:noAutofit/>
          </a:bodyPr>
          <a:lstStyle>
            <a:lvl1pPr marL="228578" marR="0" indent="-228578"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3" name="Text Placeholder 5">
            <a:extLst>
              <a:ext uri="{FF2B5EF4-FFF2-40B4-BE49-F238E27FC236}">
                <a16:creationId xmlns:a16="http://schemas.microsoft.com/office/drawing/2014/main" id="{63081A8C-D60B-1346-BA6F-2837524E9CDC}"/>
              </a:ext>
            </a:extLst>
          </p:cNvPr>
          <p:cNvSpPr>
            <a:spLocks noGrp="1"/>
          </p:cNvSpPr>
          <p:nvPr>
            <p:ph type="body" sz="quarter" idx="74"/>
          </p:nvPr>
        </p:nvSpPr>
        <p:spPr>
          <a:xfrm>
            <a:off x="3323200" y="2470152"/>
            <a:ext cx="2420085" cy="3555061"/>
          </a:xfrm>
        </p:spPr>
        <p:txBody>
          <a:bodyPr anchor="t">
            <a:noAutofit/>
          </a:bodyPr>
          <a:lstStyle>
            <a:lvl1pPr marL="228578" marR="0" indent="-228578"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4" name="Text Placeholder 5">
            <a:extLst>
              <a:ext uri="{FF2B5EF4-FFF2-40B4-BE49-F238E27FC236}">
                <a16:creationId xmlns:a16="http://schemas.microsoft.com/office/drawing/2014/main" id="{F560C527-94DF-4D46-89D7-1E7CB3160A88}"/>
              </a:ext>
            </a:extLst>
          </p:cNvPr>
          <p:cNvSpPr>
            <a:spLocks noGrp="1"/>
          </p:cNvSpPr>
          <p:nvPr>
            <p:ph type="body" sz="quarter" idx="75"/>
          </p:nvPr>
        </p:nvSpPr>
        <p:spPr>
          <a:xfrm>
            <a:off x="6189200" y="2463776"/>
            <a:ext cx="2420085" cy="3555061"/>
          </a:xfrm>
        </p:spPr>
        <p:txBody>
          <a:bodyPr anchor="t">
            <a:noAutofit/>
          </a:bodyPr>
          <a:lstStyle>
            <a:lvl1pPr marL="228578" marR="0" indent="-228578"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5" name="Text Placeholder 5">
            <a:extLst>
              <a:ext uri="{FF2B5EF4-FFF2-40B4-BE49-F238E27FC236}">
                <a16:creationId xmlns:a16="http://schemas.microsoft.com/office/drawing/2014/main" id="{BA8FEE21-FF05-5C45-819F-162DEAFCE567}"/>
              </a:ext>
            </a:extLst>
          </p:cNvPr>
          <p:cNvSpPr>
            <a:spLocks noGrp="1"/>
          </p:cNvSpPr>
          <p:nvPr>
            <p:ph type="body" sz="quarter" idx="76"/>
          </p:nvPr>
        </p:nvSpPr>
        <p:spPr>
          <a:xfrm>
            <a:off x="9055200" y="2463776"/>
            <a:ext cx="2420085" cy="3555061"/>
          </a:xfrm>
        </p:spPr>
        <p:txBody>
          <a:bodyPr anchor="t">
            <a:noAutofit/>
          </a:bodyPr>
          <a:lstStyle>
            <a:lvl1pPr marL="228578" marR="0" indent="-228578"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30" name="Content Placeholder 2">
            <a:extLst>
              <a:ext uri="{FF2B5EF4-FFF2-40B4-BE49-F238E27FC236}">
                <a16:creationId xmlns:a16="http://schemas.microsoft.com/office/drawing/2014/main" id="{F64BCA9E-BD25-BB44-A38A-89F10B03C404}"/>
              </a:ext>
            </a:extLst>
          </p:cNvPr>
          <p:cNvSpPr>
            <a:spLocks noGrp="1"/>
          </p:cNvSpPr>
          <p:nvPr>
            <p:ph idx="1"/>
          </p:nvPr>
        </p:nvSpPr>
        <p:spPr>
          <a:xfrm>
            <a:off x="377827" y="1366321"/>
            <a:ext cx="2499460" cy="655939"/>
          </a:xfrm>
        </p:spPr>
        <p:txBody>
          <a:bodyPr anchor="ctr"/>
          <a:lstStyle>
            <a:lvl1pPr>
              <a:defRPr b="1"/>
            </a:lvl1pPr>
          </a:lstStyle>
          <a:p>
            <a:pPr lvl="0"/>
            <a:r>
              <a:rPr lang="en-US"/>
              <a:t>Click to edit Master text styles</a:t>
            </a:r>
          </a:p>
        </p:txBody>
      </p:sp>
      <p:sp>
        <p:nvSpPr>
          <p:cNvPr id="31" name="Content Placeholder 2">
            <a:extLst>
              <a:ext uri="{FF2B5EF4-FFF2-40B4-BE49-F238E27FC236}">
                <a16:creationId xmlns:a16="http://schemas.microsoft.com/office/drawing/2014/main" id="{6AC809AE-310D-A740-9A5E-BD574EF56F40}"/>
              </a:ext>
            </a:extLst>
          </p:cNvPr>
          <p:cNvSpPr>
            <a:spLocks noGrp="1"/>
          </p:cNvSpPr>
          <p:nvPr>
            <p:ph idx="13"/>
          </p:nvPr>
        </p:nvSpPr>
        <p:spPr>
          <a:xfrm>
            <a:off x="3323204" y="1366321"/>
            <a:ext cx="2420085" cy="655939"/>
          </a:xfrm>
        </p:spPr>
        <p:txBody>
          <a:bodyPr anchor="ctr"/>
          <a:lstStyle>
            <a:lvl1pPr>
              <a:defRPr b="1"/>
            </a:lvl1pPr>
          </a:lstStyle>
          <a:p>
            <a:pPr lvl="0"/>
            <a:r>
              <a:rPr lang="en-US"/>
              <a:t>Click to edit Master text styles</a:t>
            </a:r>
          </a:p>
        </p:txBody>
      </p:sp>
      <p:sp>
        <p:nvSpPr>
          <p:cNvPr id="32" name="Content Placeholder 2">
            <a:extLst>
              <a:ext uri="{FF2B5EF4-FFF2-40B4-BE49-F238E27FC236}">
                <a16:creationId xmlns:a16="http://schemas.microsoft.com/office/drawing/2014/main" id="{3532D7B7-23D2-EA4E-B74B-6E7B9B58F147}"/>
              </a:ext>
            </a:extLst>
          </p:cNvPr>
          <p:cNvSpPr>
            <a:spLocks noGrp="1"/>
          </p:cNvSpPr>
          <p:nvPr>
            <p:ph idx="14"/>
          </p:nvPr>
        </p:nvSpPr>
        <p:spPr>
          <a:xfrm>
            <a:off x="6189200" y="1366321"/>
            <a:ext cx="2420085" cy="655939"/>
          </a:xfrm>
        </p:spPr>
        <p:txBody>
          <a:bodyPr anchor="ctr"/>
          <a:lstStyle>
            <a:lvl1pPr>
              <a:defRPr b="1"/>
            </a:lvl1pPr>
          </a:lstStyle>
          <a:p>
            <a:pPr lvl="0"/>
            <a:r>
              <a:rPr lang="en-US"/>
              <a:t>Click to edit Master text styles</a:t>
            </a:r>
          </a:p>
        </p:txBody>
      </p:sp>
      <p:cxnSp>
        <p:nvCxnSpPr>
          <p:cNvPr id="33" name="Straight Connector 32">
            <a:extLst>
              <a:ext uri="{FF2B5EF4-FFF2-40B4-BE49-F238E27FC236}">
                <a16:creationId xmlns:a16="http://schemas.microsoft.com/office/drawing/2014/main" id="{036E78F7-B8CE-5D4F-BDD4-BAD1502179E6}"/>
              </a:ext>
            </a:extLst>
          </p:cNvPr>
          <p:cNvCxnSpPr>
            <a:cxnSpLocks/>
          </p:cNvCxnSpPr>
          <p:nvPr userDrawn="1"/>
        </p:nvCxnSpPr>
        <p:spPr>
          <a:xfrm>
            <a:off x="377827" y="2243016"/>
            <a:ext cx="2499460" cy="0"/>
          </a:xfrm>
          <a:prstGeom prst="line">
            <a:avLst/>
          </a:prstGeom>
          <a:ln w="412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F69C8E1-F8B9-604C-9BC0-A629735C94A3}"/>
              </a:ext>
            </a:extLst>
          </p:cNvPr>
          <p:cNvCxnSpPr>
            <a:cxnSpLocks/>
          </p:cNvCxnSpPr>
          <p:nvPr userDrawn="1"/>
        </p:nvCxnSpPr>
        <p:spPr>
          <a:xfrm>
            <a:off x="3323200" y="2243016"/>
            <a:ext cx="2420085" cy="0"/>
          </a:xfrm>
          <a:prstGeom prst="line">
            <a:avLst/>
          </a:prstGeom>
          <a:ln w="41275"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B27C38D-3BD5-D245-854D-74C6AC5406DF}"/>
              </a:ext>
            </a:extLst>
          </p:cNvPr>
          <p:cNvCxnSpPr>
            <a:cxnSpLocks/>
          </p:cNvCxnSpPr>
          <p:nvPr userDrawn="1"/>
        </p:nvCxnSpPr>
        <p:spPr>
          <a:xfrm>
            <a:off x="6189199" y="2243016"/>
            <a:ext cx="2420085" cy="0"/>
          </a:xfrm>
          <a:prstGeom prst="line">
            <a:avLst/>
          </a:prstGeom>
          <a:ln w="41275" cap="rnd">
            <a:solidFill>
              <a:schemeClr val="accent3">
                <a:alpha val="99000"/>
              </a:schemeClr>
            </a:solidFill>
            <a:round/>
          </a:ln>
        </p:spPr>
        <p:style>
          <a:lnRef idx="1">
            <a:schemeClr val="accent1"/>
          </a:lnRef>
          <a:fillRef idx="0">
            <a:schemeClr val="accent1"/>
          </a:fillRef>
          <a:effectRef idx="0">
            <a:schemeClr val="accent1"/>
          </a:effectRef>
          <a:fontRef idx="minor">
            <a:schemeClr val="tx1"/>
          </a:fontRef>
        </p:style>
      </p:cxnSp>
      <p:sp>
        <p:nvSpPr>
          <p:cNvPr id="43" name="Content Placeholder 2">
            <a:extLst>
              <a:ext uri="{FF2B5EF4-FFF2-40B4-BE49-F238E27FC236}">
                <a16:creationId xmlns:a16="http://schemas.microsoft.com/office/drawing/2014/main" id="{DEE75C1D-BC4C-0146-912E-D47892C30EB2}"/>
              </a:ext>
            </a:extLst>
          </p:cNvPr>
          <p:cNvSpPr>
            <a:spLocks noGrp="1"/>
          </p:cNvSpPr>
          <p:nvPr>
            <p:ph idx="77"/>
          </p:nvPr>
        </p:nvSpPr>
        <p:spPr>
          <a:xfrm>
            <a:off x="9055200" y="1366321"/>
            <a:ext cx="2420085" cy="655939"/>
          </a:xfrm>
        </p:spPr>
        <p:txBody>
          <a:bodyPr anchor="ctr"/>
          <a:lstStyle>
            <a:lvl1pPr>
              <a:defRPr b="1"/>
            </a:lvl1pPr>
          </a:lstStyle>
          <a:p>
            <a:pPr lvl="0"/>
            <a:r>
              <a:rPr lang="en-US"/>
              <a:t>Click to edit Master text styles</a:t>
            </a:r>
          </a:p>
        </p:txBody>
      </p:sp>
      <p:cxnSp>
        <p:nvCxnSpPr>
          <p:cNvPr id="44" name="Straight Connector 43">
            <a:extLst>
              <a:ext uri="{FF2B5EF4-FFF2-40B4-BE49-F238E27FC236}">
                <a16:creationId xmlns:a16="http://schemas.microsoft.com/office/drawing/2014/main" id="{B5C538C9-2BCA-2E46-A94A-0FB8D18489BC}"/>
              </a:ext>
            </a:extLst>
          </p:cNvPr>
          <p:cNvCxnSpPr>
            <a:cxnSpLocks/>
          </p:cNvCxnSpPr>
          <p:nvPr userDrawn="1"/>
        </p:nvCxnSpPr>
        <p:spPr>
          <a:xfrm>
            <a:off x="9055200" y="2243016"/>
            <a:ext cx="2420085" cy="0"/>
          </a:xfrm>
          <a:prstGeom prst="line">
            <a:avLst/>
          </a:prstGeom>
          <a:ln w="41275" cap="rnd">
            <a:solidFill>
              <a:schemeClr val="accent4"/>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2249161"/>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1_Blank w/foote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2232DF8-F106-704B-8477-66785B07AB3E}"/>
              </a:ext>
            </a:extLst>
          </p:cNvPr>
          <p:cNvSpPr>
            <a:spLocks noGrp="1"/>
          </p:cNvSpPr>
          <p:nvPr>
            <p:ph type="pic" sz="quarter" idx="13"/>
          </p:nvPr>
        </p:nvSpPr>
        <p:spPr>
          <a:xfrm>
            <a:off x="0" y="280"/>
            <a:ext cx="12192000" cy="6193536"/>
          </a:xfrm>
          <a:solidFill>
            <a:schemeClr val="bg2"/>
          </a:solidFill>
        </p:spPr>
        <p:txBody>
          <a:bodyPr tIns="1920240" rIns="0"/>
          <a:lstStyle>
            <a:lvl1pPr marL="0" indent="0" algn="ctr">
              <a:buNone/>
              <a:defRPr/>
            </a:lvl1pPr>
          </a:lstStyle>
          <a:p>
            <a:r>
              <a:rPr lang="en-US"/>
              <a:t>Click icon to add picture</a:t>
            </a:r>
          </a:p>
        </p:txBody>
      </p:sp>
      <p:sp>
        <p:nvSpPr>
          <p:cNvPr id="10" name="Content Placeholder 9">
            <a:extLst>
              <a:ext uri="{FF2B5EF4-FFF2-40B4-BE49-F238E27FC236}">
                <a16:creationId xmlns:a16="http://schemas.microsoft.com/office/drawing/2014/main" id="{80237854-694D-8143-80CC-A1879777AF20}"/>
              </a:ext>
            </a:extLst>
          </p:cNvPr>
          <p:cNvSpPr>
            <a:spLocks noGrp="1"/>
          </p:cNvSpPr>
          <p:nvPr>
            <p:ph sz="quarter" idx="14"/>
          </p:nvPr>
        </p:nvSpPr>
        <p:spPr>
          <a:xfrm>
            <a:off x="728016" y="2404885"/>
            <a:ext cx="3411097" cy="3323383"/>
          </a:xfrm>
          <a:prstGeom prst="ellipse">
            <a:avLst/>
          </a:prstGeom>
          <a:solidFill>
            <a:schemeClr val="accent1"/>
          </a:solidFill>
        </p:spPr>
        <p:txBody>
          <a:bodyPr tIns="0" anchor="ctr">
            <a:normAutofit/>
          </a:bodyPr>
          <a:lstStyle>
            <a:lvl1pPr marL="0" indent="0" algn="ctr">
              <a:buNone/>
              <a:defRPr sz="1867" b="1">
                <a:solidFill>
                  <a:schemeClr val="bg1"/>
                </a:solidFill>
              </a:defRPr>
            </a:lvl1pPr>
            <a:lvl2pPr algn="ctr">
              <a:defRPr/>
            </a:lvl2pPr>
            <a:lvl3pPr algn="ctr">
              <a:defRPr/>
            </a:lvl3pPr>
            <a:lvl4pPr algn="ctr">
              <a:defRPr/>
            </a:lvl4pPr>
            <a:lvl5pPr marL="1151354" indent="0" algn="ctr">
              <a:buNone/>
              <a:defRPr/>
            </a:lvl5pPr>
          </a:lstStyle>
          <a:p>
            <a:pPr lvl="0"/>
            <a:r>
              <a:rPr lang="en-US"/>
              <a:t>Click to edit Master text styles</a:t>
            </a:r>
          </a:p>
        </p:txBody>
      </p:sp>
      <p:sp>
        <p:nvSpPr>
          <p:cNvPr id="7" name="Slide Number Placeholder 5">
            <a:extLst>
              <a:ext uri="{FF2B5EF4-FFF2-40B4-BE49-F238E27FC236}">
                <a16:creationId xmlns:a16="http://schemas.microsoft.com/office/drawing/2014/main" id="{911BBFA1-F550-4430-8659-41C3BCA73454}"/>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6" name="Graphic 12">
            <a:extLst>
              <a:ext uri="{FF2B5EF4-FFF2-40B4-BE49-F238E27FC236}">
                <a16:creationId xmlns:a16="http://schemas.microsoft.com/office/drawing/2014/main" id="{79B7C261-6DEB-4646-B1DC-C6F941069E2F}"/>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3728441291"/>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78" name="Text Placeholder 70">
            <a:extLst>
              <a:ext uri="{FF2B5EF4-FFF2-40B4-BE49-F238E27FC236}">
                <a16:creationId xmlns:a16="http://schemas.microsoft.com/office/drawing/2014/main" id="{AE067FBA-294B-D849-BC89-744E5234FFE1}"/>
              </a:ext>
            </a:extLst>
          </p:cNvPr>
          <p:cNvSpPr>
            <a:spLocks noGrp="1"/>
          </p:cNvSpPr>
          <p:nvPr>
            <p:ph type="body" sz="quarter" idx="19" hasCustomPrompt="1"/>
          </p:nvPr>
        </p:nvSpPr>
        <p:spPr>
          <a:xfrm>
            <a:off x="9386153" y="4950897"/>
            <a:ext cx="2639483" cy="836083"/>
          </a:xfrm>
        </p:spPr>
        <p:txBody>
          <a:bodyPr anchor="t" anchorCtr="0">
            <a:noAutofit/>
          </a:bodyPr>
          <a:lstStyle>
            <a:lvl1pPr marL="0" marR="0" indent="0" algn="l" defTabSz="121911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1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9" name="Freeform 8">
            <a:extLst>
              <a:ext uri="{FF2B5EF4-FFF2-40B4-BE49-F238E27FC236}">
                <a16:creationId xmlns:a16="http://schemas.microsoft.com/office/drawing/2014/main" id="{5CC28A6F-B179-B644-B0A5-418F10E7689D}"/>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48" name="TextBox 47">
            <a:extLst>
              <a:ext uri="{FF2B5EF4-FFF2-40B4-BE49-F238E27FC236}">
                <a16:creationId xmlns:a16="http://schemas.microsoft.com/office/drawing/2014/main" id="{B5E443A4-60AC-C04E-BE44-345D6D5A23F9}"/>
              </a:ext>
            </a:extLst>
          </p:cNvPr>
          <p:cNvSpPr txBox="1"/>
          <p:nvPr userDrawn="1"/>
        </p:nvSpPr>
        <p:spPr>
          <a:xfrm>
            <a:off x="2931199" y="2239737"/>
            <a:ext cx="881336" cy="545017"/>
          </a:xfrm>
          <a:prstGeom prst="rect">
            <a:avLst/>
          </a:prstGeom>
          <a:noFill/>
        </p:spPr>
        <p:txBody>
          <a:bodyPr wrap="square" lIns="0" tIns="0" rIns="0" bIns="0" rtlCol="0">
            <a:noAutofit/>
          </a:bodyPr>
          <a:lstStyle/>
          <a:p>
            <a:pPr marL="0" marR="0" lvl="0" indent="0" algn="l" defTabSz="121911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171717"/>
              </a:solidFill>
              <a:effectLst/>
              <a:uLnTx/>
              <a:uFillTx/>
              <a:latin typeface="Arial" panose="020B0604020202020204"/>
              <a:ea typeface="+mn-ea"/>
              <a:cs typeface="+mn-cs"/>
            </a:endParaRPr>
          </a:p>
        </p:txBody>
      </p:sp>
      <p:sp>
        <p:nvSpPr>
          <p:cNvPr id="71" name="Text Placeholder 70">
            <a:extLst>
              <a:ext uri="{FF2B5EF4-FFF2-40B4-BE49-F238E27FC236}">
                <a16:creationId xmlns:a16="http://schemas.microsoft.com/office/drawing/2014/main" id="{092A9FE5-AC61-9C4F-9115-8820A7F6F322}"/>
              </a:ext>
            </a:extLst>
          </p:cNvPr>
          <p:cNvSpPr>
            <a:spLocks noGrp="1"/>
          </p:cNvSpPr>
          <p:nvPr>
            <p:ph type="body" sz="quarter" idx="13" hasCustomPrompt="1"/>
          </p:nvPr>
        </p:nvSpPr>
        <p:spPr>
          <a:xfrm>
            <a:off x="647505" y="1208669"/>
            <a:ext cx="2639483" cy="836083"/>
          </a:xfrm>
        </p:spPr>
        <p:txBody>
          <a:bodyPr anchor="b" anchorCtr="0">
            <a:noAutofit/>
          </a:bodyPr>
          <a:lstStyle>
            <a:lvl1pPr marL="0" marR="0" indent="0" algn="l" defTabSz="121911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1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2" name="Text Placeholder 70">
            <a:extLst>
              <a:ext uri="{FF2B5EF4-FFF2-40B4-BE49-F238E27FC236}">
                <a16:creationId xmlns:a16="http://schemas.microsoft.com/office/drawing/2014/main" id="{88F3E9C3-1356-0F46-8E31-5920A6ED2A3B}"/>
              </a:ext>
            </a:extLst>
          </p:cNvPr>
          <p:cNvSpPr>
            <a:spLocks noGrp="1"/>
          </p:cNvSpPr>
          <p:nvPr>
            <p:ph type="body" sz="quarter" idx="14" hasCustomPrompt="1"/>
          </p:nvPr>
        </p:nvSpPr>
        <p:spPr>
          <a:xfrm>
            <a:off x="4986929" y="1414861"/>
            <a:ext cx="2639483" cy="836083"/>
          </a:xfrm>
        </p:spPr>
        <p:txBody>
          <a:bodyPr anchor="b" anchorCtr="0">
            <a:noAutofit/>
          </a:bodyPr>
          <a:lstStyle>
            <a:lvl1pPr marL="0" marR="0" indent="0" algn="l" defTabSz="121911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1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3" name="Text Placeholder 70">
            <a:extLst>
              <a:ext uri="{FF2B5EF4-FFF2-40B4-BE49-F238E27FC236}">
                <a16:creationId xmlns:a16="http://schemas.microsoft.com/office/drawing/2014/main" id="{45FA2D97-99A3-9848-B80E-50776252DE48}"/>
              </a:ext>
            </a:extLst>
          </p:cNvPr>
          <p:cNvSpPr>
            <a:spLocks noGrp="1"/>
          </p:cNvSpPr>
          <p:nvPr>
            <p:ph type="body" sz="quarter" idx="15" hasCustomPrompt="1"/>
          </p:nvPr>
        </p:nvSpPr>
        <p:spPr>
          <a:xfrm>
            <a:off x="8112521" y="1466982"/>
            <a:ext cx="2639483" cy="836083"/>
          </a:xfrm>
        </p:spPr>
        <p:txBody>
          <a:bodyPr anchor="b" anchorCtr="0">
            <a:noAutofit/>
          </a:bodyPr>
          <a:lstStyle>
            <a:lvl1pPr marL="0" marR="0" indent="0" algn="l" defTabSz="121911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1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4" name="Text Placeholder 70">
            <a:extLst>
              <a:ext uri="{FF2B5EF4-FFF2-40B4-BE49-F238E27FC236}">
                <a16:creationId xmlns:a16="http://schemas.microsoft.com/office/drawing/2014/main" id="{FD4E0504-7DED-1845-BEBD-63B64826B6C8}"/>
              </a:ext>
            </a:extLst>
          </p:cNvPr>
          <p:cNvSpPr>
            <a:spLocks noGrp="1"/>
          </p:cNvSpPr>
          <p:nvPr>
            <p:ph type="body" sz="quarter" idx="16" hasCustomPrompt="1"/>
          </p:nvPr>
        </p:nvSpPr>
        <p:spPr>
          <a:xfrm>
            <a:off x="117921" y="4935465"/>
            <a:ext cx="2639483" cy="836083"/>
          </a:xfrm>
        </p:spPr>
        <p:txBody>
          <a:bodyPr anchor="t" anchorCtr="0">
            <a:noAutofit/>
          </a:bodyPr>
          <a:lstStyle>
            <a:lvl1pPr marL="0" marR="0" indent="0" algn="l" defTabSz="121911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1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6" name="Text Placeholder 70">
            <a:extLst>
              <a:ext uri="{FF2B5EF4-FFF2-40B4-BE49-F238E27FC236}">
                <a16:creationId xmlns:a16="http://schemas.microsoft.com/office/drawing/2014/main" id="{EEED8497-B848-8E4D-857D-F800BDB3F150}"/>
              </a:ext>
            </a:extLst>
          </p:cNvPr>
          <p:cNvSpPr>
            <a:spLocks noGrp="1"/>
          </p:cNvSpPr>
          <p:nvPr>
            <p:ph type="body" sz="quarter" idx="17" hasCustomPrompt="1"/>
          </p:nvPr>
        </p:nvSpPr>
        <p:spPr>
          <a:xfrm>
            <a:off x="2962357" y="4893429"/>
            <a:ext cx="2639483" cy="836083"/>
          </a:xfrm>
        </p:spPr>
        <p:txBody>
          <a:bodyPr anchor="t" anchorCtr="0">
            <a:noAutofit/>
          </a:bodyPr>
          <a:lstStyle>
            <a:lvl1pPr marL="0" marR="0" indent="0" algn="l" defTabSz="121911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1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7" name="Text Placeholder 70">
            <a:extLst>
              <a:ext uri="{FF2B5EF4-FFF2-40B4-BE49-F238E27FC236}">
                <a16:creationId xmlns:a16="http://schemas.microsoft.com/office/drawing/2014/main" id="{5AC7E6E0-E467-6C42-8D1C-BFF258C40292}"/>
              </a:ext>
            </a:extLst>
          </p:cNvPr>
          <p:cNvSpPr>
            <a:spLocks noGrp="1"/>
          </p:cNvSpPr>
          <p:nvPr>
            <p:ph type="body" sz="quarter" idx="18" hasCustomPrompt="1"/>
          </p:nvPr>
        </p:nvSpPr>
        <p:spPr>
          <a:xfrm>
            <a:off x="6413189" y="4815497"/>
            <a:ext cx="2639483" cy="836083"/>
          </a:xfrm>
        </p:spPr>
        <p:txBody>
          <a:bodyPr anchor="t" anchorCtr="0">
            <a:noAutofit/>
          </a:bodyPr>
          <a:lstStyle>
            <a:lvl1pPr marL="0" marR="0" indent="0" algn="l" defTabSz="121911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1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9" name="Text Placeholder 70">
            <a:extLst>
              <a:ext uri="{FF2B5EF4-FFF2-40B4-BE49-F238E27FC236}">
                <a16:creationId xmlns:a16="http://schemas.microsoft.com/office/drawing/2014/main" id="{E8710EE9-E0AD-2140-925B-C4CFA5A005E9}"/>
              </a:ext>
            </a:extLst>
          </p:cNvPr>
          <p:cNvSpPr>
            <a:spLocks noGrp="1"/>
          </p:cNvSpPr>
          <p:nvPr>
            <p:ph type="body" sz="quarter" idx="20" hasCustomPrompt="1"/>
          </p:nvPr>
        </p:nvSpPr>
        <p:spPr>
          <a:xfrm>
            <a:off x="2249373" y="2061185"/>
            <a:ext cx="2639483" cy="836083"/>
          </a:xfrm>
        </p:spPr>
        <p:txBody>
          <a:bodyPr anchor="b" anchorCtr="0">
            <a:noAutofit/>
          </a:bodyPr>
          <a:lstStyle>
            <a:lvl1pPr marL="0" marR="0" indent="0" algn="l" defTabSz="121911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1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17" name="Slide Number Placeholder 5">
            <a:extLst>
              <a:ext uri="{FF2B5EF4-FFF2-40B4-BE49-F238E27FC236}">
                <a16:creationId xmlns:a16="http://schemas.microsoft.com/office/drawing/2014/main" id="{48BD629C-E5E9-4854-9D7A-0A82495612FA}"/>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360094276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7_Blank w/footer">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369F67A3-A1B4-004B-8E2A-D755FB56451E}"/>
              </a:ext>
            </a:extLst>
          </p:cNvPr>
          <p:cNvGrpSpPr/>
          <p:nvPr userDrawn="1"/>
        </p:nvGrpSpPr>
        <p:grpSpPr>
          <a:xfrm>
            <a:off x="5442875" y="3948753"/>
            <a:ext cx="1317148" cy="246432"/>
            <a:chOff x="4109656" y="2961565"/>
            <a:chExt cx="987861" cy="184824"/>
          </a:xfrm>
        </p:grpSpPr>
        <p:sp>
          <p:nvSpPr>
            <p:cNvPr id="9" name="Rounded Rectangle 8">
              <a:extLst>
                <a:ext uri="{FF2B5EF4-FFF2-40B4-BE49-F238E27FC236}">
                  <a16:creationId xmlns:a16="http://schemas.microsoft.com/office/drawing/2014/main" id="{FDBDE7F3-AA3F-3A4B-BC96-C29300461749}"/>
                </a:ext>
              </a:extLst>
            </p:cNvPr>
            <p:cNvSpPr/>
            <p:nvPr/>
          </p:nvSpPr>
          <p:spPr>
            <a:xfrm>
              <a:off x="4667796" y="2962913"/>
              <a:ext cx="429721" cy="18212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0" name="Oval 9">
              <a:extLst>
                <a:ext uri="{FF2B5EF4-FFF2-40B4-BE49-F238E27FC236}">
                  <a16:creationId xmlns:a16="http://schemas.microsoft.com/office/drawing/2014/main" id="{86320228-23E0-0846-A6B6-2CDCBCC664C0}"/>
                </a:ext>
              </a:extLst>
            </p:cNvPr>
            <p:cNvSpPr/>
            <p:nvPr/>
          </p:nvSpPr>
          <p:spPr>
            <a:xfrm>
              <a:off x="4390811" y="2961565"/>
              <a:ext cx="184824" cy="18482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1" name="Oval 10">
              <a:extLst>
                <a:ext uri="{FF2B5EF4-FFF2-40B4-BE49-F238E27FC236}">
                  <a16:creationId xmlns:a16="http://schemas.microsoft.com/office/drawing/2014/main" id="{5C63AE92-D943-E046-8F35-C31BF9B9109C}"/>
                </a:ext>
              </a:extLst>
            </p:cNvPr>
            <p:cNvSpPr/>
            <p:nvPr/>
          </p:nvSpPr>
          <p:spPr>
            <a:xfrm>
              <a:off x="4109656" y="2961565"/>
              <a:ext cx="184824" cy="18482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grpSp>
      <p:sp>
        <p:nvSpPr>
          <p:cNvPr id="3" name="Text Placeholder 2">
            <a:extLst>
              <a:ext uri="{FF2B5EF4-FFF2-40B4-BE49-F238E27FC236}">
                <a16:creationId xmlns:a16="http://schemas.microsoft.com/office/drawing/2014/main" id="{84AFC75D-C55C-1B4D-9FF5-B13158C16C4E}"/>
              </a:ext>
            </a:extLst>
          </p:cNvPr>
          <p:cNvSpPr>
            <a:spLocks noGrp="1"/>
          </p:cNvSpPr>
          <p:nvPr>
            <p:ph type="body" sz="quarter" idx="13"/>
          </p:nvPr>
        </p:nvSpPr>
        <p:spPr>
          <a:xfrm>
            <a:off x="485777" y="1489631"/>
            <a:ext cx="11220451" cy="2222500"/>
          </a:xfrm>
        </p:spPr>
        <p:txBody>
          <a:bodyPr anchor="b">
            <a:normAutofit/>
          </a:bodyPr>
          <a:lstStyle>
            <a:lvl1pPr algn="ctr">
              <a:defRPr sz="4267" b="1"/>
            </a:lvl1pPr>
            <a:lvl2pPr>
              <a:defRPr b="1"/>
            </a:lvl2pPr>
            <a:lvl3pPr>
              <a:defRPr b="1"/>
            </a:lvl3pPr>
            <a:lvl4pPr>
              <a:defRPr b="1"/>
            </a:lvl4pPr>
            <a:lvl5pPr>
              <a:defRPr b="1"/>
            </a:lvl5pPr>
          </a:lstStyle>
          <a:p>
            <a:pPr lvl="0"/>
            <a:r>
              <a:rPr lang="en-US"/>
              <a:t>Click to edit Master text styles</a:t>
            </a:r>
          </a:p>
        </p:txBody>
      </p:sp>
      <p:sp>
        <p:nvSpPr>
          <p:cNvPr id="12" name="Text Placeholder 11">
            <a:extLst>
              <a:ext uri="{FF2B5EF4-FFF2-40B4-BE49-F238E27FC236}">
                <a16:creationId xmlns:a16="http://schemas.microsoft.com/office/drawing/2014/main" id="{BF8F45B8-CB91-6945-BA1F-F5EC5287380A}"/>
              </a:ext>
            </a:extLst>
          </p:cNvPr>
          <p:cNvSpPr>
            <a:spLocks noGrp="1"/>
          </p:cNvSpPr>
          <p:nvPr>
            <p:ph type="body" sz="quarter" idx="14" hasCustomPrompt="1"/>
          </p:nvPr>
        </p:nvSpPr>
        <p:spPr>
          <a:xfrm>
            <a:off x="4923369" y="4440931"/>
            <a:ext cx="2345267" cy="493183"/>
          </a:xfrm>
        </p:spPr>
        <p:txBody>
          <a:bodyPr/>
          <a:lstStyle>
            <a:lvl1pPr marL="0" marR="0" indent="0" algn="ctr" defTabSz="609555" rtl="0" eaLnBrk="1" fontAlgn="auto" latinLnBrk="0" hangingPunct="1">
              <a:lnSpc>
                <a:spcPct val="100000"/>
              </a:lnSpc>
              <a:spcBef>
                <a:spcPts val="0"/>
              </a:spcBef>
              <a:spcAft>
                <a:spcPts val="0"/>
              </a:spcAft>
              <a:buClrTx/>
              <a:buSzTx/>
              <a:buFontTx/>
              <a:buNone/>
              <a:tabLst/>
              <a:defRPr/>
            </a:lvl1pPr>
          </a:lstStyle>
          <a:p>
            <a:pPr marL="0" marR="0" lvl="0" indent="0" algn="ctr" defTabSz="60955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E20177"/>
                </a:solidFill>
                <a:effectLst/>
                <a:uLnTx/>
                <a:uFillTx/>
                <a:latin typeface="Arial" panose="020B0604020202020204" pitchFamily="34" charset="0"/>
                <a:ea typeface="+mn-ea"/>
                <a:cs typeface="Arial" panose="020B0604020202020204" pitchFamily="34" charset="0"/>
              </a:rPr>
              <a:t>Name Here</a:t>
            </a:r>
          </a:p>
          <a:p>
            <a:pPr marL="0" marR="0" lvl="0" indent="0" algn="ctr" defTabSz="609555"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a:ln>
                  <a:noFill/>
                </a:ln>
                <a:solidFill>
                  <a:srgbClr val="171717"/>
                </a:solidFill>
                <a:effectLst/>
                <a:uLnTx/>
                <a:uFillTx/>
                <a:latin typeface="+mn-lt"/>
                <a:ea typeface="+mn-ea"/>
                <a:cs typeface="+mn-cs"/>
              </a:rPr>
              <a:t>Title Goes Here</a:t>
            </a:r>
          </a:p>
        </p:txBody>
      </p:sp>
      <p:sp>
        <p:nvSpPr>
          <p:cNvPr id="14" name="Slide Number Placeholder 5">
            <a:extLst>
              <a:ext uri="{FF2B5EF4-FFF2-40B4-BE49-F238E27FC236}">
                <a16:creationId xmlns:a16="http://schemas.microsoft.com/office/drawing/2014/main" id="{9E17FAC0-3DB1-4023-854C-C5EAE614B89A}"/>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13" name="Graphic 12">
            <a:extLst>
              <a:ext uri="{FF2B5EF4-FFF2-40B4-BE49-F238E27FC236}">
                <a16:creationId xmlns:a16="http://schemas.microsoft.com/office/drawing/2014/main" id="{F1DA2FFC-2A09-46AF-B04B-B791A766B8C9}"/>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14407480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8_Blank w/foot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AFC75D-C55C-1B4D-9FF5-B13158C16C4E}"/>
              </a:ext>
            </a:extLst>
          </p:cNvPr>
          <p:cNvSpPr>
            <a:spLocks noGrp="1"/>
          </p:cNvSpPr>
          <p:nvPr>
            <p:ph type="body" sz="quarter" idx="13"/>
          </p:nvPr>
        </p:nvSpPr>
        <p:spPr>
          <a:xfrm>
            <a:off x="485777" y="1489631"/>
            <a:ext cx="11220451" cy="2222500"/>
          </a:xfrm>
        </p:spPr>
        <p:txBody>
          <a:bodyPr anchor="b">
            <a:normAutofit/>
          </a:bodyPr>
          <a:lstStyle>
            <a:lvl1pPr algn="ctr">
              <a:defRPr sz="4267" b="1"/>
            </a:lvl1pPr>
            <a:lvl2pPr>
              <a:defRPr b="1"/>
            </a:lvl2pPr>
            <a:lvl3pPr>
              <a:defRPr b="1"/>
            </a:lvl3pPr>
            <a:lvl4pPr>
              <a:defRPr b="1"/>
            </a:lvl4pPr>
            <a:lvl5pPr>
              <a:defRPr b="1"/>
            </a:lvl5pPr>
          </a:lstStyle>
          <a:p>
            <a:pPr lvl="0"/>
            <a:r>
              <a:rPr lang="en-US"/>
              <a:t>Click to edit Master text styles</a:t>
            </a:r>
          </a:p>
        </p:txBody>
      </p:sp>
      <p:sp>
        <p:nvSpPr>
          <p:cNvPr id="12" name="Text Placeholder 11">
            <a:extLst>
              <a:ext uri="{FF2B5EF4-FFF2-40B4-BE49-F238E27FC236}">
                <a16:creationId xmlns:a16="http://schemas.microsoft.com/office/drawing/2014/main" id="{BF8F45B8-CB91-6945-BA1F-F5EC5287380A}"/>
              </a:ext>
            </a:extLst>
          </p:cNvPr>
          <p:cNvSpPr>
            <a:spLocks noGrp="1"/>
          </p:cNvSpPr>
          <p:nvPr>
            <p:ph type="body" sz="quarter" idx="14" hasCustomPrompt="1"/>
          </p:nvPr>
        </p:nvSpPr>
        <p:spPr>
          <a:xfrm>
            <a:off x="4923369" y="4440931"/>
            <a:ext cx="2345267" cy="493183"/>
          </a:xfrm>
        </p:spPr>
        <p:txBody>
          <a:bodyPr/>
          <a:lstStyle>
            <a:lvl1pPr marL="0" marR="0" indent="0" algn="ctr" defTabSz="609555" rtl="0" eaLnBrk="1" fontAlgn="auto" latinLnBrk="0" hangingPunct="1">
              <a:lnSpc>
                <a:spcPct val="100000"/>
              </a:lnSpc>
              <a:spcBef>
                <a:spcPts val="0"/>
              </a:spcBef>
              <a:spcAft>
                <a:spcPts val="0"/>
              </a:spcAft>
              <a:buClrTx/>
              <a:buSzTx/>
              <a:buFontTx/>
              <a:buNone/>
              <a:tabLst/>
              <a:defRPr/>
            </a:lvl1pPr>
          </a:lstStyle>
          <a:p>
            <a:pPr marL="0" marR="0" lvl="0" indent="0" algn="ctr" defTabSz="60955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E20177"/>
                </a:solidFill>
                <a:effectLst/>
                <a:uLnTx/>
                <a:uFillTx/>
                <a:latin typeface="Arial" panose="020B0604020202020204" pitchFamily="34" charset="0"/>
                <a:ea typeface="+mn-ea"/>
                <a:cs typeface="Arial" panose="020B0604020202020204" pitchFamily="34" charset="0"/>
              </a:rPr>
              <a:t>Name Here</a:t>
            </a:r>
          </a:p>
          <a:p>
            <a:pPr marL="0" marR="0" lvl="0" indent="0" algn="ctr" defTabSz="609555"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a:ln>
                  <a:noFill/>
                </a:ln>
                <a:solidFill>
                  <a:srgbClr val="171717"/>
                </a:solidFill>
                <a:effectLst/>
                <a:uLnTx/>
                <a:uFillTx/>
                <a:latin typeface="+mn-lt"/>
                <a:ea typeface="+mn-ea"/>
                <a:cs typeface="+mn-cs"/>
              </a:rPr>
              <a:t>Title Goes Here</a:t>
            </a:r>
          </a:p>
        </p:txBody>
      </p:sp>
      <p:sp>
        <p:nvSpPr>
          <p:cNvPr id="14" name="Slide Number Placeholder 5">
            <a:extLst>
              <a:ext uri="{FF2B5EF4-FFF2-40B4-BE49-F238E27FC236}">
                <a16:creationId xmlns:a16="http://schemas.microsoft.com/office/drawing/2014/main" id="{9E17FAC0-3DB1-4023-854C-C5EAE614B89A}"/>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5" name="Graphic 12">
            <a:extLst>
              <a:ext uri="{FF2B5EF4-FFF2-40B4-BE49-F238E27FC236}">
                <a16:creationId xmlns:a16="http://schemas.microsoft.com/office/drawing/2014/main" id="{5C2857E4-F7C4-4875-8927-388BF164771F}"/>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12616295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2_Title with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6178331" cy="4351283"/>
          </a:xfrm>
          <a:prstGeom prst="rect">
            <a:avLst/>
          </a:prstGeom>
        </p:spPr>
        <p:txBody>
          <a:bodyPr lIns="0" tIns="0" rIns="0" bIns="0"/>
          <a:lstStyle>
            <a:lvl1pPr marL="0" marR="0" indent="0" algn="l" defTabSz="914332"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55" marR="0" indent="-243823" algn="l" defTabSz="914332"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76" marR="0" indent="-243823" algn="l" defTabSz="914332"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10" marR="0" indent="-243823" algn="l" defTabSz="914332"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32"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5" name="Content Placeholder 4">
            <a:extLst>
              <a:ext uri="{FF2B5EF4-FFF2-40B4-BE49-F238E27FC236}">
                <a16:creationId xmlns:a16="http://schemas.microsoft.com/office/drawing/2014/main" id="{8C57874F-97D7-894B-AAB7-0363CD80351B}"/>
              </a:ext>
            </a:extLst>
          </p:cNvPr>
          <p:cNvSpPr>
            <a:spLocks noGrp="1"/>
          </p:cNvSpPr>
          <p:nvPr>
            <p:ph sz="quarter" idx="13"/>
          </p:nvPr>
        </p:nvSpPr>
        <p:spPr>
          <a:xfrm>
            <a:off x="6911856" y="1576917"/>
            <a:ext cx="4822944" cy="4351867"/>
          </a:xfrm>
        </p:spPr>
        <p:txBody>
          <a:bodyPr/>
          <a:lstStyle/>
          <a:p>
            <a:pPr lvl="0"/>
            <a:endParaRPr lang="en-US"/>
          </a:p>
        </p:txBody>
      </p:sp>
    </p:spTree>
    <p:extLst>
      <p:ext uri="{BB962C8B-B14F-4D97-AF65-F5344CB8AC3E}">
        <p14:creationId xmlns:p14="http://schemas.microsoft.com/office/powerpoint/2010/main" val="34996796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3_Title with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5556469" y="1576553"/>
            <a:ext cx="6178331" cy="4351283"/>
          </a:xfrm>
          <a:prstGeom prst="rect">
            <a:avLst/>
          </a:prstGeom>
        </p:spPr>
        <p:txBody>
          <a:bodyPr lIns="0" tIns="0" rIns="0" bIns="0"/>
          <a:lstStyle>
            <a:lvl1pPr marL="0" marR="0" indent="0" algn="l" defTabSz="914332"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55" marR="0" indent="-243823" algn="l" defTabSz="914332"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76" marR="0" indent="-243823" algn="l" defTabSz="914332"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10" marR="0" indent="-243823" algn="l" defTabSz="914332"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32"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5" name="Content Placeholder 4">
            <a:extLst>
              <a:ext uri="{FF2B5EF4-FFF2-40B4-BE49-F238E27FC236}">
                <a16:creationId xmlns:a16="http://schemas.microsoft.com/office/drawing/2014/main" id="{8C57874F-97D7-894B-AAB7-0363CD80351B}"/>
              </a:ext>
            </a:extLst>
          </p:cNvPr>
          <p:cNvSpPr>
            <a:spLocks noGrp="1"/>
          </p:cNvSpPr>
          <p:nvPr>
            <p:ph sz="quarter" idx="13"/>
          </p:nvPr>
        </p:nvSpPr>
        <p:spPr>
          <a:xfrm>
            <a:off x="457200" y="1576917"/>
            <a:ext cx="4822944" cy="4351867"/>
          </a:xfrm>
        </p:spPr>
        <p:txBody>
          <a:bodyPr/>
          <a:lstStyle/>
          <a:p>
            <a:pPr lvl="0"/>
            <a:endParaRPr lang="en-US"/>
          </a:p>
        </p:txBody>
      </p:sp>
    </p:spTree>
    <p:extLst>
      <p:ext uri="{BB962C8B-B14F-4D97-AF65-F5344CB8AC3E}">
        <p14:creationId xmlns:p14="http://schemas.microsoft.com/office/powerpoint/2010/main" val="2223138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1_Three Column with Subhead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3682154"/>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76" rtl="0" eaLnBrk="1" latinLnBrk="0" hangingPunct="1">
              <a:defRPr sz="933" kern="1200">
                <a:solidFill>
                  <a:schemeClr val="bg2"/>
                </a:solidFill>
                <a:latin typeface="+mn-lt"/>
                <a:ea typeface="+mn-ea"/>
                <a:cs typeface="+mn-cs"/>
              </a:defRPr>
            </a:lvl1pPr>
            <a:lvl2pPr marL="304776" algn="l" defTabSz="304776" rtl="0" eaLnBrk="1" latinLnBrk="0" hangingPunct="1">
              <a:defRPr sz="1200" kern="1200">
                <a:solidFill>
                  <a:schemeClr val="tx1"/>
                </a:solidFill>
                <a:latin typeface="+mn-lt"/>
                <a:ea typeface="+mn-ea"/>
                <a:cs typeface="+mn-cs"/>
              </a:defRPr>
            </a:lvl2pPr>
            <a:lvl3pPr marL="609555" algn="l" defTabSz="304776" rtl="0" eaLnBrk="1" latinLnBrk="0" hangingPunct="1">
              <a:defRPr sz="1200" kern="1200">
                <a:solidFill>
                  <a:schemeClr val="tx1"/>
                </a:solidFill>
                <a:latin typeface="+mn-lt"/>
                <a:ea typeface="+mn-ea"/>
                <a:cs typeface="+mn-cs"/>
              </a:defRPr>
            </a:lvl3pPr>
            <a:lvl4pPr marL="914332" algn="l" defTabSz="304776" rtl="0" eaLnBrk="1" latinLnBrk="0" hangingPunct="1">
              <a:defRPr sz="1200" kern="1200">
                <a:solidFill>
                  <a:schemeClr val="tx1"/>
                </a:solidFill>
                <a:latin typeface="+mn-lt"/>
                <a:ea typeface="+mn-ea"/>
                <a:cs typeface="+mn-cs"/>
              </a:defRPr>
            </a:lvl4pPr>
            <a:lvl5pPr marL="1219110" algn="l" defTabSz="304776" rtl="0" eaLnBrk="1" latinLnBrk="0" hangingPunct="1">
              <a:defRPr sz="1200" kern="1200">
                <a:solidFill>
                  <a:schemeClr val="tx1"/>
                </a:solidFill>
                <a:latin typeface="+mn-lt"/>
                <a:ea typeface="+mn-ea"/>
                <a:cs typeface="+mn-cs"/>
              </a:defRPr>
            </a:lvl5pPr>
            <a:lvl6pPr marL="1523887" algn="l" defTabSz="304776" rtl="0" eaLnBrk="1" latinLnBrk="0" hangingPunct="1">
              <a:defRPr sz="1200" kern="1200">
                <a:solidFill>
                  <a:schemeClr val="tx1"/>
                </a:solidFill>
                <a:latin typeface="+mn-lt"/>
                <a:ea typeface="+mn-ea"/>
                <a:cs typeface="+mn-cs"/>
              </a:defRPr>
            </a:lvl6pPr>
            <a:lvl7pPr marL="1828664" algn="l" defTabSz="304776" rtl="0" eaLnBrk="1" latinLnBrk="0" hangingPunct="1">
              <a:defRPr sz="1200" kern="1200">
                <a:solidFill>
                  <a:schemeClr val="tx1"/>
                </a:solidFill>
                <a:latin typeface="+mn-lt"/>
                <a:ea typeface="+mn-ea"/>
                <a:cs typeface="+mn-cs"/>
              </a:defRPr>
            </a:lvl7pPr>
            <a:lvl8pPr marL="2133440" algn="l" defTabSz="304776" rtl="0" eaLnBrk="1" latinLnBrk="0" hangingPunct="1">
              <a:defRPr sz="1200" kern="1200">
                <a:solidFill>
                  <a:schemeClr val="tx1"/>
                </a:solidFill>
                <a:latin typeface="+mn-lt"/>
                <a:ea typeface="+mn-ea"/>
                <a:cs typeface="+mn-cs"/>
              </a:defRPr>
            </a:lvl8pPr>
            <a:lvl9pPr marL="2438218" algn="l" defTabSz="304776" rtl="0" eaLnBrk="1" latinLnBrk="0" hangingPunct="1">
              <a:defRPr sz="1200" kern="1200">
                <a:solidFill>
                  <a:schemeClr val="tx1"/>
                </a:solidFill>
                <a:latin typeface="+mn-lt"/>
                <a:ea typeface="+mn-ea"/>
                <a:cs typeface="+mn-cs"/>
              </a:defRPr>
            </a:lvl9pPr>
          </a:lstStyle>
          <a:p>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5" y="3682154"/>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3682154"/>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F9EA4881-2F50-4460-9F83-A86DF033A165}"/>
              </a:ext>
            </a:extLst>
          </p:cNvPr>
          <p:cNvSpPr>
            <a:spLocks noGrp="1"/>
          </p:cNvSpPr>
          <p:nvPr>
            <p:ph type="body" sz="quarter" idx="15"/>
          </p:nvPr>
        </p:nvSpPr>
        <p:spPr>
          <a:xfrm>
            <a:off x="377829" y="1423668"/>
            <a:ext cx="11436351" cy="1730437"/>
          </a:xfrm>
        </p:spPr>
        <p:txBody>
          <a:bodyPr/>
          <a:lstStyle>
            <a:lvl1pPr>
              <a:lnSpc>
                <a:spcPct val="85000"/>
              </a:lnSpc>
              <a:spcAft>
                <a:spcPts val="0"/>
              </a:spcAft>
              <a:defRPr sz="6000">
                <a:solidFill>
                  <a:schemeClr val="accent1"/>
                </a:solidFill>
                <a:latin typeface="Montserrat" pitchFamily="2" charset="77"/>
              </a:defRPr>
            </a:lvl1pPr>
          </a:lstStyle>
          <a:p>
            <a:pPr lvl="0"/>
            <a:r>
              <a:rPr lang="en-US"/>
              <a:t>Click to edit Master text styles</a:t>
            </a:r>
          </a:p>
        </p:txBody>
      </p:sp>
      <p:sp>
        <p:nvSpPr>
          <p:cNvPr id="9" name="Slide Number Placeholder 5">
            <a:extLst>
              <a:ext uri="{FF2B5EF4-FFF2-40B4-BE49-F238E27FC236}">
                <a16:creationId xmlns:a16="http://schemas.microsoft.com/office/drawing/2014/main" id="{53671B7F-F2A4-4C16-8CFC-750DB8475484}"/>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1543829839"/>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obj" preserve="1">
  <p:cSld name="2_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1366324"/>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76" rtl="0" eaLnBrk="1" latinLnBrk="0" hangingPunct="1">
              <a:defRPr sz="933" kern="1200">
                <a:solidFill>
                  <a:schemeClr val="bg2"/>
                </a:solidFill>
                <a:latin typeface="+mn-lt"/>
                <a:ea typeface="+mn-ea"/>
                <a:cs typeface="+mn-cs"/>
              </a:defRPr>
            </a:lvl1pPr>
            <a:lvl2pPr marL="304776" algn="l" defTabSz="304776" rtl="0" eaLnBrk="1" latinLnBrk="0" hangingPunct="1">
              <a:defRPr sz="1200" kern="1200">
                <a:solidFill>
                  <a:schemeClr val="tx1"/>
                </a:solidFill>
                <a:latin typeface="+mn-lt"/>
                <a:ea typeface="+mn-ea"/>
                <a:cs typeface="+mn-cs"/>
              </a:defRPr>
            </a:lvl2pPr>
            <a:lvl3pPr marL="609555" algn="l" defTabSz="304776" rtl="0" eaLnBrk="1" latinLnBrk="0" hangingPunct="1">
              <a:defRPr sz="1200" kern="1200">
                <a:solidFill>
                  <a:schemeClr val="tx1"/>
                </a:solidFill>
                <a:latin typeface="+mn-lt"/>
                <a:ea typeface="+mn-ea"/>
                <a:cs typeface="+mn-cs"/>
              </a:defRPr>
            </a:lvl3pPr>
            <a:lvl4pPr marL="914332" algn="l" defTabSz="304776" rtl="0" eaLnBrk="1" latinLnBrk="0" hangingPunct="1">
              <a:defRPr sz="1200" kern="1200">
                <a:solidFill>
                  <a:schemeClr val="tx1"/>
                </a:solidFill>
                <a:latin typeface="+mn-lt"/>
                <a:ea typeface="+mn-ea"/>
                <a:cs typeface="+mn-cs"/>
              </a:defRPr>
            </a:lvl4pPr>
            <a:lvl5pPr marL="1219110" algn="l" defTabSz="304776" rtl="0" eaLnBrk="1" latinLnBrk="0" hangingPunct="1">
              <a:defRPr sz="1200" kern="1200">
                <a:solidFill>
                  <a:schemeClr val="tx1"/>
                </a:solidFill>
                <a:latin typeface="+mn-lt"/>
                <a:ea typeface="+mn-ea"/>
                <a:cs typeface="+mn-cs"/>
              </a:defRPr>
            </a:lvl5pPr>
            <a:lvl6pPr marL="1523887" algn="l" defTabSz="304776" rtl="0" eaLnBrk="1" latinLnBrk="0" hangingPunct="1">
              <a:defRPr sz="1200" kern="1200">
                <a:solidFill>
                  <a:schemeClr val="tx1"/>
                </a:solidFill>
                <a:latin typeface="+mn-lt"/>
                <a:ea typeface="+mn-ea"/>
                <a:cs typeface="+mn-cs"/>
              </a:defRPr>
            </a:lvl6pPr>
            <a:lvl7pPr marL="1828664" algn="l" defTabSz="304776" rtl="0" eaLnBrk="1" latinLnBrk="0" hangingPunct="1">
              <a:defRPr sz="1200" kern="1200">
                <a:solidFill>
                  <a:schemeClr val="tx1"/>
                </a:solidFill>
                <a:latin typeface="+mn-lt"/>
                <a:ea typeface="+mn-ea"/>
                <a:cs typeface="+mn-cs"/>
              </a:defRPr>
            </a:lvl7pPr>
            <a:lvl8pPr marL="2133440" algn="l" defTabSz="304776" rtl="0" eaLnBrk="1" latinLnBrk="0" hangingPunct="1">
              <a:defRPr sz="1200" kern="1200">
                <a:solidFill>
                  <a:schemeClr val="tx1"/>
                </a:solidFill>
                <a:latin typeface="+mn-lt"/>
                <a:ea typeface="+mn-ea"/>
                <a:cs typeface="+mn-cs"/>
              </a:defRPr>
            </a:lvl8pPr>
            <a:lvl9pPr marL="2438218" algn="l" defTabSz="304776" rtl="0" eaLnBrk="1" latinLnBrk="0" hangingPunct="1">
              <a:defRPr sz="1200" kern="1200">
                <a:solidFill>
                  <a:schemeClr val="tx1"/>
                </a:solidFill>
                <a:latin typeface="+mn-lt"/>
                <a:ea typeface="+mn-ea"/>
                <a:cs typeface="+mn-cs"/>
              </a:defRPr>
            </a:lvl9pPr>
          </a:lstStyle>
          <a:p>
            <a:endParaRPr lang="en-GB"/>
          </a:p>
        </p:txBody>
      </p:sp>
      <p:sp>
        <p:nvSpPr>
          <p:cNvPr id="6" name="Slide Number Placeholder 5"/>
          <p:cNvSpPr>
            <a:spLocks noGrp="1"/>
          </p:cNvSpPr>
          <p:nvPr>
            <p:ph type="sldNum" sz="quarter" idx="12"/>
          </p:nvPr>
        </p:nvSpPr>
        <p:spPr/>
        <p:txBody>
          <a:bodyPr/>
          <a:lstStyle/>
          <a:p>
            <a:fld id="{29CC380D-5F44-41E8-971E-CDD19ED6F8E3}" type="slidenum">
              <a:rPr lang="en-GB" smtClean="0"/>
              <a:t>‹#›</a:t>
            </a:fld>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5" y="1366319"/>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1366319"/>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04030475"/>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3_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1366324"/>
            <a:ext cx="3607595" cy="455781"/>
          </a:xfrm>
        </p:spPr>
        <p:txBody>
          <a:bodyPr/>
          <a:lstStyle>
            <a:lvl1pPr>
              <a:defRPr b="1"/>
            </a:lvl1pPr>
          </a:lstStyle>
          <a:p>
            <a:pPr lvl="0"/>
            <a:r>
              <a:rPr lang="en-US"/>
              <a:t>Click to edit Master text styles</a:t>
            </a:r>
          </a:p>
        </p:txBody>
      </p:sp>
      <p:sp>
        <p:nvSpPr>
          <p:cNvPr id="4" name="Date Placeholder 3"/>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76" rtl="0" eaLnBrk="1" latinLnBrk="0" hangingPunct="1">
              <a:defRPr sz="933" kern="1200">
                <a:solidFill>
                  <a:schemeClr val="bg2"/>
                </a:solidFill>
                <a:latin typeface="+mn-lt"/>
                <a:ea typeface="+mn-ea"/>
                <a:cs typeface="+mn-cs"/>
              </a:defRPr>
            </a:lvl1pPr>
            <a:lvl2pPr marL="304776" algn="l" defTabSz="304776" rtl="0" eaLnBrk="1" latinLnBrk="0" hangingPunct="1">
              <a:defRPr sz="1200" kern="1200">
                <a:solidFill>
                  <a:schemeClr val="tx1"/>
                </a:solidFill>
                <a:latin typeface="+mn-lt"/>
                <a:ea typeface="+mn-ea"/>
                <a:cs typeface="+mn-cs"/>
              </a:defRPr>
            </a:lvl2pPr>
            <a:lvl3pPr marL="609555" algn="l" defTabSz="304776" rtl="0" eaLnBrk="1" latinLnBrk="0" hangingPunct="1">
              <a:defRPr sz="1200" kern="1200">
                <a:solidFill>
                  <a:schemeClr val="tx1"/>
                </a:solidFill>
                <a:latin typeface="+mn-lt"/>
                <a:ea typeface="+mn-ea"/>
                <a:cs typeface="+mn-cs"/>
              </a:defRPr>
            </a:lvl3pPr>
            <a:lvl4pPr marL="914332" algn="l" defTabSz="304776" rtl="0" eaLnBrk="1" latinLnBrk="0" hangingPunct="1">
              <a:defRPr sz="1200" kern="1200">
                <a:solidFill>
                  <a:schemeClr val="tx1"/>
                </a:solidFill>
                <a:latin typeface="+mn-lt"/>
                <a:ea typeface="+mn-ea"/>
                <a:cs typeface="+mn-cs"/>
              </a:defRPr>
            </a:lvl4pPr>
            <a:lvl5pPr marL="1219110" algn="l" defTabSz="304776" rtl="0" eaLnBrk="1" latinLnBrk="0" hangingPunct="1">
              <a:defRPr sz="1200" kern="1200">
                <a:solidFill>
                  <a:schemeClr val="tx1"/>
                </a:solidFill>
                <a:latin typeface="+mn-lt"/>
                <a:ea typeface="+mn-ea"/>
                <a:cs typeface="+mn-cs"/>
              </a:defRPr>
            </a:lvl5pPr>
            <a:lvl6pPr marL="1523887" algn="l" defTabSz="304776" rtl="0" eaLnBrk="1" latinLnBrk="0" hangingPunct="1">
              <a:defRPr sz="1200" kern="1200">
                <a:solidFill>
                  <a:schemeClr val="tx1"/>
                </a:solidFill>
                <a:latin typeface="+mn-lt"/>
                <a:ea typeface="+mn-ea"/>
                <a:cs typeface="+mn-cs"/>
              </a:defRPr>
            </a:lvl6pPr>
            <a:lvl7pPr marL="1828664" algn="l" defTabSz="304776" rtl="0" eaLnBrk="1" latinLnBrk="0" hangingPunct="1">
              <a:defRPr sz="1200" kern="1200">
                <a:solidFill>
                  <a:schemeClr val="tx1"/>
                </a:solidFill>
                <a:latin typeface="+mn-lt"/>
                <a:ea typeface="+mn-ea"/>
                <a:cs typeface="+mn-cs"/>
              </a:defRPr>
            </a:lvl7pPr>
            <a:lvl8pPr marL="2133440" algn="l" defTabSz="304776" rtl="0" eaLnBrk="1" latinLnBrk="0" hangingPunct="1">
              <a:defRPr sz="1200" kern="1200">
                <a:solidFill>
                  <a:schemeClr val="tx1"/>
                </a:solidFill>
                <a:latin typeface="+mn-lt"/>
                <a:ea typeface="+mn-ea"/>
                <a:cs typeface="+mn-cs"/>
              </a:defRPr>
            </a:lvl8pPr>
            <a:lvl9pPr marL="2438218" algn="l" defTabSz="304776" rtl="0" eaLnBrk="1" latinLnBrk="0" hangingPunct="1">
              <a:defRPr sz="1200" kern="1200">
                <a:solidFill>
                  <a:schemeClr val="tx1"/>
                </a:solidFill>
                <a:latin typeface="+mn-lt"/>
                <a:ea typeface="+mn-ea"/>
                <a:cs typeface="+mn-cs"/>
              </a:defRPr>
            </a:lvl9pPr>
          </a:lstStyle>
          <a:p>
            <a:endParaRPr lang="en-GB"/>
          </a:p>
        </p:txBody>
      </p:sp>
      <p:sp>
        <p:nvSpPr>
          <p:cNvPr id="6" name="Slide Number Placeholder 5"/>
          <p:cNvSpPr>
            <a:spLocks noGrp="1"/>
          </p:cNvSpPr>
          <p:nvPr>
            <p:ph type="sldNum" sz="quarter" idx="12"/>
          </p:nvPr>
        </p:nvSpPr>
        <p:spPr/>
        <p:txBody>
          <a:bodyPr/>
          <a:lstStyle/>
          <a:p>
            <a:fld id="{29CC380D-5F44-41E8-971E-CDD19ED6F8E3}" type="slidenum">
              <a:rPr lang="en-GB" smtClean="0"/>
              <a:t>‹#›</a:t>
            </a:fld>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5" y="1366320"/>
            <a:ext cx="3607595" cy="455781"/>
          </a:xfrm>
        </p:spPr>
        <p:txBody>
          <a:bodyPr/>
          <a:lstStyle>
            <a:lvl1pPr>
              <a:defRPr b="1"/>
            </a:lvl1pPr>
          </a:lstStyle>
          <a:p>
            <a:pPr lvl="0"/>
            <a:r>
              <a:rPr lang="en-US"/>
              <a:t>Click to edit Master text styles</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1366320"/>
            <a:ext cx="3607595" cy="455781"/>
          </a:xfrm>
        </p:spPr>
        <p:txBody>
          <a:bodyPr/>
          <a:lstStyle>
            <a:lvl1pPr>
              <a:defRPr b="1"/>
            </a:lvl1pPr>
          </a:lstStyle>
          <a:p>
            <a:pPr lvl="0"/>
            <a:r>
              <a:rPr lang="en-US"/>
              <a:t>Click to edit Master text styles</a:t>
            </a:r>
          </a:p>
        </p:txBody>
      </p:sp>
      <p:cxnSp>
        <p:nvCxnSpPr>
          <p:cNvPr id="10" name="Straight Connector 9">
            <a:extLst>
              <a:ext uri="{FF2B5EF4-FFF2-40B4-BE49-F238E27FC236}">
                <a16:creationId xmlns:a16="http://schemas.microsoft.com/office/drawing/2014/main" id="{6B896D49-2CCD-4F4F-B60A-7BA18E6D0558}"/>
              </a:ext>
            </a:extLst>
          </p:cNvPr>
          <p:cNvCxnSpPr>
            <a:cxnSpLocks/>
          </p:cNvCxnSpPr>
          <p:nvPr/>
        </p:nvCxnSpPr>
        <p:spPr>
          <a:xfrm>
            <a:off x="377825" y="2011523"/>
            <a:ext cx="3607595" cy="0"/>
          </a:xfrm>
          <a:prstGeom prst="line">
            <a:avLst/>
          </a:prstGeom>
          <a:ln w="412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19164EC-A269-884E-8AF1-4557714F264F}"/>
              </a:ext>
            </a:extLst>
          </p:cNvPr>
          <p:cNvCxnSpPr>
            <a:cxnSpLocks/>
          </p:cNvCxnSpPr>
          <p:nvPr/>
        </p:nvCxnSpPr>
        <p:spPr>
          <a:xfrm>
            <a:off x="4292205" y="2011523"/>
            <a:ext cx="3607595" cy="0"/>
          </a:xfrm>
          <a:prstGeom prst="line">
            <a:avLst/>
          </a:prstGeom>
          <a:ln w="41275"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4BD4A78-121F-1844-A35F-E46C08F38FD3}"/>
              </a:ext>
            </a:extLst>
          </p:cNvPr>
          <p:cNvCxnSpPr>
            <a:cxnSpLocks/>
          </p:cNvCxnSpPr>
          <p:nvPr/>
        </p:nvCxnSpPr>
        <p:spPr>
          <a:xfrm>
            <a:off x="8206581" y="2011523"/>
            <a:ext cx="3607595" cy="0"/>
          </a:xfrm>
          <a:prstGeom prst="line">
            <a:avLst/>
          </a:prstGeom>
          <a:ln w="41275"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32" name="Content Placeholder 2">
            <a:extLst>
              <a:ext uri="{FF2B5EF4-FFF2-40B4-BE49-F238E27FC236}">
                <a16:creationId xmlns:a16="http://schemas.microsoft.com/office/drawing/2014/main" id="{8B4E038E-0B73-4642-9BBA-0F941BA8C5DA}"/>
              </a:ext>
            </a:extLst>
          </p:cNvPr>
          <p:cNvSpPr>
            <a:spLocks noGrp="1"/>
          </p:cNvSpPr>
          <p:nvPr>
            <p:ph idx="15"/>
          </p:nvPr>
        </p:nvSpPr>
        <p:spPr>
          <a:xfrm>
            <a:off x="377825" y="2401889"/>
            <a:ext cx="3607595" cy="342054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Content Placeholder 2">
            <a:extLst>
              <a:ext uri="{FF2B5EF4-FFF2-40B4-BE49-F238E27FC236}">
                <a16:creationId xmlns:a16="http://schemas.microsoft.com/office/drawing/2014/main" id="{A0DC4165-AC2E-2646-B981-D025162A265C}"/>
              </a:ext>
            </a:extLst>
          </p:cNvPr>
          <p:cNvSpPr>
            <a:spLocks noGrp="1"/>
          </p:cNvSpPr>
          <p:nvPr>
            <p:ph idx="16"/>
          </p:nvPr>
        </p:nvSpPr>
        <p:spPr>
          <a:xfrm>
            <a:off x="4292201" y="2401889"/>
            <a:ext cx="3607595" cy="342054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2">
            <a:extLst>
              <a:ext uri="{FF2B5EF4-FFF2-40B4-BE49-F238E27FC236}">
                <a16:creationId xmlns:a16="http://schemas.microsoft.com/office/drawing/2014/main" id="{D2F03709-776D-6142-8C9D-424904555917}"/>
              </a:ext>
            </a:extLst>
          </p:cNvPr>
          <p:cNvSpPr>
            <a:spLocks noGrp="1"/>
          </p:cNvSpPr>
          <p:nvPr>
            <p:ph idx="17"/>
          </p:nvPr>
        </p:nvSpPr>
        <p:spPr>
          <a:xfrm>
            <a:off x="8206581" y="2401889"/>
            <a:ext cx="3607595" cy="342054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2729699"/>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4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76" rtl="0" eaLnBrk="1" latinLnBrk="0" hangingPunct="1">
              <a:defRPr sz="933" kern="1200">
                <a:solidFill>
                  <a:schemeClr val="bg2"/>
                </a:solidFill>
                <a:latin typeface="+mn-lt"/>
                <a:ea typeface="+mn-ea"/>
                <a:cs typeface="+mn-cs"/>
              </a:defRPr>
            </a:lvl1pPr>
            <a:lvl2pPr marL="304776" algn="l" defTabSz="304776" rtl="0" eaLnBrk="1" latinLnBrk="0" hangingPunct="1">
              <a:defRPr sz="1200" kern="1200">
                <a:solidFill>
                  <a:schemeClr val="tx1"/>
                </a:solidFill>
                <a:latin typeface="+mn-lt"/>
                <a:ea typeface="+mn-ea"/>
                <a:cs typeface="+mn-cs"/>
              </a:defRPr>
            </a:lvl2pPr>
            <a:lvl3pPr marL="609555" algn="l" defTabSz="304776" rtl="0" eaLnBrk="1" latinLnBrk="0" hangingPunct="1">
              <a:defRPr sz="1200" kern="1200">
                <a:solidFill>
                  <a:schemeClr val="tx1"/>
                </a:solidFill>
                <a:latin typeface="+mn-lt"/>
                <a:ea typeface="+mn-ea"/>
                <a:cs typeface="+mn-cs"/>
              </a:defRPr>
            </a:lvl3pPr>
            <a:lvl4pPr marL="914332" algn="l" defTabSz="304776" rtl="0" eaLnBrk="1" latinLnBrk="0" hangingPunct="1">
              <a:defRPr sz="1200" kern="1200">
                <a:solidFill>
                  <a:schemeClr val="tx1"/>
                </a:solidFill>
                <a:latin typeface="+mn-lt"/>
                <a:ea typeface="+mn-ea"/>
                <a:cs typeface="+mn-cs"/>
              </a:defRPr>
            </a:lvl4pPr>
            <a:lvl5pPr marL="1219110" algn="l" defTabSz="304776" rtl="0" eaLnBrk="1" latinLnBrk="0" hangingPunct="1">
              <a:defRPr sz="1200" kern="1200">
                <a:solidFill>
                  <a:schemeClr val="tx1"/>
                </a:solidFill>
                <a:latin typeface="+mn-lt"/>
                <a:ea typeface="+mn-ea"/>
                <a:cs typeface="+mn-cs"/>
              </a:defRPr>
            </a:lvl5pPr>
            <a:lvl6pPr marL="1523887" algn="l" defTabSz="304776" rtl="0" eaLnBrk="1" latinLnBrk="0" hangingPunct="1">
              <a:defRPr sz="1200" kern="1200">
                <a:solidFill>
                  <a:schemeClr val="tx1"/>
                </a:solidFill>
                <a:latin typeface="+mn-lt"/>
                <a:ea typeface="+mn-ea"/>
                <a:cs typeface="+mn-cs"/>
              </a:defRPr>
            </a:lvl6pPr>
            <a:lvl7pPr marL="1828664" algn="l" defTabSz="304776" rtl="0" eaLnBrk="1" latinLnBrk="0" hangingPunct="1">
              <a:defRPr sz="1200" kern="1200">
                <a:solidFill>
                  <a:schemeClr val="tx1"/>
                </a:solidFill>
                <a:latin typeface="+mn-lt"/>
                <a:ea typeface="+mn-ea"/>
                <a:cs typeface="+mn-cs"/>
              </a:defRPr>
            </a:lvl7pPr>
            <a:lvl8pPr marL="2133440" algn="l" defTabSz="304776" rtl="0" eaLnBrk="1" latinLnBrk="0" hangingPunct="1">
              <a:defRPr sz="1200" kern="1200">
                <a:solidFill>
                  <a:schemeClr val="tx1"/>
                </a:solidFill>
                <a:latin typeface="+mn-lt"/>
                <a:ea typeface="+mn-ea"/>
                <a:cs typeface="+mn-cs"/>
              </a:defRPr>
            </a:lvl8pPr>
            <a:lvl9pPr marL="2438218" algn="l" defTabSz="304776"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DC1FED3A-BB9A-2043-9F73-F0D0B0F2F7EA}"/>
              </a:ext>
            </a:extLst>
          </p:cNvPr>
          <p:cNvSpPr>
            <a:spLocks noGrp="1"/>
          </p:cNvSpPr>
          <p:nvPr>
            <p:ph type="body" sz="quarter" idx="73"/>
          </p:nvPr>
        </p:nvSpPr>
        <p:spPr>
          <a:xfrm>
            <a:off x="457200" y="2470152"/>
            <a:ext cx="2420085" cy="3555061"/>
          </a:xfrm>
        </p:spPr>
        <p:txBody>
          <a:bodyPr anchor="t">
            <a:noAutofit/>
          </a:bodyPr>
          <a:lstStyle>
            <a:lvl1pPr marL="228584" marR="0" indent="-228584"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3" name="Text Placeholder 5">
            <a:extLst>
              <a:ext uri="{FF2B5EF4-FFF2-40B4-BE49-F238E27FC236}">
                <a16:creationId xmlns:a16="http://schemas.microsoft.com/office/drawing/2014/main" id="{63081A8C-D60B-1346-BA6F-2837524E9CDC}"/>
              </a:ext>
            </a:extLst>
          </p:cNvPr>
          <p:cNvSpPr>
            <a:spLocks noGrp="1"/>
          </p:cNvSpPr>
          <p:nvPr>
            <p:ph type="body" sz="quarter" idx="74"/>
          </p:nvPr>
        </p:nvSpPr>
        <p:spPr>
          <a:xfrm>
            <a:off x="3323200" y="2470152"/>
            <a:ext cx="2420085" cy="3555061"/>
          </a:xfrm>
        </p:spPr>
        <p:txBody>
          <a:bodyPr anchor="t">
            <a:noAutofit/>
          </a:bodyPr>
          <a:lstStyle>
            <a:lvl1pPr marL="228584" marR="0" indent="-228584"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4" name="Text Placeholder 5">
            <a:extLst>
              <a:ext uri="{FF2B5EF4-FFF2-40B4-BE49-F238E27FC236}">
                <a16:creationId xmlns:a16="http://schemas.microsoft.com/office/drawing/2014/main" id="{F560C527-94DF-4D46-89D7-1E7CB3160A88}"/>
              </a:ext>
            </a:extLst>
          </p:cNvPr>
          <p:cNvSpPr>
            <a:spLocks noGrp="1"/>
          </p:cNvSpPr>
          <p:nvPr>
            <p:ph type="body" sz="quarter" idx="75"/>
          </p:nvPr>
        </p:nvSpPr>
        <p:spPr>
          <a:xfrm>
            <a:off x="6189200" y="2463776"/>
            <a:ext cx="2420085" cy="3555061"/>
          </a:xfrm>
        </p:spPr>
        <p:txBody>
          <a:bodyPr anchor="t">
            <a:noAutofit/>
          </a:bodyPr>
          <a:lstStyle>
            <a:lvl1pPr marL="228584" marR="0" indent="-228584"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5" name="Text Placeholder 5">
            <a:extLst>
              <a:ext uri="{FF2B5EF4-FFF2-40B4-BE49-F238E27FC236}">
                <a16:creationId xmlns:a16="http://schemas.microsoft.com/office/drawing/2014/main" id="{BA8FEE21-FF05-5C45-819F-162DEAFCE567}"/>
              </a:ext>
            </a:extLst>
          </p:cNvPr>
          <p:cNvSpPr>
            <a:spLocks noGrp="1"/>
          </p:cNvSpPr>
          <p:nvPr>
            <p:ph type="body" sz="quarter" idx="76"/>
          </p:nvPr>
        </p:nvSpPr>
        <p:spPr>
          <a:xfrm>
            <a:off x="9055200" y="2463776"/>
            <a:ext cx="2420085" cy="3555061"/>
          </a:xfrm>
        </p:spPr>
        <p:txBody>
          <a:bodyPr anchor="t">
            <a:noAutofit/>
          </a:bodyPr>
          <a:lstStyle>
            <a:lvl1pPr marL="228584" marR="0" indent="-228584"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30" name="Content Placeholder 2">
            <a:extLst>
              <a:ext uri="{FF2B5EF4-FFF2-40B4-BE49-F238E27FC236}">
                <a16:creationId xmlns:a16="http://schemas.microsoft.com/office/drawing/2014/main" id="{F64BCA9E-BD25-BB44-A38A-89F10B03C404}"/>
              </a:ext>
            </a:extLst>
          </p:cNvPr>
          <p:cNvSpPr>
            <a:spLocks noGrp="1"/>
          </p:cNvSpPr>
          <p:nvPr>
            <p:ph idx="1"/>
          </p:nvPr>
        </p:nvSpPr>
        <p:spPr>
          <a:xfrm>
            <a:off x="377827" y="1366321"/>
            <a:ext cx="2499460" cy="655939"/>
          </a:xfrm>
        </p:spPr>
        <p:txBody>
          <a:bodyPr anchor="ctr"/>
          <a:lstStyle>
            <a:lvl1pPr>
              <a:defRPr b="1"/>
            </a:lvl1pPr>
          </a:lstStyle>
          <a:p>
            <a:pPr lvl="0"/>
            <a:r>
              <a:rPr lang="en-US"/>
              <a:t>Click to edit Master text styles</a:t>
            </a:r>
          </a:p>
        </p:txBody>
      </p:sp>
      <p:sp>
        <p:nvSpPr>
          <p:cNvPr id="31" name="Content Placeholder 2">
            <a:extLst>
              <a:ext uri="{FF2B5EF4-FFF2-40B4-BE49-F238E27FC236}">
                <a16:creationId xmlns:a16="http://schemas.microsoft.com/office/drawing/2014/main" id="{6AC809AE-310D-A740-9A5E-BD574EF56F40}"/>
              </a:ext>
            </a:extLst>
          </p:cNvPr>
          <p:cNvSpPr>
            <a:spLocks noGrp="1"/>
          </p:cNvSpPr>
          <p:nvPr>
            <p:ph idx="13"/>
          </p:nvPr>
        </p:nvSpPr>
        <p:spPr>
          <a:xfrm>
            <a:off x="3323204" y="1366321"/>
            <a:ext cx="2420085" cy="655939"/>
          </a:xfrm>
        </p:spPr>
        <p:txBody>
          <a:bodyPr anchor="ctr"/>
          <a:lstStyle>
            <a:lvl1pPr>
              <a:defRPr b="1"/>
            </a:lvl1pPr>
          </a:lstStyle>
          <a:p>
            <a:pPr lvl="0"/>
            <a:r>
              <a:rPr lang="en-US"/>
              <a:t>Click to edit Master text styles</a:t>
            </a:r>
          </a:p>
        </p:txBody>
      </p:sp>
      <p:sp>
        <p:nvSpPr>
          <p:cNvPr id="32" name="Content Placeholder 2">
            <a:extLst>
              <a:ext uri="{FF2B5EF4-FFF2-40B4-BE49-F238E27FC236}">
                <a16:creationId xmlns:a16="http://schemas.microsoft.com/office/drawing/2014/main" id="{3532D7B7-23D2-EA4E-B74B-6E7B9B58F147}"/>
              </a:ext>
            </a:extLst>
          </p:cNvPr>
          <p:cNvSpPr>
            <a:spLocks noGrp="1"/>
          </p:cNvSpPr>
          <p:nvPr>
            <p:ph idx="14"/>
          </p:nvPr>
        </p:nvSpPr>
        <p:spPr>
          <a:xfrm>
            <a:off x="6189200" y="1366321"/>
            <a:ext cx="2420085" cy="655939"/>
          </a:xfrm>
        </p:spPr>
        <p:txBody>
          <a:bodyPr anchor="ctr"/>
          <a:lstStyle>
            <a:lvl1pPr>
              <a:defRPr b="1"/>
            </a:lvl1pPr>
          </a:lstStyle>
          <a:p>
            <a:pPr lvl="0"/>
            <a:r>
              <a:rPr lang="en-US"/>
              <a:t>Click to edit Master text styles</a:t>
            </a:r>
          </a:p>
        </p:txBody>
      </p:sp>
      <p:cxnSp>
        <p:nvCxnSpPr>
          <p:cNvPr id="33" name="Straight Connector 32">
            <a:extLst>
              <a:ext uri="{FF2B5EF4-FFF2-40B4-BE49-F238E27FC236}">
                <a16:creationId xmlns:a16="http://schemas.microsoft.com/office/drawing/2014/main" id="{036E78F7-B8CE-5D4F-BDD4-BAD1502179E6}"/>
              </a:ext>
            </a:extLst>
          </p:cNvPr>
          <p:cNvCxnSpPr>
            <a:cxnSpLocks/>
          </p:cNvCxnSpPr>
          <p:nvPr userDrawn="1"/>
        </p:nvCxnSpPr>
        <p:spPr>
          <a:xfrm>
            <a:off x="377827" y="2243016"/>
            <a:ext cx="2499460" cy="0"/>
          </a:xfrm>
          <a:prstGeom prst="line">
            <a:avLst/>
          </a:prstGeom>
          <a:ln w="412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F69C8E1-F8B9-604C-9BC0-A629735C94A3}"/>
              </a:ext>
            </a:extLst>
          </p:cNvPr>
          <p:cNvCxnSpPr>
            <a:cxnSpLocks/>
          </p:cNvCxnSpPr>
          <p:nvPr userDrawn="1"/>
        </p:nvCxnSpPr>
        <p:spPr>
          <a:xfrm>
            <a:off x="3323200" y="2243016"/>
            <a:ext cx="2420085" cy="0"/>
          </a:xfrm>
          <a:prstGeom prst="line">
            <a:avLst/>
          </a:prstGeom>
          <a:ln w="41275"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B27C38D-3BD5-D245-854D-74C6AC5406DF}"/>
              </a:ext>
            </a:extLst>
          </p:cNvPr>
          <p:cNvCxnSpPr>
            <a:cxnSpLocks/>
          </p:cNvCxnSpPr>
          <p:nvPr userDrawn="1"/>
        </p:nvCxnSpPr>
        <p:spPr>
          <a:xfrm>
            <a:off x="6189199" y="2243016"/>
            <a:ext cx="2420085" cy="0"/>
          </a:xfrm>
          <a:prstGeom prst="line">
            <a:avLst/>
          </a:prstGeom>
          <a:ln w="41275" cap="rnd">
            <a:solidFill>
              <a:schemeClr val="accent3">
                <a:alpha val="99000"/>
              </a:schemeClr>
            </a:solidFill>
            <a:round/>
          </a:ln>
        </p:spPr>
        <p:style>
          <a:lnRef idx="1">
            <a:schemeClr val="accent1"/>
          </a:lnRef>
          <a:fillRef idx="0">
            <a:schemeClr val="accent1"/>
          </a:fillRef>
          <a:effectRef idx="0">
            <a:schemeClr val="accent1"/>
          </a:effectRef>
          <a:fontRef idx="minor">
            <a:schemeClr val="tx1"/>
          </a:fontRef>
        </p:style>
      </p:cxnSp>
      <p:sp>
        <p:nvSpPr>
          <p:cNvPr id="43" name="Content Placeholder 2">
            <a:extLst>
              <a:ext uri="{FF2B5EF4-FFF2-40B4-BE49-F238E27FC236}">
                <a16:creationId xmlns:a16="http://schemas.microsoft.com/office/drawing/2014/main" id="{DEE75C1D-BC4C-0146-912E-D47892C30EB2}"/>
              </a:ext>
            </a:extLst>
          </p:cNvPr>
          <p:cNvSpPr>
            <a:spLocks noGrp="1"/>
          </p:cNvSpPr>
          <p:nvPr>
            <p:ph idx="77"/>
          </p:nvPr>
        </p:nvSpPr>
        <p:spPr>
          <a:xfrm>
            <a:off x="9055200" y="1366321"/>
            <a:ext cx="2420085" cy="655939"/>
          </a:xfrm>
        </p:spPr>
        <p:txBody>
          <a:bodyPr anchor="ctr"/>
          <a:lstStyle>
            <a:lvl1pPr>
              <a:defRPr b="1"/>
            </a:lvl1pPr>
          </a:lstStyle>
          <a:p>
            <a:pPr lvl="0"/>
            <a:r>
              <a:rPr lang="en-US"/>
              <a:t>Click to edit Master text styles</a:t>
            </a:r>
          </a:p>
        </p:txBody>
      </p:sp>
      <p:cxnSp>
        <p:nvCxnSpPr>
          <p:cNvPr id="44" name="Straight Connector 43">
            <a:extLst>
              <a:ext uri="{FF2B5EF4-FFF2-40B4-BE49-F238E27FC236}">
                <a16:creationId xmlns:a16="http://schemas.microsoft.com/office/drawing/2014/main" id="{B5C538C9-2BCA-2E46-A94A-0FB8D18489BC}"/>
              </a:ext>
            </a:extLst>
          </p:cNvPr>
          <p:cNvCxnSpPr>
            <a:cxnSpLocks/>
          </p:cNvCxnSpPr>
          <p:nvPr userDrawn="1"/>
        </p:nvCxnSpPr>
        <p:spPr>
          <a:xfrm>
            <a:off x="9055200" y="2243016"/>
            <a:ext cx="2420085" cy="0"/>
          </a:xfrm>
          <a:prstGeom prst="line">
            <a:avLst/>
          </a:prstGeom>
          <a:ln w="41275" cap="rnd">
            <a:solidFill>
              <a:schemeClr val="accent4"/>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9464515"/>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2_Blank w/foote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2232DF8-F106-704B-8477-66785B07AB3E}"/>
              </a:ext>
            </a:extLst>
          </p:cNvPr>
          <p:cNvSpPr>
            <a:spLocks noGrp="1"/>
          </p:cNvSpPr>
          <p:nvPr>
            <p:ph type="pic" sz="quarter" idx="13"/>
          </p:nvPr>
        </p:nvSpPr>
        <p:spPr>
          <a:xfrm>
            <a:off x="0" y="280"/>
            <a:ext cx="12192000" cy="6193536"/>
          </a:xfrm>
          <a:solidFill>
            <a:schemeClr val="bg2"/>
          </a:solidFill>
        </p:spPr>
        <p:txBody>
          <a:bodyPr tIns="1920240" rIns="0"/>
          <a:lstStyle>
            <a:lvl1pPr marL="0" indent="0" algn="ctr">
              <a:buNone/>
              <a:defRPr/>
            </a:lvl1pPr>
          </a:lstStyle>
          <a:p>
            <a:r>
              <a:rPr lang="en-US"/>
              <a:t>Click icon to add picture</a:t>
            </a:r>
          </a:p>
        </p:txBody>
      </p:sp>
      <p:sp>
        <p:nvSpPr>
          <p:cNvPr id="10" name="Content Placeholder 9">
            <a:extLst>
              <a:ext uri="{FF2B5EF4-FFF2-40B4-BE49-F238E27FC236}">
                <a16:creationId xmlns:a16="http://schemas.microsoft.com/office/drawing/2014/main" id="{80237854-694D-8143-80CC-A1879777AF20}"/>
              </a:ext>
            </a:extLst>
          </p:cNvPr>
          <p:cNvSpPr>
            <a:spLocks noGrp="1"/>
          </p:cNvSpPr>
          <p:nvPr>
            <p:ph sz="quarter" idx="14"/>
          </p:nvPr>
        </p:nvSpPr>
        <p:spPr>
          <a:xfrm>
            <a:off x="728014" y="2404883"/>
            <a:ext cx="3411097" cy="3323383"/>
          </a:xfrm>
          <a:prstGeom prst="ellipse">
            <a:avLst/>
          </a:prstGeom>
          <a:solidFill>
            <a:schemeClr val="accent1"/>
          </a:solidFill>
        </p:spPr>
        <p:txBody>
          <a:bodyPr tIns="0" anchor="ctr">
            <a:normAutofit/>
          </a:bodyPr>
          <a:lstStyle>
            <a:lvl1pPr marL="0" indent="0" algn="ctr">
              <a:buNone/>
              <a:defRPr sz="1867" b="1">
                <a:solidFill>
                  <a:schemeClr val="bg1"/>
                </a:solidFill>
              </a:defRPr>
            </a:lvl1pPr>
            <a:lvl2pPr algn="ctr">
              <a:defRPr/>
            </a:lvl2pPr>
            <a:lvl3pPr algn="ctr">
              <a:defRPr/>
            </a:lvl3pPr>
            <a:lvl4pPr algn="ctr">
              <a:defRPr/>
            </a:lvl4pPr>
            <a:lvl5pPr marL="1151382" indent="0" algn="ctr">
              <a:buNone/>
              <a:defRPr/>
            </a:lvl5pPr>
          </a:lstStyle>
          <a:p>
            <a:pPr lvl="0"/>
            <a:r>
              <a:rPr lang="en-US"/>
              <a:t>Click to edit Master text styles</a:t>
            </a:r>
          </a:p>
        </p:txBody>
      </p:sp>
      <p:sp>
        <p:nvSpPr>
          <p:cNvPr id="7" name="Slide Number Placeholder 5">
            <a:extLst>
              <a:ext uri="{FF2B5EF4-FFF2-40B4-BE49-F238E27FC236}">
                <a16:creationId xmlns:a16="http://schemas.microsoft.com/office/drawing/2014/main" id="{911BBFA1-F550-4430-8659-41C3BCA73454}"/>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6" name="Graphic 12">
            <a:extLst>
              <a:ext uri="{FF2B5EF4-FFF2-40B4-BE49-F238E27FC236}">
                <a16:creationId xmlns:a16="http://schemas.microsoft.com/office/drawing/2014/main" id="{79B7C261-6DEB-4646-B1DC-C6F941069E2F}"/>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15532509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3_Blank w/footer">
    <p:spTree>
      <p:nvGrpSpPr>
        <p:cNvPr id="1" name=""/>
        <p:cNvGrpSpPr/>
        <p:nvPr/>
      </p:nvGrpSpPr>
      <p:grpSpPr>
        <a:xfrm>
          <a:off x="0" y="0"/>
          <a:ext cx="0" cy="0"/>
          <a:chOff x="0" y="0"/>
          <a:chExt cx="0" cy="0"/>
        </a:xfrm>
      </p:grpSpPr>
      <p:sp>
        <p:nvSpPr>
          <p:cNvPr id="25" name="Slide Number Placeholder 5">
            <a:extLst>
              <a:ext uri="{FF2B5EF4-FFF2-40B4-BE49-F238E27FC236}">
                <a16:creationId xmlns:a16="http://schemas.microsoft.com/office/drawing/2014/main" id="{6852A224-48B9-7B47-B45D-F751E6BD7A8E}"/>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3" name="Picture Placeholder 2">
            <a:extLst>
              <a:ext uri="{FF2B5EF4-FFF2-40B4-BE49-F238E27FC236}">
                <a16:creationId xmlns:a16="http://schemas.microsoft.com/office/drawing/2014/main" id="{62232DF8-F106-704B-8477-66785B07AB3E}"/>
              </a:ext>
            </a:extLst>
          </p:cNvPr>
          <p:cNvSpPr>
            <a:spLocks noGrp="1"/>
          </p:cNvSpPr>
          <p:nvPr>
            <p:ph type="pic" sz="quarter" idx="13"/>
          </p:nvPr>
        </p:nvSpPr>
        <p:spPr>
          <a:xfrm>
            <a:off x="0" y="280"/>
            <a:ext cx="12192000" cy="6193536"/>
          </a:xfrm>
          <a:solidFill>
            <a:schemeClr val="bg2"/>
          </a:solidFill>
        </p:spPr>
        <p:txBody>
          <a:bodyPr tIns="1920240" rIns="0"/>
          <a:lstStyle>
            <a:lvl1pPr marL="0" indent="0" algn="ctr">
              <a:buNone/>
              <a:defRPr/>
            </a:lvl1pPr>
          </a:lstStyle>
          <a:p>
            <a:r>
              <a:rPr lang="en-US"/>
              <a:t>Click icon to add picture</a:t>
            </a:r>
          </a:p>
        </p:txBody>
      </p:sp>
      <p:pic>
        <p:nvPicPr>
          <p:cNvPr id="5" name="Graphic 12">
            <a:extLst>
              <a:ext uri="{FF2B5EF4-FFF2-40B4-BE49-F238E27FC236}">
                <a16:creationId xmlns:a16="http://schemas.microsoft.com/office/drawing/2014/main" id="{87097A1A-9ECB-4F0C-B6E1-14D2D8C09490}"/>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14142504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9_Blank w/footer">
    <p:spTree>
      <p:nvGrpSpPr>
        <p:cNvPr id="1" name=""/>
        <p:cNvGrpSpPr/>
        <p:nvPr/>
      </p:nvGrpSpPr>
      <p:grpSpPr>
        <a:xfrm>
          <a:off x="0" y="0"/>
          <a:ext cx="0" cy="0"/>
          <a:chOff x="0" y="0"/>
          <a:chExt cx="0" cy="0"/>
        </a:xfrm>
      </p:grpSpPr>
      <p:sp>
        <p:nvSpPr>
          <p:cNvPr id="7" name="Picture Placeholder 3">
            <a:extLst>
              <a:ext uri="{FF2B5EF4-FFF2-40B4-BE49-F238E27FC236}">
                <a16:creationId xmlns:a16="http://schemas.microsoft.com/office/drawing/2014/main" id="{8852C220-5335-954B-ABF5-68B35E378518}"/>
              </a:ext>
            </a:extLst>
          </p:cNvPr>
          <p:cNvSpPr>
            <a:spLocks noGrp="1"/>
          </p:cNvSpPr>
          <p:nvPr>
            <p:ph type="pic" sz="quarter" idx="10"/>
          </p:nvPr>
        </p:nvSpPr>
        <p:spPr>
          <a:xfrm rot="10800000" flipV="1">
            <a:off x="1873017" y="234428"/>
            <a:ext cx="10318983" cy="4616061"/>
          </a:xfrm>
          <a:custGeom>
            <a:avLst/>
            <a:gdLst>
              <a:gd name="connsiteX0" fmla="*/ 0 w 2373837"/>
              <a:gd name="connsiteY0" fmla="*/ 0 h 3161925"/>
              <a:gd name="connsiteX1" fmla="*/ 1186919 w 2373837"/>
              <a:gd name="connsiteY1" fmla="*/ 0 h 3161925"/>
              <a:gd name="connsiteX2" fmla="*/ 2373838 w 2373837"/>
              <a:gd name="connsiteY2" fmla="*/ 1580963 h 3161925"/>
              <a:gd name="connsiteX3" fmla="*/ 1186919 w 2373837"/>
              <a:gd name="connsiteY3" fmla="*/ 3161926 h 3161925"/>
              <a:gd name="connsiteX4" fmla="*/ 0 w 2373837"/>
              <a:gd name="connsiteY4" fmla="*/ 3161925 h 3161925"/>
              <a:gd name="connsiteX5" fmla="*/ 0 w 2373837"/>
              <a:gd name="connsiteY5" fmla="*/ 0 h 3161925"/>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338328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27432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18288 w 5757118"/>
              <a:gd name="connsiteY4" fmla="*/ 3143637 h 3161926"/>
              <a:gd name="connsiteX5" fmla="*/ 0 w 5757118"/>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71069"/>
              <a:gd name="connsiteX1" fmla="*/ 4570199 w 5757118"/>
              <a:gd name="connsiteY1" fmla="*/ 0 h 3171069"/>
              <a:gd name="connsiteX2" fmla="*/ 5757118 w 5757118"/>
              <a:gd name="connsiteY2" fmla="*/ 1580963 h 3171069"/>
              <a:gd name="connsiteX3" fmla="*/ 4570199 w 5757118"/>
              <a:gd name="connsiteY3" fmla="*/ 3161926 h 3171069"/>
              <a:gd name="connsiteX4" fmla="*/ 0 w 5757118"/>
              <a:gd name="connsiteY4" fmla="*/ 3171069 h 3171069"/>
              <a:gd name="connsiteX5" fmla="*/ 0 w 5757118"/>
              <a:gd name="connsiteY5" fmla="*/ 9144 h 3171069"/>
              <a:gd name="connsiteX0" fmla="*/ 0 w 5763988"/>
              <a:gd name="connsiteY0" fmla="*/ 0 h 3171069"/>
              <a:gd name="connsiteX1" fmla="*/ 4577069 w 5763988"/>
              <a:gd name="connsiteY1" fmla="*/ 0 h 3171069"/>
              <a:gd name="connsiteX2" fmla="*/ 5763988 w 5763988"/>
              <a:gd name="connsiteY2" fmla="*/ 1580963 h 3171069"/>
              <a:gd name="connsiteX3" fmla="*/ 4577069 w 5763988"/>
              <a:gd name="connsiteY3" fmla="*/ 3161926 h 3171069"/>
              <a:gd name="connsiteX4" fmla="*/ 6870 w 5763988"/>
              <a:gd name="connsiteY4" fmla="*/ 3171069 h 3171069"/>
              <a:gd name="connsiteX5" fmla="*/ 0 w 5763988"/>
              <a:gd name="connsiteY5" fmla="*/ 0 h 317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3988" h="3171069">
                <a:moveTo>
                  <a:pt x="0" y="0"/>
                </a:moveTo>
                <a:lnTo>
                  <a:pt x="4577069" y="0"/>
                </a:lnTo>
                <a:cubicBezTo>
                  <a:pt x="5232586" y="0"/>
                  <a:pt x="5763988" y="707821"/>
                  <a:pt x="5763988" y="1580963"/>
                </a:cubicBezTo>
                <a:cubicBezTo>
                  <a:pt x="5763988" y="2454105"/>
                  <a:pt x="5232586" y="3161926"/>
                  <a:pt x="4577069" y="3161926"/>
                </a:cubicBezTo>
                <a:lnTo>
                  <a:pt x="6870" y="3171069"/>
                </a:lnTo>
                <a:lnTo>
                  <a:pt x="0" y="0"/>
                </a:lnTo>
                <a:close/>
              </a:path>
            </a:pathLst>
          </a:cu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8" name="Oval 7">
            <a:extLst>
              <a:ext uri="{FF2B5EF4-FFF2-40B4-BE49-F238E27FC236}">
                <a16:creationId xmlns:a16="http://schemas.microsoft.com/office/drawing/2014/main" id="{4BBB5C12-3DEF-4540-973F-28E88629FD1D}"/>
              </a:ext>
            </a:extLst>
          </p:cNvPr>
          <p:cNvSpPr/>
          <p:nvPr userDrawn="1"/>
        </p:nvSpPr>
        <p:spPr>
          <a:xfrm>
            <a:off x="7958626" y="5164274"/>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9" name="Freeform 8">
            <a:extLst>
              <a:ext uri="{FF2B5EF4-FFF2-40B4-BE49-F238E27FC236}">
                <a16:creationId xmlns:a16="http://schemas.microsoft.com/office/drawing/2014/main" id="{0B8B6BA6-F26A-FD4E-8219-BF14B976B4DA}"/>
              </a:ext>
            </a:extLst>
          </p:cNvPr>
          <p:cNvSpPr/>
          <p:nvPr userDrawn="1"/>
        </p:nvSpPr>
        <p:spPr>
          <a:xfrm>
            <a:off x="478333"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Rounded Rectangle 10">
            <a:extLst>
              <a:ext uri="{FF2B5EF4-FFF2-40B4-BE49-F238E27FC236}">
                <a16:creationId xmlns:a16="http://schemas.microsoft.com/office/drawing/2014/main" id="{5DE15F76-698D-4D46-A56C-F2AD2B36F9A9}"/>
              </a:ext>
            </a:extLst>
          </p:cNvPr>
          <p:cNvSpPr/>
          <p:nvPr userDrawn="1"/>
        </p:nvSpPr>
        <p:spPr>
          <a:xfrm>
            <a:off x="932981" y="5164274"/>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2" name="Slide Number Placeholder 5">
            <a:extLst>
              <a:ext uri="{FF2B5EF4-FFF2-40B4-BE49-F238E27FC236}">
                <a16:creationId xmlns:a16="http://schemas.microsoft.com/office/drawing/2014/main" id="{FC37DCF4-C4BE-4BA3-83A1-23C52DDA3E33}"/>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13" name="Title 1">
            <a:extLst>
              <a:ext uri="{FF2B5EF4-FFF2-40B4-BE49-F238E27FC236}">
                <a16:creationId xmlns:a16="http://schemas.microsoft.com/office/drawing/2014/main" id="{F04A439C-900A-E14F-897C-B479EFB161FA}"/>
              </a:ext>
            </a:extLst>
          </p:cNvPr>
          <p:cNvSpPr>
            <a:spLocks noGrp="1"/>
          </p:cNvSpPr>
          <p:nvPr>
            <p:ph type="title"/>
          </p:nvPr>
        </p:nvSpPr>
        <p:spPr>
          <a:xfrm>
            <a:off x="478336" y="1910342"/>
            <a:ext cx="4481013" cy="2852737"/>
          </a:xfrm>
          <a:prstGeom prst="rect">
            <a:avLst/>
          </a:prstGeom>
        </p:spPr>
        <p:txBody>
          <a:bodyPr anchor="b">
            <a:normAutofit/>
          </a:bodyPr>
          <a:lstStyle>
            <a:lvl1pPr>
              <a:defRPr sz="3200"/>
            </a:lvl1pPr>
          </a:lstStyle>
          <a:p>
            <a:r>
              <a:rPr lang="en-US"/>
              <a:t>Click to edit Master title style</a:t>
            </a:r>
          </a:p>
        </p:txBody>
      </p:sp>
      <p:pic>
        <p:nvPicPr>
          <p:cNvPr id="10" name="Graphic 12">
            <a:extLst>
              <a:ext uri="{FF2B5EF4-FFF2-40B4-BE49-F238E27FC236}">
                <a16:creationId xmlns:a16="http://schemas.microsoft.com/office/drawing/2014/main" id="{96518993-75B4-4F40-A5EB-71E232CA85DC}"/>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51544216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Six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68" rtl="0" eaLnBrk="1" latinLnBrk="0" hangingPunct="1">
              <a:defRPr sz="933" kern="1200">
                <a:solidFill>
                  <a:schemeClr val="bg2"/>
                </a:solidFill>
                <a:latin typeface="+mn-lt"/>
                <a:ea typeface="+mn-ea"/>
                <a:cs typeface="+mn-cs"/>
              </a:defRPr>
            </a:lvl1pPr>
            <a:lvl2pPr marL="304768" algn="l" defTabSz="304768" rtl="0" eaLnBrk="1" latinLnBrk="0" hangingPunct="1">
              <a:defRPr sz="1200" kern="1200">
                <a:solidFill>
                  <a:schemeClr val="tx1"/>
                </a:solidFill>
                <a:latin typeface="+mn-lt"/>
                <a:ea typeface="+mn-ea"/>
                <a:cs typeface="+mn-cs"/>
              </a:defRPr>
            </a:lvl2pPr>
            <a:lvl3pPr marL="609539" algn="l" defTabSz="304768" rtl="0" eaLnBrk="1" latinLnBrk="0" hangingPunct="1">
              <a:defRPr sz="1200" kern="1200">
                <a:solidFill>
                  <a:schemeClr val="tx1"/>
                </a:solidFill>
                <a:latin typeface="+mn-lt"/>
                <a:ea typeface="+mn-ea"/>
                <a:cs typeface="+mn-cs"/>
              </a:defRPr>
            </a:lvl3pPr>
            <a:lvl4pPr marL="914309" algn="l" defTabSz="304768" rtl="0" eaLnBrk="1" latinLnBrk="0" hangingPunct="1">
              <a:defRPr sz="1200" kern="1200">
                <a:solidFill>
                  <a:schemeClr val="tx1"/>
                </a:solidFill>
                <a:latin typeface="+mn-lt"/>
                <a:ea typeface="+mn-ea"/>
                <a:cs typeface="+mn-cs"/>
              </a:defRPr>
            </a:lvl4pPr>
            <a:lvl5pPr marL="1219080" algn="l" defTabSz="304768" rtl="0" eaLnBrk="1" latinLnBrk="0" hangingPunct="1">
              <a:defRPr sz="1200" kern="1200">
                <a:solidFill>
                  <a:schemeClr val="tx1"/>
                </a:solidFill>
                <a:latin typeface="+mn-lt"/>
                <a:ea typeface="+mn-ea"/>
                <a:cs typeface="+mn-cs"/>
              </a:defRPr>
            </a:lvl5pPr>
            <a:lvl6pPr marL="1523849" algn="l" defTabSz="304768" rtl="0" eaLnBrk="1" latinLnBrk="0" hangingPunct="1">
              <a:defRPr sz="1200" kern="1200">
                <a:solidFill>
                  <a:schemeClr val="tx1"/>
                </a:solidFill>
                <a:latin typeface="+mn-lt"/>
                <a:ea typeface="+mn-ea"/>
                <a:cs typeface="+mn-cs"/>
              </a:defRPr>
            </a:lvl6pPr>
            <a:lvl7pPr marL="1828618" algn="l" defTabSz="304768" rtl="0" eaLnBrk="1" latinLnBrk="0" hangingPunct="1">
              <a:defRPr sz="1200" kern="1200">
                <a:solidFill>
                  <a:schemeClr val="tx1"/>
                </a:solidFill>
                <a:latin typeface="+mn-lt"/>
                <a:ea typeface="+mn-ea"/>
                <a:cs typeface="+mn-cs"/>
              </a:defRPr>
            </a:lvl7pPr>
            <a:lvl8pPr marL="2133387" algn="l" defTabSz="304768" rtl="0" eaLnBrk="1" latinLnBrk="0" hangingPunct="1">
              <a:defRPr sz="1200" kern="1200">
                <a:solidFill>
                  <a:schemeClr val="tx1"/>
                </a:solidFill>
                <a:latin typeface="+mn-lt"/>
                <a:ea typeface="+mn-ea"/>
                <a:cs typeface="+mn-cs"/>
              </a:defRPr>
            </a:lvl8pPr>
            <a:lvl9pPr marL="2438158" algn="l" defTabSz="304768"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7" name="Picture Placeholder 6">
            <a:extLst>
              <a:ext uri="{FF2B5EF4-FFF2-40B4-BE49-F238E27FC236}">
                <a16:creationId xmlns:a16="http://schemas.microsoft.com/office/drawing/2014/main" id="{ED95A2FD-1DC7-4D29-86A8-51D546E3A2C4}"/>
              </a:ext>
            </a:extLst>
          </p:cNvPr>
          <p:cNvSpPr>
            <a:spLocks noGrp="1" noChangeAspect="1"/>
          </p:cNvSpPr>
          <p:nvPr>
            <p:ph type="pic" sz="quarter" idx="13"/>
          </p:nvPr>
        </p:nvSpPr>
        <p:spPr>
          <a:xfrm>
            <a:off x="2336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8" name="Picture Placeholder 6">
            <a:extLst>
              <a:ext uri="{FF2B5EF4-FFF2-40B4-BE49-F238E27FC236}">
                <a16:creationId xmlns:a16="http://schemas.microsoft.com/office/drawing/2014/main" id="{837F4A05-B3B3-429B-B6AF-4AAC8FF0B597}"/>
              </a:ext>
            </a:extLst>
          </p:cNvPr>
          <p:cNvSpPr>
            <a:spLocks noGrp="1" noChangeAspect="1"/>
          </p:cNvSpPr>
          <p:nvPr>
            <p:ph type="pic" sz="quarter" idx="14"/>
          </p:nvPr>
        </p:nvSpPr>
        <p:spPr>
          <a:xfrm>
            <a:off x="5270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9" name="Picture Placeholder 6">
            <a:extLst>
              <a:ext uri="{FF2B5EF4-FFF2-40B4-BE49-F238E27FC236}">
                <a16:creationId xmlns:a16="http://schemas.microsoft.com/office/drawing/2014/main" id="{A7E5C1B1-79BD-4C2B-8DF6-AAAFDC31D4EA}"/>
              </a:ext>
            </a:extLst>
          </p:cNvPr>
          <p:cNvSpPr>
            <a:spLocks noGrp="1" noChangeAspect="1"/>
          </p:cNvSpPr>
          <p:nvPr>
            <p:ph type="pic" sz="quarter" idx="15"/>
          </p:nvPr>
        </p:nvSpPr>
        <p:spPr>
          <a:xfrm>
            <a:off x="8204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12" name="Picture Placeholder 6">
            <a:extLst>
              <a:ext uri="{FF2B5EF4-FFF2-40B4-BE49-F238E27FC236}">
                <a16:creationId xmlns:a16="http://schemas.microsoft.com/office/drawing/2014/main" id="{3A1C0D48-6745-44FE-81AC-9E3EB1E2DECC}"/>
              </a:ext>
            </a:extLst>
          </p:cNvPr>
          <p:cNvSpPr>
            <a:spLocks noGrp="1" noChangeAspect="1"/>
          </p:cNvSpPr>
          <p:nvPr>
            <p:ph type="pic" sz="quarter" idx="18"/>
          </p:nvPr>
        </p:nvSpPr>
        <p:spPr>
          <a:xfrm>
            <a:off x="2336400" y="3636841"/>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13" name="Picture Placeholder 6">
            <a:extLst>
              <a:ext uri="{FF2B5EF4-FFF2-40B4-BE49-F238E27FC236}">
                <a16:creationId xmlns:a16="http://schemas.microsoft.com/office/drawing/2014/main" id="{62FA97E8-4519-4739-B895-55612F78257D}"/>
              </a:ext>
            </a:extLst>
          </p:cNvPr>
          <p:cNvSpPr>
            <a:spLocks noGrp="1" noChangeAspect="1"/>
          </p:cNvSpPr>
          <p:nvPr>
            <p:ph type="pic" sz="quarter" idx="19"/>
          </p:nvPr>
        </p:nvSpPr>
        <p:spPr>
          <a:xfrm>
            <a:off x="52704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14" name="Picture Placeholder 6">
            <a:extLst>
              <a:ext uri="{FF2B5EF4-FFF2-40B4-BE49-F238E27FC236}">
                <a16:creationId xmlns:a16="http://schemas.microsoft.com/office/drawing/2014/main" id="{B5432D3A-C3C9-4B63-96CD-241A721F1380}"/>
              </a:ext>
            </a:extLst>
          </p:cNvPr>
          <p:cNvSpPr>
            <a:spLocks noGrp="1" noChangeAspect="1"/>
          </p:cNvSpPr>
          <p:nvPr>
            <p:ph type="pic" sz="quarter" idx="20"/>
          </p:nvPr>
        </p:nvSpPr>
        <p:spPr>
          <a:xfrm>
            <a:off x="8204400" y="3636841"/>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 name="Title 3">
            <a:extLst>
              <a:ext uri="{FF2B5EF4-FFF2-40B4-BE49-F238E27FC236}">
                <a16:creationId xmlns:a16="http://schemas.microsoft.com/office/drawing/2014/main" id="{0058C624-88C6-A749-9F27-558E9ADF4C56}"/>
              </a:ext>
            </a:extLst>
          </p:cNvPr>
          <p:cNvSpPr>
            <a:spLocks noGrp="1"/>
          </p:cNvSpPr>
          <p:nvPr>
            <p:ph type="title"/>
          </p:nvPr>
        </p:nvSpPr>
        <p:spPr/>
        <p:txBody>
          <a:bodyPr/>
          <a:lstStyle/>
          <a:p>
            <a:r>
              <a:rPr lang="en-US"/>
              <a:t>Click to edit Master title style</a:t>
            </a:r>
          </a:p>
        </p:txBody>
      </p:sp>
      <p:sp>
        <p:nvSpPr>
          <p:cNvPr id="17" name="Text Placeholder 17">
            <a:extLst>
              <a:ext uri="{FF2B5EF4-FFF2-40B4-BE49-F238E27FC236}">
                <a16:creationId xmlns:a16="http://schemas.microsoft.com/office/drawing/2014/main" id="{D7CDBFA3-F514-6741-9643-E95A1084E0CD}"/>
              </a:ext>
            </a:extLst>
          </p:cNvPr>
          <p:cNvSpPr>
            <a:spLocks noGrp="1"/>
          </p:cNvSpPr>
          <p:nvPr>
            <p:ph type="body" sz="quarter" idx="51" hasCustomPrompt="1"/>
          </p:nvPr>
        </p:nvSpPr>
        <p:spPr>
          <a:xfrm>
            <a:off x="2336400" y="3001230"/>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29" name="Text Placeholder 17">
            <a:extLst>
              <a:ext uri="{FF2B5EF4-FFF2-40B4-BE49-F238E27FC236}">
                <a16:creationId xmlns:a16="http://schemas.microsoft.com/office/drawing/2014/main" id="{774F63E0-E76C-A447-AB42-BF40B2C6F813}"/>
              </a:ext>
            </a:extLst>
          </p:cNvPr>
          <p:cNvSpPr>
            <a:spLocks noGrp="1"/>
          </p:cNvSpPr>
          <p:nvPr>
            <p:ph type="body" sz="quarter" idx="60" hasCustomPrompt="1"/>
          </p:nvPr>
        </p:nvSpPr>
        <p:spPr>
          <a:xfrm>
            <a:off x="5270400" y="300779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0" name="Text Placeholder 17">
            <a:extLst>
              <a:ext uri="{FF2B5EF4-FFF2-40B4-BE49-F238E27FC236}">
                <a16:creationId xmlns:a16="http://schemas.microsoft.com/office/drawing/2014/main" id="{DCFB84AB-7A55-2140-A0EC-51FE333C48DF}"/>
              </a:ext>
            </a:extLst>
          </p:cNvPr>
          <p:cNvSpPr>
            <a:spLocks noGrp="1"/>
          </p:cNvSpPr>
          <p:nvPr>
            <p:ph type="body" sz="quarter" idx="61" hasCustomPrompt="1"/>
          </p:nvPr>
        </p:nvSpPr>
        <p:spPr>
          <a:xfrm>
            <a:off x="8204400" y="300122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1" name="Text Placeholder 17">
            <a:extLst>
              <a:ext uri="{FF2B5EF4-FFF2-40B4-BE49-F238E27FC236}">
                <a16:creationId xmlns:a16="http://schemas.microsoft.com/office/drawing/2014/main" id="{C8DFBF47-74A8-0742-8727-6A02055AF2B5}"/>
              </a:ext>
            </a:extLst>
          </p:cNvPr>
          <p:cNvSpPr>
            <a:spLocks noGrp="1"/>
          </p:cNvSpPr>
          <p:nvPr>
            <p:ph type="body" sz="quarter" idx="62" hasCustomPrompt="1"/>
          </p:nvPr>
        </p:nvSpPr>
        <p:spPr>
          <a:xfrm>
            <a:off x="2336400" y="5467597"/>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2" name="Text Placeholder 17">
            <a:extLst>
              <a:ext uri="{FF2B5EF4-FFF2-40B4-BE49-F238E27FC236}">
                <a16:creationId xmlns:a16="http://schemas.microsoft.com/office/drawing/2014/main" id="{A6FFA54D-A788-D349-8CF8-43C27822326A}"/>
              </a:ext>
            </a:extLst>
          </p:cNvPr>
          <p:cNvSpPr>
            <a:spLocks noGrp="1"/>
          </p:cNvSpPr>
          <p:nvPr>
            <p:ph type="body" sz="quarter" idx="63" hasCustomPrompt="1"/>
          </p:nvPr>
        </p:nvSpPr>
        <p:spPr>
          <a:xfrm>
            <a:off x="5270700" y="545882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3" name="Text Placeholder 17">
            <a:extLst>
              <a:ext uri="{FF2B5EF4-FFF2-40B4-BE49-F238E27FC236}">
                <a16:creationId xmlns:a16="http://schemas.microsoft.com/office/drawing/2014/main" id="{1EE0B458-B269-3641-975E-232EBC073BF3}"/>
              </a:ext>
            </a:extLst>
          </p:cNvPr>
          <p:cNvSpPr>
            <a:spLocks noGrp="1"/>
          </p:cNvSpPr>
          <p:nvPr>
            <p:ph type="body" sz="quarter" idx="64" hasCustomPrompt="1"/>
          </p:nvPr>
        </p:nvSpPr>
        <p:spPr>
          <a:xfrm>
            <a:off x="8204400" y="5467594"/>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Tree>
    <p:extLst>
      <p:ext uri="{BB962C8B-B14F-4D97-AF65-F5344CB8AC3E}">
        <p14:creationId xmlns:p14="http://schemas.microsoft.com/office/powerpoint/2010/main" val="321686714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68" rtl="0" eaLnBrk="1" latinLnBrk="0" hangingPunct="1">
              <a:defRPr sz="933" kern="1200">
                <a:solidFill>
                  <a:schemeClr val="bg2"/>
                </a:solidFill>
                <a:latin typeface="+mn-lt"/>
                <a:ea typeface="+mn-ea"/>
                <a:cs typeface="+mn-cs"/>
              </a:defRPr>
            </a:lvl1pPr>
            <a:lvl2pPr marL="304768" algn="l" defTabSz="304768" rtl="0" eaLnBrk="1" latinLnBrk="0" hangingPunct="1">
              <a:defRPr sz="1200" kern="1200">
                <a:solidFill>
                  <a:schemeClr val="tx1"/>
                </a:solidFill>
                <a:latin typeface="+mn-lt"/>
                <a:ea typeface="+mn-ea"/>
                <a:cs typeface="+mn-cs"/>
              </a:defRPr>
            </a:lvl2pPr>
            <a:lvl3pPr marL="609539" algn="l" defTabSz="304768" rtl="0" eaLnBrk="1" latinLnBrk="0" hangingPunct="1">
              <a:defRPr sz="1200" kern="1200">
                <a:solidFill>
                  <a:schemeClr val="tx1"/>
                </a:solidFill>
                <a:latin typeface="+mn-lt"/>
                <a:ea typeface="+mn-ea"/>
                <a:cs typeface="+mn-cs"/>
              </a:defRPr>
            </a:lvl3pPr>
            <a:lvl4pPr marL="914309" algn="l" defTabSz="304768" rtl="0" eaLnBrk="1" latinLnBrk="0" hangingPunct="1">
              <a:defRPr sz="1200" kern="1200">
                <a:solidFill>
                  <a:schemeClr val="tx1"/>
                </a:solidFill>
                <a:latin typeface="+mn-lt"/>
                <a:ea typeface="+mn-ea"/>
                <a:cs typeface="+mn-cs"/>
              </a:defRPr>
            </a:lvl4pPr>
            <a:lvl5pPr marL="1219080" algn="l" defTabSz="304768" rtl="0" eaLnBrk="1" latinLnBrk="0" hangingPunct="1">
              <a:defRPr sz="1200" kern="1200">
                <a:solidFill>
                  <a:schemeClr val="tx1"/>
                </a:solidFill>
                <a:latin typeface="+mn-lt"/>
                <a:ea typeface="+mn-ea"/>
                <a:cs typeface="+mn-cs"/>
              </a:defRPr>
            </a:lvl5pPr>
            <a:lvl6pPr marL="1523849" algn="l" defTabSz="304768" rtl="0" eaLnBrk="1" latinLnBrk="0" hangingPunct="1">
              <a:defRPr sz="1200" kern="1200">
                <a:solidFill>
                  <a:schemeClr val="tx1"/>
                </a:solidFill>
                <a:latin typeface="+mn-lt"/>
                <a:ea typeface="+mn-ea"/>
                <a:cs typeface="+mn-cs"/>
              </a:defRPr>
            </a:lvl6pPr>
            <a:lvl7pPr marL="1828618" algn="l" defTabSz="304768" rtl="0" eaLnBrk="1" latinLnBrk="0" hangingPunct="1">
              <a:defRPr sz="1200" kern="1200">
                <a:solidFill>
                  <a:schemeClr val="tx1"/>
                </a:solidFill>
                <a:latin typeface="+mn-lt"/>
                <a:ea typeface="+mn-ea"/>
                <a:cs typeface="+mn-cs"/>
              </a:defRPr>
            </a:lvl7pPr>
            <a:lvl8pPr marL="2133387" algn="l" defTabSz="304768" rtl="0" eaLnBrk="1" latinLnBrk="0" hangingPunct="1">
              <a:defRPr sz="1200" kern="1200">
                <a:solidFill>
                  <a:schemeClr val="tx1"/>
                </a:solidFill>
                <a:latin typeface="+mn-lt"/>
                <a:ea typeface="+mn-ea"/>
                <a:cs typeface="+mn-cs"/>
              </a:defRPr>
            </a:lvl8pPr>
            <a:lvl9pPr marL="2438158" algn="l" defTabSz="304768"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38" name="Picture Placeholder 6">
            <a:extLst>
              <a:ext uri="{FF2B5EF4-FFF2-40B4-BE49-F238E27FC236}">
                <a16:creationId xmlns:a16="http://schemas.microsoft.com/office/drawing/2014/main" id="{C22955AA-FEFD-5040-9C3B-C821496B46D7}"/>
              </a:ext>
            </a:extLst>
          </p:cNvPr>
          <p:cNvSpPr>
            <a:spLocks noGrp="1" noChangeAspect="1"/>
          </p:cNvSpPr>
          <p:nvPr>
            <p:ph type="pic" sz="quarter" idx="31"/>
          </p:nvPr>
        </p:nvSpPr>
        <p:spPr>
          <a:xfrm>
            <a:off x="13590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39" name="Picture Placeholder 6">
            <a:extLst>
              <a:ext uri="{FF2B5EF4-FFF2-40B4-BE49-F238E27FC236}">
                <a16:creationId xmlns:a16="http://schemas.microsoft.com/office/drawing/2014/main" id="{B509B8F3-4042-7F44-BA0F-7153543484FC}"/>
              </a:ext>
            </a:extLst>
          </p:cNvPr>
          <p:cNvSpPr>
            <a:spLocks noGrp="1" noChangeAspect="1"/>
          </p:cNvSpPr>
          <p:nvPr>
            <p:ph type="pic" sz="quarter" idx="32"/>
          </p:nvPr>
        </p:nvSpPr>
        <p:spPr>
          <a:xfrm>
            <a:off x="33147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0" name="Picture Placeholder 6">
            <a:extLst>
              <a:ext uri="{FF2B5EF4-FFF2-40B4-BE49-F238E27FC236}">
                <a16:creationId xmlns:a16="http://schemas.microsoft.com/office/drawing/2014/main" id="{C43BA59E-724A-AB42-B801-4B550B9A6E88}"/>
              </a:ext>
            </a:extLst>
          </p:cNvPr>
          <p:cNvSpPr>
            <a:spLocks noGrp="1" noChangeAspect="1"/>
          </p:cNvSpPr>
          <p:nvPr>
            <p:ph type="pic" sz="quarter" idx="33"/>
          </p:nvPr>
        </p:nvSpPr>
        <p:spPr>
          <a:xfrm>
            <a:off x="5270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4" name="Picture Placeholder 6">
            <a:extLst>
              <a:ext uri="{FF2B5EF4-FFF2-40B4-BE49-F238E27FC236}">
                <a16:creationId xmlns:a16="http://schemas.microsoft.com/office/drawing/2014/main" id="{E2CE9C72-4A45-324C-9211-0E11477CE6B4}"/>
              </a:ext>
            </a:extLst>
          </p:cNvPr>
          <p:cNvSpPr>
            <a:spLocks noGrp="1" noChangeAspect="1"/>
          </p:cNvSpPr>
          <p:nvPr>
            <p:ph type="pic" sz="quarter" idx="26"/>
          </p:nvPr>
        </p:nvSpPr>
        <p:spPr>
          <a:xfrm>
            <a:off x="72261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5" name="Picture Placeholder 6">
            <a:extLst>
              <a:ext uri="{FF2B5EF4-FFF2-40B4-BE49-F238E27FC236}">
                <a16:creationId xmlns:a16="http://schemas.microsoft.com/office/drawing/2014/main" id="{8BAE87D9-3F8C-C245-A245-FADFA310BA9B}"/>
              </a:ext>
            </a:extLst>
          </p:cNvPr>
          <p:cNvSpPr>
            <a:spLocks noGrp="1" noChangeAspect="1"/>
          </p:cNvSpPr>
          <p:nvPr>
            <p:ph type="pic" sz="quarter" idx="27"/>
          </p:nvPr>
        </p:nvSpPr>
        <p:spPr>
          <a:xfrm>
            <a:off x="91818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8" name="Picture Placeholder 6">
            <a:extLst>
              <a:ext uri="{FF2B5EF4-FFF2-40B4-BE49-F238E27FC236}">
                <a16:creationId xmlns:a16="http://schemas.microsoft.com/office/drawing/2014/main" id="{438D6873-BE96-2546-8427-4365148081D5}"/>
              </a:ext>
            </a:extLst>
          </p:cNvPr>
          <p:cNvSpPr>
            <a:spLocks noGrp="1" noChangeAspect="1"/>
          </p:cNvSpPr>
          <p:nvPr>
            <p:ph type="pic" sz="quarter" idx="39"/>
          </p:nvPr>
        </p:nvSpPr>
        <p:spPr>
          <a:xfrm>
            <a:off x="13590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9" name="Picture Placeholder 6">
            <a:extLst>
              <a:ext uri="{FF2B5EF4-FFF2-40B4-BE49-F238E27FC236}">
                <a16:creationId xmlns:a16="http://schemas.microsoft.com/office/drawing/2014/main" id="{622791C0-156C-EC4C-A5D8-B2E66E1E1455}"/>
              </a:ext>
            </a:extLst>
          </p:cNvPr>
          <p:cNvSpPr>
            <a:spLocks noGrp="1" noChangeAspect="1"/>
          </p:cNvSpPr>
          <p:nvPr>
            <p:ph type="pic" sz="quarter" idx="40"/>
          </p:nvPr>
        </p:nvSpPr>
        <p:spPr>
          <a:xfrm>
            <a:off x="33147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0" name="Picture Placeholder 6">
            <a:extLst>
              <a:ext uri="{FF2B5EF4-FFF2-40B4-BE49-F238E27FC236}">
                <a16:creationId xmlns:a16="http://schemas.microsoft.com/office/drawing/2014/main" id="{E6AF9491-2B93-7A4B-A4AD-93EB4B1B24FC}"/>
              </a:ext>
            </a:extLst>
          </p:cNvPr>
          <p:cNvSpPr>
            <a:spLocks noGrp="1" noChangeAspect="1"/>
          </p:cNvSpPr>
          <p:nvPr>
            <p:ph type="pic" sz="quarter" idx="41"/>
          </p:nvPr>
        </p:nvSpPr>
        <p:spPr>
          <a:xfrm>
            <a:off x="52704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4" name="Picture Placeholder 6">
            <a:extLst>
              <a:ext uri="{FF2B5EF4-FFF2-40B4-BE49-F238E27FC236}">
                <a16:creationId xmlns:a16="http://schemas.microsoft.com/office/drawing/2014/main" id="{AF49FF47-5766-1640-ABF9-240007B37EE0}"/>
              </a:ext>
            </a:extLst>
          </p:cNvPr>
          <p:cNvSpPr>
            <a:spLocks noGrp="1" noChangeAspect="1"/>
          </p:cNvSpPr>
          <p:nvPr>
            <p:ph type="pic" sz="quarter" idx="45"/>
          </p:nvPr>
        </p:nvSpPr>
        <p:spPr>
          <a:xfrm>
            <a:off x="72261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5" name="Picture Placeholder 6">
            <a:extLst>
              <a:ext uri="{FF2B5EF4-FFF2-40B4-BE49-F238E27FC236}">
                <a16:creationId xmlns:a16="http://schemas.microsoft.com/office/drawing/2014/main" id="{4D65803D-C671-C74A-8E5D-482B32FF563F}"/>
              </a:ext>
            </a:extLst>
          </p:cNvPr>
          <p:cNvSpPr>
            <a:spLocks noGrp="1" noChangeAspect="1"/>
          </p:cNvSpPr>
          <p:nvPr>
            <p:ph type="pic" sz="quarter" idx="46"/>
          </p:nvPr>
        </p:nvSpPr>
        <p:spPr>
          <a:xfrm>
            <a:off x="91818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34" name="Text Placeholder 17">
            <a:extLst>
              <a:ext uri="{FF2B5EF4-FFF2-40B4-BE49-F238E27FC236}">
                <a16:creationId xmlns:a16="http://schemas.microsoft.com/office/drawing/2014/main" id="{B1EA32E2-33AF-A042-A99C-83EC2303CD77}"/>
              </a:ext>
            </a:extLst>
          </p:cNvPr>
          <p:cNvSpPr>
            <a:spLocks noGrp="1"/>
          </p:cNvSpPr>
          <p:nvPr>
            <p:ph type="body" sz="quarter" idx="58" hasCustomPrompt="1"/>
          </p:nvPr>
        </p:nvSpPr>
        <p:spPr>
          <a:xfrm>
            <a:off x="1359000" y="3014372"/>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5" name="Text Placeholder 17">
            <a:extLst>
              <a:ext uri="{FF2B5EF4-FFF2-40B4-BE49-F238E27FC236}">
                <a16:creationId xmlns:a16="http://schemas.microsoft.com/office/drawing/2014/main" id="{2715CA28-9D1E-064B-AA56-9A3C32E02E4E}"/>
              </a:ext>
            </a:extLst>
          </p:cNvPr>
          <p:cNvSpPr>
            <a:spLocks noGrp="1"/>
          </p:cNvSpPr>
          <p:nvPr>
            <p:ph type="body" sz="quarter" idx="60" hasCustomPrompt="1"/>
          </p:nvPr>
        </p:nvSpPr>
        <p:spPr>
          <a:xfrm>
            <a:off x="3314700" y="3014369"/>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6" name="Text Placeholder 17">
            <a:extLst>
              <a:ext uri="{FF2B5EF4-FFF2-40B4-BE49-F238E27FC236}">
                <a16:creationId xmlns:a16="http://schemas.microsoft.com/office/drawing/2014/main" id="{2BCDFDB2-6962-2C45-9560-12E105561B48}"/>
              </a:ext>
            </a:extLst>
          </p:cNvPr>
          <p:cNvSpPr>
            <a:spLocks noGrp="1"/>
          </p:cNvSpPr>
          <p:nvPr>
            <p:ph type="body" sz="quarter" idx="61" hasCustomPrompt="1"/>
          </p:nvPr>
        </p:nvSpPr>
        <p:spPr>
          <a:xfrm>
            <a:off x="5270400" y="3014369"/>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7" name="Text Placeholder 17">
            <a:extLst>
              <a:ext uri="{FF2B5EF4-FFF2-40B4-BE49-F238E27FC236}">
                <a16:creationId xmlns:a16="http://schemas.microsoft.com/office/drawing/2014/main" id="{E194A757-8767-8B40-A0D2-3DD59AE90EBC}"/>
              </a:ext>
            </a:extLst>
          </p:cNvPr>
          <p:cNvSpPr>
            <a:spLocks noGrp="1"/>
          </p:cNvSpPr>
          <p:nvPr>
            <p:ph type="body" sz="quarter" idx="62" hasCustomPrompt="1"/>
          </p:nvPr>
        </p:nvSpPr>
        <p:spPr>
          <a:xfrm>
            <a:off x="7226100" y="3014372"/>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58" name="Text Placeholder 17">
            <a:extLst>
              <a:ext uri="{FF2B5EF4-FFF2-40B4-BE49-F238E27FC236}">
                <a16:creationId xmlns:a16="http://schemas.microsoft.com/office/drawing/2014/main" id="{D3E8FA35-64D5-4547-9548-19CAA96EF1F3}"/>
              </a:ext>
            </a:extLst>
          </p:cNvPr>
          <p:cNvSpPr>
            <a:spLocks noGrp="1"/>
          </p:cNvSpPr>
          <p:nvPr>
            <p:ph type="body" sz="quarter" idx="63" hasCustomPrompt="1"/>
          </p:nvPr>
        </p:nvSpPr>
        <p:spPr>
          <a:xfrm>
            <a:off x="9181800" y="3014372"/>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59" name="Text Placeholder 17">
            <a:extLst>
              <a:ext uri="{FF2B5EF4-FFF2-40B4-BE49-F238E27FC236}">
                <a16:creationId xmlns:a16="http://schemas.microsoft.com/office/drawing/2014/main" id="{69CE46AA-308F-7442-9842-1D1561DEB94B}"/>
              </a:ext>
            </a:extLst>
          </p:cNvPr>
          <p:cNvSpPr>
            <a:spLocks noGrp="1"/>
          </p:cNvSpPr>
          <p:nvPr>
            <p:ph type="body" sz="quarter" idx="64" hasCustomPrompt="1"/>
          </p:nvPr>
        </p:nvSpPr>
        <p:spPr>
          <a:xfrm>
            <a:off x="1369015" y="5465400"/>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0" name="Text Placeholder 17">
            <a:extLst>
              <a:ext uri="{FF2B5EF4-FFF2-40B4-BE49-F238E27FC236}">
                <a16:creationId xmlns:a16="http://schemas.microsoft.com/office/drawing/2014/main" id="{5214737B-C49F-3F47-B344-D88DFF3BC5E0}"/>
              </a:ext>
            </a:extLst>
          </p:cNvPr>
          <p:cNvSpPr>
            <a:spLocks noGrp="1"/>
          </p:cNvSpPr>
          <p:nvPr>
            <p:ph type="body" sz="quarter" idx="65" hasCustomPrompt="1"/>
          </p:nvPr>
        </p:nvSpPr>
        <p:spPr>
          <a:xfrm>
            <a:off x="3324715" y="5465397"/>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1" name="Text Placeholder 17">
            <a:extLst>
              <a:ext uri="{FF2B5EF4-FFF2-40B4-BE49-F238E27FC236}">
                <a16:creationId xmlns:a16="http://schemas.microsoft.com/office/drawing/2014/main" id="{4B1E1BFC-A209-3245-BD30-DE1E05B1A035}"/>
              </a:ext>
            </a:extLst>
          </p:cNvPr>
          <p:cNvSpPr>
            <a:spLocks noGrp="1"/>
          </p:cNvSpPr>
          <p:nvPr>
            <p:ph type="body" sz="quarter" idx="66" hasCustomPrompt="1"/>
          </p:nvPr>
        </p:nvSpPr>
        <p:spPr>
          <a:xfrm>
            <a:off x="5280415" y="5465397"/>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2" name="Text Placeholder 17">
            <a:extLst>
              <a:ext uri="{FF2B5EF4-FFF2-40B4-BE49-F238E27FC236}">
                <a16:creationId xmlns:a16="http://schemas.microsoft.com/office/drawing/2014/main" id="{A9DF13AF-1164-3C4B-BBE6-B90BA80FC6B4}"/>
              </a:ext>
            </a:extLst>
          </p:cNvPr>
          <p:cNvSpPr>
            <a:spLocks noGrp="1"/>
          </p:cNvSpPr>
          <p:nvPr>
            <p:ph type="body" sz="quarter" idx="67" hasCustomPrompt="1"/>
          </p:nvPr>
        </p:nvSpPr>
        <p:spPr>
          <a:xfrm>
            <a:off x="7236115" y="5465400"/>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3" name="Text Placeholder 17">
            <a:extLst>
              <a:ext uri="{FF2B5EF4-FFF2-40B4-BE49-F238E27FC236}">
                <a16:creationId xmlns:a16="http://schemas.microsoft.com/office/drawing/2014/main" id="{4AD9248B-A8C2-7447-81E8-207F4AB47BB9}"/>
              </a:ext>
            </a:extLst>
          </p:cNvPr>
          <p:cNvSpPr>
            <a:spLocks noGrp="1"/>
          </p:cNvSpPr>
          <p:nvPr>
            <p:ph type="body" sz="quarter" idx="68" hasCustomPrompt="1"/>
          </p:nvPr>
        </p:nvSpPr>
        <p:spPr>
          <a:xfrm>
            <a:off x="9191815" y="5465400"/>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Tree>
    <p:extLst>
      <p:ext uri="{BB962C8B-B14F-4D97-AF65-F5344CB8AC3E}">
        <p14:creationId xmlns:p14="http://schemas.microsoft.com/office/powerpoint/2010/main" val="1844632561"/>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1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68" rtl="0" eaLnBrk="1" latinLnBrk="0" hangingPunct="1">
              <a:defRPr sz="933" kern="1200">
                <a:solidFill>
                  <a:schemeClr val="bg2"/>
                </a:solidFill>
                <a:latin typeface="+mn-lt"/>
                <a:ea typeface="+mn-ea"/>
                <a:cs typeface="+mn-cs"/>
              </a:defRPr>
            </a:lvl1pPr>
            <a:lvl2pPr marL="304768" algn="l" defTabSz="304768" rtl="0" eaLnBrk="1" latinLnBrk="0" hangingPunct="1">
              <a:defRPr sz="1200" kern="1200">
                <a:solidFill>
                  <a:schemeClr val="tx1"/>
                </a:solidFill>
                <a:latin typeface="+mn-lt"/>
                <a:ea typeface="+mn-ea"/>
                <a:cs typeface="+mn-cs"/>
              </a:defRPr>
            </a:lvl2pPr>
            <a:lvl3pPr marL="609539" algn="l" defTabSz="304768" rtl="0" eaLnBrk="1" latinLnBrk="0" hangingPunct="1">
              <a:defRPr sz="1200" kern="1200">
                <a:solidFill>
                  <a:schemeClr val="tx1"/>
                </a:solidFill>
                <a:latin typeface="+mn-lt"/>
                <a:ea typeface="+mn-ea"/>
                <a:cs typeface="+mn-cs"/>
              </a:defRPr>
            </a:lvl3pPr>
            <a:lvl4pPr marL="914309" algn="l" defTabSz="304768" rtl="0" eaLnBrk="1" latinLnBrk="0" hangingPunct="1">
              <a:defRPr sz="1200" kern="1200">
                <a:solidFill>
                  <a:schemeClr val="tx1"/>
                </a:solidFill>
                <a:latin typeface="+mn-lt"/>
                <a:ea typeface="+mn-ea"/>
                <a:cs typeface="+mn-cs"/>
              </a:defRPr>
            </a:lvl4pPr>
            <a:lvl5pPr marL="1219080" algn="l" defTabSz="304768" rtl="0" eaLnBrk="1" latinLnBrk="0" hangingPunct="1">
              <a:defRPr sz="1200" kern="1200">
                <a:solidFill>
                  <a:schemeClr val="tx1"/>
                </a:solidFill>
                <a:latin typeface="+mn-lt"/>
                <a:ea typeface="+mn-ea"/>
                <a:cs typeface="+mn-cs"/>
              </a:defRPr>
            </a:lvl5pPr>
            <a:lvl6pPr marL="1523849" algn="l" defTabSz="304768" rtl="0" eaLnBrk="1" latinLnBrk="0" hangingPunct="1">
              <a:defRPr sz="1200" kern="1200">
                <a:solidFill>
                  <a:schemeClr val="tx1"/>
                </a:solidFill>
                <a:latin typeface="+mn-lt"/>
                <a:ea typeface="+mn-ea"/>
                <a:cs typeface="+mn-cs"/>
              </a:defRPr>
            </a:lvl6pPr>
            <a:lvl7pPr marL="1828618" algn="l" defTabSz="304768" rtl="0" eaLnBrk="1" latinLnBrk="0" hangingPunct="1">
              <a:defRPr sz="1200" kern="1200">
                <a:solidFill>
                  <a:schemeClr val="tx1"/>
                </a:solidFill>
                <a:latin typeface="+mn-lt"/>
                <a:ea typeface="+mn-ea"/>
                <a:cs typeface="+mn-cs"/>
              </a:defRPr>
            </a:lvl7pPr>
            <a:lvl8pPr marL="2133387" algn="l" defTabSz="304768" rtl="0" eaLnBrk="1" latinLnBrk="0" hangingPunct="1">
              <a:defRPr sz="1200" kern="1200">
                <a:solidFill>
                  <a:schemeClr val="tx1"/>
                </a:solidFill>
                <a:latin typeface="+mn-lt"/>
                <a:ea typeface="+mn-ea"/>
                <a:cs typeface="+mn-cs"/>
              </a:defRPr>
            </a:lvl8pPr>
            <a:lvl9pPr marL="2438158" algn="l" defTabSz="304768"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38" name="Picture Placeholder 6">
            <a:extLst>
              <a:ext uri="{FF2B5EF4-FFF2-40B4-BE49-F238E27FC236}">
                <a16:creationId xmlns:a16="http://schemas.microsoft.com/office/drawing/2014/main" id="{C22955AA-FEFD-5040-9C3B-C821496B46D7}"/>
              </a:ext>
            </a:extLst>
          </p:cNvPr>
          <p:cNvSpPr>
            <a:spLocks noGrp="1" noChangeAspect="1"/>
          </p:cNvSpPr>
          <p:nvPr>
            <p:ph type="pic" sz="quarter" idx="31"/>
          </p:nvPr>
        </p:nvSpPr>
        <p:spPr>
          <a:xfrm>
            <a:off x="4572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0" name="Picture Placeholder 6">
            <a:extLst>
              <a:ext uri="{FF2B5EF4-FFF2-40B4-BE49-F238E27FC236}">
                <a16:creationId xmlns:a16="http://schemas.microsoft.com/office/drawing/2014/main" id="{C43BA59E-724A-AB42-B801-4B550B9A6E88}"/>
              </a:ext>
            </a:extLst>
          </p:cNvPr>
          <p:cNvSpPr>
            <a:spLocks noGrp="1" noChangeAspect="1"/>
          </p:cNvSpPr>
          <p:nvPr>
            <p:ph type="pic" sz="quarter" idx="33"/>
          </p:nvPr>
        </p:nvSpPr>
        <p:spPr>
          <a:xfrm>
            <a:off x="43686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5" name="Picture Placeholder 6">
            <a:extLst>
              <a:ext uri="{FF2B5EF4-FFF2-40B4-BE49-F238E27FC236}">
                <a16:creationId xmlns:a16="http://schemas.microsoft.com/office/drawing/2014/main" id="{8BAE87D9-3F8C-C245-A245-FADFA310BA9B}"/>
              </a:ext>
            </a:extLst>
          </p:cNvPr>
          <p:cNvSpPr>
            <a:spLocks noGrp="1" noChangeAspect="1"/>
          </p:cNvSpPr>
          <p:nvPr>
            <p:ph type="pic" sz="quarter" idx="27"/>
          </p:nvPr>
        </p:nvSpPr>
        <p:spPr>
          <a:xfrm>
            <a:off x="82800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8" name="Picture Placeholder 6">
            <a:extLst>
              <a:ext uri="{FF2B5EF4-FFF2-40B4-BE49-F238E27FC236}">
                <a16:creationId xmlns:a16="http://schemas.microsoft.com/office/drawing/2014/main" id="{438D6873-BE96-2546-8427-4365148081D5}"/>
              </a:ext>
            </a:extLst>
          </p:cNvPr>
          <p:cNvSpPr>
            <a:spLocks noGrp="1" noChangeAspect="1"/>
          </p:cNvSpPr>
          <p:nvPr>
            <p:ph type="pic" sz="quarter" idx="39"/>
          </p:nvPr>
        </p:nvSpPr>
        <p:spPr>
          <a:xfrm>
            <a:off x="4572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0" name="Picture Placeholder 6">
            <a:extLst>
              <a:ext uri="{FF2B5EF4-FFF2-40B4-BE49-F238E27FC236}">
                <a16:creationId xmlns:a16="http://schemas.microsoft.com/office/drawing/2014/main" id="{E6AF9491-2B93-7A4B-A4AD-93EB4B1B24FC}"/>
              </a:ext>
            </a:extLst>
          </p:cNvPr>
          <p:cNvSpPr>
            <a:spLocks noGrp="1" noChangeAspect="1"/>
          </p:cNvSpPr>
          <p:nvPr>
            <p:ph type="pic" sz="quarter" idx="41"/>
          </p:nvPr>
        </p:nvSpPr>
        <p:spPr>
          <a:xfrm>
            <a:off x="43686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5" name="Picture Placeholder 6">
            <a:extLst>
              <a:ext uri="{FF2B5EF4-FFF2-40B4-BE49-F238E27FC236}">
                <a16:creationId xmlns:a16="http://schemas.microsoft.com/office/drawing/2014/main" id="{4D65803D-C671-C74A-8E5D-482B32FF563F}"/>
              </a:ext>
            </a:extLst>
          </p:cNvPr>
          <p:cNvSpPr>
            <a:spLocks noGrp="1" noChangeAspect="1"/>
          </p:cNvSpPr>
          <p:nvPr>
            <p:ph type="pic" sz="quarter" idx="46"/>
          </p:nvPr>
        </p:nvSpPr>
        <p:spPr>
          <a:xfrm>
            <a:off x="82800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34" name="Text Placeholder 17">
            <a:extLst>
              <a:ext uri="{FF2B5EF4-FFF2-40B4-BE49-F238E27FC236}">
                <a16:creationId xmlns:a16="http://schemas.microsoft.com/office/drawing/2014/main" id="{B1EA32E2-33AF-A042-A99C-83EC2303CD77}"/>
              </a:ext>
            </a:extLst>
          </p:cNvPr>
          <p:cNvSpPr>
            <a:spLocks noGrp="1"/>
          </p:cNvSpPr>
          <p:nvPr>
            <p:ph type="body" sz="quarter" idx="58" hasCustomPrompt="1"/>
          </p:nvPr>
        </p:nvSpPr>
        <p:spPr>
          <a:xfrm>
            <a:off x="2360111" y="1477177"/>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36" name="Text Placeholder 17">
            <a:extLst>
              <a:ext uri="{FF2B5EF4-FFF2-40B4-BE49-F238E27FC236}">
                <a16:creationId xmlns:a16="http://schemas.microsoft.com/office/drawing/2014/main" id="{2BCDFDB2-6962-2C45-9560-12E105561B48}"/>
              </a:ext>
            </a:extLst>
          </p:cNvPr>
          <p:cNvSpPr>
            <a:spLocks noGrp="1"/>
          </p:cNvSpPr>
          <p:nvPr>
            <p:ph type="body" sz="quarter" idx="61" hasCustomPrompt="1"/>
          </p:nvPr>
        </p:nvSpPr>
        <p:spPr>
          <a:xfrm>
            <a:off x="6271511" y="1477174"/>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58" name="Text Placeholder 17">
            <a:extLst>
              <a:ext uri="{FF2B5EF4-FFF2-40B4-BE49-F238E27FC236}">
                <a16:creationId xmlns:a16="http://schemas.microsoft.com/office/drawing/2014/main" id="{D3E8FA35-64D5-4547-9548-19CAA96EF1F3}"/>
              </a:ext>
            </a:extLst>
          </p:cNvPr>
          <p:cNvSpPr>
            <a:spLocks noGrp="1"/>
          </p:cNvSpPr>
          <p:nvPr>
            <p:ph type="body" sz="quarter" idx="63" hasCustomPrompt="1"/>
          </p:nvPr>
        </p:nvSpPr>
        <p:spPr>
          <a:xfrm>
            <a:off x="10182911" y="1477177"/>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59" name="Text Placeholder 17">
            <a:extLst>
              <a:ext uri="{FF2B5EF4-FFF2-40B4-BE49-F238E27FC236}">
                <a16:creationId xmlns:a16="http://schemas.microsoft.com/office/drawing/2014/main" id="{69CE46AA-308F-7442-9842-1D1561DEB94B}"/>
              </a:ext>
            </a:extLst>
          </p:cNvPr>
          <p:cNvSpPr>
            <a:spLocks noGrp="1"/>
          </p:cNvSpPr>
          <p:nvPr>
            <p:ph type="body" sz="quarter" idx="64" hasCustomPrompt="1"/>
          </p:nvPr>
        </p:nvSpPr>
        <p:spPr>
          <a:xfrm>
            <a:off x="2370125" y="3928205"/>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61" name="Text Placeholder 17">
            <a:extLst>
              <a:ext uri="{FF2B5EF4-FFF2-40B4-BE49-F238E27FC236}">
                <a16:creationId xmlns:a16="http://schemas.microsoft.com/office/drawing/2014/main" id="{4B1E1BFC-A209-3245-BD30-DE1E05B1A035}"/>
              </a:ext>
            </a:extLst>
          </p:cNvPr>
          <p:cNvSpPr>
            <a:spLocks noGrp="1"/>
          </p:cNvSpPr>
          <p:nvPr>
            <p:ph type="body" sz="quarter" idx="66" hasCustomPrompt="1"/>
          </p:nvPr>
        </p:nvSpPr>
        <p:spPr>
          <a:xfrm>
            <a:off x="6281525" y="3928202"/>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63" name="Text Placeholder 17">
            <a:extLst>
              <a:ext uri="{FF2B5EF4-FFF2-40B4-BE49-F238E27FC236}">
                <a16:creationId xmlns:a16="http://schemas.microsoft.com/office/drawing/2014/main" id="{4AD9248B-A8C2-7447-81E8-207F4AB47BB9}"/>
              </a:ext>
            </a:extLst>
          </p:cNvPr>
          <p:cNvSpPr>
            <a:spLocks noGrp="1"/>
          </p:cNvSpPr>
          <p:nvPr>
            <p:ph type="body" sz="quarter" idx="68" hasCustomPrompt="1"/>
          </p:nvPr>
        </p:nvSpPr>
        <p:spPr>
          <a:xfrm>
            <a:off x="10192925" y="3928205"/>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Tree>
    <p:extLst>
      <p:ext uri="{BB962C8B-B14F-4D97-AF65-F5344CB8AC3E}">
        <p14:creationId xmlns:p14="http://schemas.microsoft.com/office/powerpoint/2010/main" val="3641462920"/>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2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68" rtl="0" eaLnBrk="1" latinLnBrk="0" hangingPunct="1">
              <a:defRPr sz="933" kern="1200">
                <a:solidFill>
                  <a:schemeClr val="bg2"/>
                </a:solidFill>
                <a:latin typeface="+mn-lt"/>
                <a:ea typeface="+mn-ea"/>
                <a:cs typeface="+mn-cs"/>
              </a:defRPr>
            </a:lvl1pPr>
            <a:lvl2pPr marL="304768" algn="l" defTabSz="304768" rtl="0" eaLnBrk="1" latinLnBrk="0" hangingPunct="1">
              <a:defRPr sz="1200" kern="1200">
                <a:solidFill>
                  <a:schemeClr val="tx1"/>
                </a:solidFill>
                <a:latin typeface="+mn-lt"/>
                <a:ea typeface="+mn-ea"/>
                <a:cs typeface="+mn-cs"/>
              </a:defRPr>
            </a:lvl2pPr>
            <a:lvl3pPr marL="609539" algn="l" defTabSz="304768" rtl="0" eaLnBrk="1" latinLnBrk="0" hangingPunct="1">
              <a:defRPr sz="1200" kern="1200">
                <a:solidFill>
                  <a:schemeClr val="tx1"/>
                </a:solidFill>
                <a:latin typeface="+mn-lt"/>
                <a:ea typeface="+mn-ea"/>
                <a:cs typeface="+mn-cs"/>
              </a:defRPr>
            </a:lvl3pPr>
            <a:lvl4pPr marL="914309" algn="l" defTabSz="304768" rtl="0" eaLnBrk="1" latinLnBrk="0" hangingPunct="1">
              <a:defRPr sz="1200" kern="1200">
                <a:solidFill>
                  <a:schemeClr val="tx1"/>
                </a:solidFill>
                <a:latin typeface="+mn-lt"/>
                <a:ea typeface="+mn-ea"/>
                <a:cs typeface="+mn-cs"/>
              </a:defRPr>
            </a:lvl4pPr>
            <a:lvl5pPr marL="1219080" algn="l" defTabSz="304768" rtl="0" eaLnBrk="1" latinLnBrk="0" hangingPunct="1">
              <a:defRPr sz="1200" kern="1200">
                <a:solidFill>
                  <a:schemeClr val="tx1"/>
                </a:solidFill>
                <a:latin typeface="+mn-lt"/>
                <a:ea typeface="+mn-ea"/>
                <a:cs typeface="+mn-cs"/>
              </a:defRPr>
            </a:lvl5pPr>
            <a:lvl6pPr marL="1523849" algn="l" defTabSz="304768" rtl="0" eaLnBrk="1" latinLnBrk="0" hangingPunct="1">
              <a:defRPr sz="1200" kern="1200">
                <a:solidFill>
                  <a:schemeClr val="tx1"/>
                </a:solidFill>
                <a:latin typeface="+mn-lt"/>
                <a:ea typeface="+mn-ea"/>
                <a:cs typeface="+mn-cs"/>
              </a:defRPr>
            </a:lvl6pPr>
            <a:lvl7pPr marL="1828618" algn="l" defTabSz="304768" rtl="0" eaLnBrk="1" latinLnBrk="0" hangingPunct="1">
              <a:defRPr sz="1200" kern="1200">
                <a:solidFill>
                  <a:schemeClr val="tx1"/>
                </a:solidFill>
                <a:latin typeface="+mn-lt"/>
                <a:ea typeface="+mn-ea"/>
                <a:cs typeface="+mn-cs"/>
              </a:defRPr>
            </a:lvl7pPr>
            <a:lvl8pPr marL="2133387" algn="l" defTabSz="304768" rtl="0" eaLnBrk="1" latinLnBrk="0" hangingPunct="1">
              <a:defRPr sz="1200" kern="1200">
                <a:solidFill>
                  <a:schemeClr val="tx1"/>
                </a:solidFill>
                <a:latin typeface="+mn-lt"/>
                <a:ea typeface="+mn-ea"/>
                <a:cs typeface="+mn-cs"/>
              </a:defRPr>
            </a:lvl8pPr>
            <a:lvl9pPr marL="2438158" algn="l" defTabSz="304768"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38" name="Picture Placeholder 6">
            <a:extLst>
              <a:ext uri="{FF2B5EF4-FFF2-40B4-BE49-F238E27FC236}">
                <a16:creationId xmlns:a16="http://schemas.microsoft.com/office/drawing/2014/main" id="{C22955AA-FEFD-5040-9C3B-C821496B46D7}"/>
              </a:ext>
            </a:extLst>
          </p:cNvPr>
          <p:cNvSpPr>
            <a:spLocks noGrp="1" noChangeAspect="1"/>
          </p:cNvSpPr>
          <p:nvPr>
            <p:ph type="pic" sz="quarter" idx="31"/>
          </p:nvPr>
        </p:nvSpPr>
        <p:spPr>
          <a:xfrm>
            <a:off x="457200"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40" name="Picture Placeholder 6">
            <a:extLst>
              <a:ext uri="{FF2B5EF4-FFF2-40B4-BE49-F238E27FC236}">
                <a16:creationId xmlns:a16="http://schemas.microsoft.com/office/drawing/2014/main" id="{C43BA59E-724A-AB42-B801-4B550B9A6E88}"/>
              </a:ext>
            </a:extLst>
          </p:cNvPr>
          <p:cNvSpPr>
            <a:spLocks noGrp="1" noChangeAspect="1"/>
          </p:cNvSpPr>
          <p:nvPr>
            <p:ph type="pic" sz="quarter" idx="33"/>
          </p:nvPr>
        </p:nvSpPr>
        <p:spPr>
          <a:xfrm>
            <a:off x="3251732"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45" name="Picture Placeholder 6">
            <a:extLst>
              <a:ext uri="{FF2B5EF4-FFF2-40B4-BE49-F238E27FC236}">
                <a16:creationId xmlns:a16="http://schemas.microsoft.com/office/drawing/2014/main" id="{8BAE87D9-3F8C-C245-A245-FADFA310BA9B}"/>
              </a:ext>
            </a:extLst>
          </p:cNvPr>
          <p:cNvSpPr>
            <a:spLocks noGrp="1" noChangeAspect="1"/>
          </p:cNvSpPr>
          <p:nvPr>
            <p:ph type="pic" sz="quarter" idx="27"/>
          </p:nvPr>
        </p:nvSpPr>
        <p:spPr>
          <a:xfrm>
            <a:off x="6050099"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48" name="Picture Placeholder 6">
            <a:extLst>
              <a:ext uri="{FF2B5EF4-FFF2-40B4-BE49-F238E27FC236}">
                <a16:creationId xmlns:a16="http://schemas.microsoft.com/office/drawing/2014/main" id="{438D6873-BE96-2546-8427-4365148081D5}"/>
              </a:ext>
            </a:extLst>
          </p:cNvPr>
          <p:cNvSpPr>
            <a:spLocks noGrp="1" noChangeAspect="1"/>
          </p:cNvSpPr>
          <p:nvPr>
            <p:ph type="pic" sz="quarter" idx="39"/>
          </p:nvPr>
        </p:nvSpPr>
        <p:spPr>
          <a:xfrm>
            <a:off x="457200"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50" name="Picture Placeholder 6">
            <a:extLst>
              <a:ext uri="{FF2B5EF4-FFF2-40B4-BE49-F238E27FC236}">
                <a16:creationId xmlns:a16="http://schemas.microsoft.com/office/drawing/2014/main" id="{E6AF9491-2B93-7A4B-A4AD-93EB4B1B24FC}"/>
              </a:ext>
            </a:extLst>
          </p:cNvPr>
          <p:cNvSpPr>
            <a:spLocks noGrp="1" noChangeAspect="1"/>
          </p:cNvSpPr>
          <p:nvPr>
            <p:ph type="pic" sz="quarter" idx="41"/>
          </p:nvPr>
        </p:nvSpPr>
        <p:spPr>
          <a:xfrm>
            <a:off x="3251732"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55" name="Picture Placeholder 6">
            <a:extLst>
              <a:ext uri="{FF2B5EF4-FFF2-40B4-BE49-F238E27FC236}">
                <a16:creationId xmlns:a16="http://schemas.microsoft.com/office/drawing/2014/main" id="{4D65803D-C671-C74A-8E5D-482B32FF563F}"/>
              </a:ext>
            </a:extLst>
          </p:cNvPr>
          <p:cNvSpPr>
            <a:spLocks noGrp="1" noChangeAspect="1"/>
          </p:cNvSpPr>
          <p:nvPr>
            <p:ph type="pic" sz="quarter" idx="46"/>
          </p:nvPr>
        </p:nvSpPr>
        <p:spPr>
          <a:xfrm>
            <a:off x="6050099"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34" name="Text Placeholder 17">
            <a:extLst>
              <a:ext uri="{FF2B5EF4-FFF2-40B4-BE49-F238E27FC236}">
                <a16:creationId xmlns:a16="http://schemas.microsoft.com/office/drawing/2014/main" id="{B1EA32E2-33AF-A042-A99C-83EC2303CD77}"/>
              </a:ext>
            </a:extLst>
          </p:cNvPr>
          <p:cNvSpPr>
            <a:spLocks noGrp="1"/>
          </p:cNvSpPr>
          <p:nvPr>
            <p:ph type="body" sz="quarter" idx="58" hasCustomPrompt="1"/>
          </p:nvPr>
        </p:nvSpPr>
        <p:spPr>
          <a:xfrm>
            <a:off x="1681061" y="1214460"/>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36" name="Text Placeholder 17">
            <a:extLst>
              <a:ext uri="{FF2B5EF4-FFF2-40B4-BE49-F238E27FC236}">
                <a16:creationId xmlns:a16="http://schemas.microsoft.com/office/drawing/2014/main" id="{2BCDFDB2-6962-2C45-9560-12E105561B48}"/>
              </a:ext>
            </a:extLst>
          </p:cNvPr>
          <p:cNvSpPr>
            <a:spLocks noGrp="1"/>
          </p:cNvSpPr>
          <p:nvPr>
            <p:ph type="body" sz="quarter" idx="61" hasCustomPrompt="1"/>
          </p:nvPr>
        </p:nvSpPr>
        <p:spPr>
          <a:xfrm>
            <a:off x="4495623" y="1214457"/>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58" name="Text Placeholder 17">
            <a:extLst>
              <a:ext uri="{FF2B5EF4-FFF2-40B4-BE49-F238E27FC236}">
                <a16:creationId xmlns:a16="http://schemas.microsoft.com/office/drawing/2014/main" id="{D3E8FA35-64D5-4547-9548-19CAA96EF1F3}"/>
              </a:ext>
            </a:extLst>
          </p:cNvPr>
          <p:cNvSpPr>
            <a:spLocks noGrp="1"/>
          </p:cNvSpPr>
          <p:nvPr>
            <p:ph type="body" sz="quarter" idx="63" hasCustomPrompt="1"/>
          </p:nvPr>
        </p:nvSpPr>
        <p:spPr>
          <a:xfrm>
            <a:off x="7273960" y="1214460"/>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59" name="Text Placeholder 17">
            <a:extLst>
              <a:ext uri="{FF2B5EF4-FFF2-40B4-BE49-F238E27FC236}">
                <a16:creationId xmlns:a16="http://schemas.microsoft.com/office/drawing/2014/main" id="{69CE46AA-308F-7442-9842-1D1561DEB94B}"/>
              </a:ext>
            </a:extLst>
          </p:cNvPr>
          <p:cNvSpPr>
            <a:spLocks noGrp="1"/>
          </p:cNvSpPr>
          <p:nvPr>
            <p:ph type="body" sz="quarter" idx="64" hasCustomPrompt="1"/>
          </p:nvPr>
        </p:nvSpPr>
        <p:spPr>
          <a:xfrm>
            <a:off x="1691076" y="3665488"/>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61" name="Text Placeholder 17">
            <a:extLst>
              <a:ext uri="{FF2B5EF4-FFF2-40B4-BE49-F238E27FC236}">
                <a16:creationId xmlns:a16="http://schemas.microsoft.com/office/drawing/2014/main" id="{4B1E1BFC-A209-3245-BD30-DE1E05B1A035}"/>
              </a:ext>
            </a:extLst>
          </p:cNvPr>
          <p:cNvSpPr>
            <a:spLocks noGrp="1"/>
          </p:cNvSpPr>
          <p:nvPr>
            <p:ph type="body" sz="quarter" idx="66" hasCustomPrompt="1"/>
          </p:nvPr>
        </p:nvSpPr>
        <p:spPr>
          <a:xfrm>
            <a:off x="4505637" y="3665485"/>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63" name="Text Placeholder 17">
            <a:extLst>
              <a:ext uri="{FF2B5EF4-FFF2-40B4-BE49-F238E27FC236}">
                <a16:creationId xmlns:a16="http://schemas.microsoft.com/office/drawing/2014/main" id="{4AD9248B-A8C2-7447-81E8-207F4AB47BB9}"/>
              </a:ext>
            </a:extLst>
          </p:cNvPr>
          <p:cNvSpPr>
            <a:spLocks noGrp="1"/>
          </p:cNvSpPr>
          <p:nvPr>
            <p:ph type="body" sz="quarter" idx="68" hasCustomPrompt="1"/>
          </p:nvPr>
        </p:nvSpPr>
        <p:spPr>
          <a:xfrm>
            <a:off x="7283975" y="3665488"/>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17" name="Picture Placeholder 6">
            <a:extLst>
              <a:ext uri="{FF2B5EF4-FFF2-40B4-BE49-F238E27FC236}">
                <a16:creationId xmlns:a16="http://schemas.microsoft.com/office/drawing/2014/main" id="{D54279C9-D8C9-184F-87B4-BA4B204C8C5B}"/>
              </a:ext>
            </a:extLst>
          </p:cNvPr>
          <p:cNvSpPr>
            <a:spLocks noGrp="1" noChangeAspect="1"/>
          </p:cNvSpPr>
          <p:nvPr>
            <p:ph type="pic" sz="quarter" idx="69"/>
          </p:nvPr>
        </p:nvSpPr>
        <p:spPr>
          <a:xfrm>
            <a:off x="8858480"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18" name="Picture Placeholder 6">
            <a:extLst>
              <a:ext uri="{FF2B5EF4-FFF2-40B4-BE49-F238E27FC236}">
                <a16:creationId xmlns:a16="http://schemas.microsoft.com/office/drawing/2014/main" id="{3B8500FE-7D84-1A43-84FF-1FF6AA85DDE7}"/>
              </a:ext>
            </a:extLst>
          </p:cNvPr>
          <p:cNvSpPr>
            <a:spLocks noGrp="1" noChangeAspect="1"/>
          </p:cNvSpPr>
          <p:nvPr>
            <p:ph type="pic" sz="quarter" idx="70"/>
          </p:nvPr>
        </p:nvSpPr>
        <p:spPr>
          <a:xfrm>
            <a:off x="8858480"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19" name="Text Placeholder 17">
            <a:extLst>
              <a:ext uri="{FF2B5EF4-FFF2-40B4-BE49-F238E27FC236}">
                <a16:creationId xmlns:a16="http://schemas.microsoft.com/office/drawing/2014/main" id="{F20EECDE-4BFB-724F-AE26-ED1D088BC93F}"/>
              </a:ext>
            </a:extLst>
          </p:cNvPr>
          <p:cNvSpPr>
            <a:spLocks noGrp="1"/>
          </p:cNvSpPr>
          <p:nvPr>
            <p:ph type="body" sz="quarter" idx="71" hasCustomPrompt="1"/>
          </p:nvPr>
        </p:nvSpPr>
        <p:spPr>
          <a:xfrm>
            <a:off x="10082341" y="1214460"/>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20" name="Text Placeholder 17">
            <a:extLst>
              <a:ext uri="{FF2B5EF4-FFF2-40B4-BE49-F238E27FC236}">
                <a16:creationId xmlns:a16="http://schemas.microsoft.com/office/drawing/2014/main" id="{EDE6543B-D5D2-7C46-B8C6-C70EEAFD8574}"/>
              </a:ext>
            </a:extLst>
          </p:cNvPr>
          <p:cNvSpPr>
            <a:spLocks noGrp="1"/>
          </p:cNvSpPr>
          <p:nvPr>
            <p:ph type="body" sz="quarter" idx="72" hasCustomPrompt="1"/>
          </p:nvPr>
        </p:nvSpPr>
        <p:spPr>
          <a:xfrm>
            <a:off x="10092356" y="3665488"/>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6" name="Text Placeholder 5">
            <a:extLst>
              <a:ext uri="{FF2B5EF4-FFF2-40B4-BE49-F238E27FC236}">
                <a16:creationId xmlns:a16="http://schemas.microsoft.com/office/drawing/2014/main" id="{DC1FED3A-BB9A-2043-9F73-F0D0B0F2F7EA}"/>
              </a:ext>
            </a:extLst>
          </p:cNvPr>
          <p:cNvSpPr>
            <a:spLocks noGrp="1"/>
          </p:cNvSpPr>
          <p:nvPr>
            <p:ph type="body" sz="quarter" idx="73"/>
          </p:nvPr>
        </p:nvSpPr>
        <p:spPr>
          <a:xfrm>
            <a:off x="457200" y="2470151"/>
            <a:ext cx="2626784" cy="647700"/>
          </a:xfrm>
        </p:spPr>
        <p:txBody>
          <a:bodyPr anchor="t">
            <a:noAutofit/>
          </a:bodyPr>
          <a:lstStyle>
            <a:lvl1pPr marL="228578" marR="0" indent="-228578"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3" name="Text Placeholder 5">
            <a:extLst>
              <a:ext uri="{FF2B5EF4-FFF2-40B4-BE49-F238E27FC236}">
                <a16:creationId xmlns:a16="http://schemas.microsoft.com/office/drawing/2014/main" id="{63081A8C-D60B-1346-BA6F-2837524E9CDC}"/>
              </a:ext>
            </a:extLst>
          </p:cNvPr>
          <p:cNvSpPr>
            <a:spLocks noGrp="1"/>
          </p:cNvSpPr>
          <p:nvPr>
            <p:ph type="body" sz="quarter" idx="74"/>
          </p:nvPr>
        </p:nvSpPr>
        <p:spPr>
          <a:xfrm>
            <a:off x="3271797" y="2470151"/>
            <a:ext cx="2626784" cy="647700"/>
          </a:xfrm>
        </p:spPr>
        <p:txBody>
          <a:bodyPr anchor="t">
            <a:noAutofit/>
          </a:bodyPr>
          <a:lstStyle>
            <a:lvl1pPr marL="228578" marR="0" indent="-228578"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4" name="Text Placeholder 5">
            <a:extLst>
              <a:ext uri="{FF2B5EF4-FFF2-40B4-BE49-F238E27FC236}">
                <a16:creationId xmlns:a16="http://schemas.microsoft.com/office/drawing/2014/main" id="{F560C527-94DF-4D46-89D7-1E7CB3160A88}"/>
              </a:ext>
            </a:extLst>
          </p:cNvPr>
          <p:cNvSpPr>
            <a:spLocks noGrp="1"/>
          </p:cNvSpPr>
          <p:nvPr>
            <p:ph type="body" sz="quarter" idx="75"/>
          </p:nvPr>
        </p:nvSpPr>
        <p:spPr>
          <a:xfrm>
            <a:off x="6050135" y="2463775"/>
            <a:ext cx="2626784" cy="647700"/>
          </a:xfrm>
        </p:spPr>
        <p:txBody>
          <a:bodyPr anchor="t">
            <a:noAutofit/>
          </a:bodyPr>
          <a:lstStyle>
            <a:lvl1pPr marL="228578" marR="0" indent="-228578"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5" name="Text Placeholder 5">
            <a:extLst>
              <a:ext uri="{FF2B5EF4-FFF2-40B4-BE49-F238E27FC236}">
                <a16:creationId xmlns:a16="http://schemas.microsoft.com/office/drawing/2014/main" id="{BA8FEE21-FF05-5C45-819F-162DEAFCE567}"/>
              </a:ext>
            </a:extLst>
          </p:cNvPr>
          <p:cNvSpPr>
            <a:spLocks noGrp="1"/>
          </p:cNvSpPr>
          <p:nvPr>
            <p:ph type="body" sz="quarter" idx="76"/>
          </p:nvPr>
        </p:nvSpPr>
        <p:spPr>
          <a:xfrm>
            <a:off x="8876805" y="2463775"/>
            <a:ext cx="2626784" cy="647700"/>
          </a:xfrm>
        </p:spPr>
        <p:txBody>
          <a:bodyPr anchor="t">
            <a:noAutofit/>
          </a:bodyPr>
          <a:lstStyle>
            <a:lvl1pPr marL="228578" marR="0" indent="-228578"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6" name="Text Placeholder 5">
            <a:extLst>
              <a:ext uri="{FF2B5EF4-FFF2-40B4-BE49-F238E27FC236}">
                <a16:creationId xmlns:a16="http://schemas.microsoft.com/office/drawing/2014/main" id="{4E713894-D65E-8D4F-8901-40EB76536394}"/>
              </a:ext>
            </a:extLst>
          </p:cNvPr>
          <p:cNvSpPr>
            <a:spLocks noGrp="1"/>
          </p:cNvSpPr>
          <p:nvPr>
            <p:ph type="body" sz="quarter" idx="77"/>
          </p:nvPr>
        </p:nvSpPr>
        <p:spPr>
          <a:xfrm>
            <a:off x="457200" y="4891551"/>
            <a:ext cx="2626784" cy="647700"/>
          </a:xfrm>
        </p:spPr>
        <p:txBody>
          <a:bodyPr anchor="t">
            <a:noAutofit/>
          </a:bodyPr>
          <a:lstStyle>
            <a:lvl1pPr marL="228578" marR="0" indent="-228578"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7" name="Text Placeholder 5">
            <a:extLst>
              <a:ext uri="{FF2B5EF4-FFF2-40B4-BE49-F238E27FC236}">
                <a16:creationId xmlns:a16="http://schemas.microsoft.com/office/drawing/2014/main" id="{F844F3E7-4948-4D44-A187-04DCFBC2FD2D}"/>
              </a:ext>
            </a:extLst>
          </p:cNvPr>
          <p:cNvSpPr>
            <a:spLocks noGrp="1"/>
          </p:cNvSpPr>
          <p:nvPr>
            <p:ph type="body" sz="quarter" idx="78"/>
          </p:nvPr>
        </p:nvSpPr>
        <p:spPr>
          <a:xfrm>
            <a:off x="3271797" y="4891547"/>
            <a:ext cx="2626784" cy="647700"/>
          </a:xfrm>
        </p:spPr>
        <p:txBody>
          <a:bodyPr anchor="t">
            <a:noAutofit/>
          </a:bodyPr>
          <a:lstStyle>
            <a:lvl1pPr marL="228578" marR="0" indent="-228578"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8" name="Text Placeholder 5">
            <a:extLst>
              <a:ext uri="{FF2B5EF4-FFF2-40B4-BE49-F238E27FC236}">
                <a16:creationId xmlns:a16="http://schemas.microsoft.com/office/drawing/2014/main" id="{32A66BCD-68C9-C746-B585-18E0FA191A79}"/>
              </a:ext>
            </a:extLst>
          </p:cNvPr>
          <p:cNvSpPr>
            <a:spLocks noGrp="1"/>
          </p:cNvSpPr>
          <p:nvPr>
            <p:ph type="body" sz="quarter" idx="79"/>
          </p:nvPr>
        </p:nvSpPr>
        <p:spPr>
          <a:xfrm>
            <a:off x="6050135" y="4885175"/>
            <a:ext cx="2626784" cy="647700"/>
          </a:xfrm>
        </p:spPr>
        <p:txBody>
          <a:bodyPr anchor="t">
            <a:noAutofit/>
          </a:bodyPr>
          <a:lstStyle>
            <a:lvl1pPr marL="228578" marR="0" indent="-228578"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9" name="Text Placeholder 5">
            <a:extLst>
              <a:ext uri="{FF2B5EF4-FFF2-40B4-BE49-F238E27FC236}">
                <a16:creationId xmlns:a16="http://schemas.microsoft.com/office/drawing/2014/main" id="{153E9A74-691A-7F43-A556-D69EE86D9603}"/>
              </a:ext>
            </a:extLst>
          </p:cNvPr>
          <p:cNvSpPr>
            <a:spLocks noGrp="1"/>
          </p:cNvSpPr>
          <p:nvPr>
            <p:ph type="body" sz="quarter" idx="80"/>
          </p:nvPr>
        </p:nvSpPr>
        <p:spPr>
          <a:xfrm>
            <a:off x="8876805" y="4885171"/>
            <a:ext cx="2626784" cy="647700"/>
          </a:xfrm>
        </p:spPr>
        <p:txBody>
          <a:bodyPr anchor="t">
            <a:noAutofit/>
          </a:bodyPr>
          <a:lstStyle>
            <a:lvl1pPr marL="228578" marR="0" indent="-228578"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Tree>
    <p:extLst>
      <p:ext uri="{BB962C8B-B14F-4D97-AF65-F5344CB8AC3E}">
        <p14:creationId xmlns:p14="http://schemas.microsoft.com/office/powerpoint/2010/main" val="194900903"/>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1_Six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76" rtl="0" eaLnBrk="1" latinLnBrk="0" hangingPunct="1">
              <a:defRPr sz="933" kern="1200">
                <a:solidFill>
                  <a:schemeClr val="bg2"/>
                </a:solidFill>
                <a:latin typeface="+mn-lt"/>
                <a:ea typeface="+mn-ea"/>
                <a:cs typeface="+mn-cs"/>
              </a:defRPr>
            </a:lvl1pPr>
            <a:lvl2pPr marL="304776" algn="l" defTabSz="304776" rtl="0" eaLnBrk="1" latinLnBrk="0" hangingPunct="1">
              <a:defRPr sz="1200" kern="1200">
                <a:solidFill>
                  <a:schemeClr val="tx1"/>
                </a:solidFill>
                <a:latin typeface="+mn-lt"/>
                <a:ea typeface="+mn-ea"/>
                <a:cs typeface="+mn-cs"/>
              </a:defRPr>
            </a:lvl2pPr>
            <a:lvl3pPr marL="609555" algn="l" defTabSz="304776" rtl="0" eaLnBrk="1" latinLnBrk="0" hangingPunct="1">
              <a:defRPr sz="1200" kern="1200">
                <a:solidFill>
                  <a:schemeClr val="tx1"/>
                </a:solidFill>
                <a:latin typeface="+mn-lt"/>
                <a:ea typeface="+mn-ea"/>
                <a:cs typeface="+mn-cs"/>
              </a:defRPr>
            </a:lvl3pPr>
            <a:lvl4pPr marL="914332" algn="l" defTabSz="304776" rtl="0" eaLnBrk="1" latinLnBrk="0" hangingPunct="1">
              <a:defRPr sz="1200" kern="1200">
                <a:solidFill>
                  <a:schemeClr val="tx1"/>
                </a:solidFill>
                <a:latin typeface="+mn-lt"/>
                <a:ea typeface="+mn-ea"/>
                <a:cs typeface="+mn-cs"/>
              </a:defRPr>
            </a:lvl4pPr>
            <a:lvl5pPr marL="1219110" algn="l" defTabSz="304776" rtl="0" eaLnBrk="1" latinLnBrk="0" hangingPunct="1">
              <a:defRPr sz="1200" kern="1200">
                <a:solidFill>
                  <a:schemeClr val="tx1"/>
                </a:solidFill>
                <a:latin typeface="+mn-lt"/>
                <a:ea typeface="+mn-ea"/>
                <a:cs typeface="+mn-cs"/>
              </a:defRPr>
            </a:lvl5pPr>
            <a:lvl6pPr marL="1523887" algn="l" defTabSz="304776" rtl="0" eaLnBrk="1" latinLnBrk="0" hangingPunct="1">
              <a:defRPr sz="1200" kern="1200">
                <a:solidFill>
                  <a:schemeClr val="tx1"/>
                </a:solidFill>
                <a:latin typeface="+mn-lt"/>
                <a:ea typeface="+mn-ea"/>
                <a:cs typeface="+mn-cs"/>
              </a:defRPr>
            </a:lvl6pPr>
            <a:lvl7pPr marL="1828664" algn="l" defTabSz="304776" rtl="0" eaLnBrk="1" latinLnBrk="0" hangingPunct="1">
              <a:defRPr sz="1200" kern="1200">
                <a:solidFill>
                  <a:schemeClr val="tx1"/>
                </a:solidFill>
                <a:latin typeface="+mn-lt"/>
                <a:ea typeface="+mn-ea"/>
                <a:cs typeface="+mn-cs"/>
              </a:defRPr>
            </a:lvl7pPr>
            <a:lvl8pPr marL="2133440" algn="l" defTabSz="304776" rtl="0" eaLnBrk="1" latinLnBrk="0" hangingPunct="1">
              <a:defRPr sz="1200" kern="1200">
                <a:solidFill>
                  <a:schemeClr val="tx1"/>
                </a:solidFill>
                <a:latin typeface="+mn-lt"/>
                <a:ea typeface="+mn-ea"/>
                <a:cs typeface="+mn-cs"/>
              </a:defRPr>
            </a:lvl8pPr>
            <a:lvl9pPr marL="2438218" algn="l" defTabSz="304776"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7" name="Picture Placeholder 6">
            <a:extLst>
              <a:ext uri="{FF2B5EF4-FFF2-40B4-BE49-F238E27FC236}">
                <a16:creationId xmlns:a16="http://schemas.microsoft.com/office/drawing/2014/main" id="{ED95A2FD-1DC7-4D29-86A8-51D546E3A2C4}"/>
              </a:ext>
            </a:extLst>
          </p:cNvPr>
          <p:cNvSpPr>
            <a:spLocks noGrp="1" noChangeAspect="1"/>
          </p:cNvSpPr>
          <p:nvPr>
            <p:ph type="pic" sz="quarter" idx="13"/>
          </p:nvPr>
        </p:nvSpPr>
        <p:spPr>
          <a:xfrm>
            <a:off x="2336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8" name="Picture Placeholder 6">
            <a:extLst>
              <a:ext uri="{FF2B5EF4-FFF2-40B4-BE49-F238E27FC236}">
                <a16:creationId xmlns:a16="http://schemas.microsoft.com/office/drawing/2014/main" id="{837F4A05-B3B3-429B-B6AF-4AAC8FF0B597}"/>
              </a:ext>
            </a:extLst>
          </p:cNvPr>
          <p:cNvSpPr>
            <a:spLocks noGrp="1" noChangeAspect="1"/>
          </p:cNvSpPr>
          <p:nvPr>
            <p:ph type="pic" sz="quarter" idx="14"/>
          </p:nvPr>
        </p:nvSpPr>
        <p:spPr>
          <a:xfrm>
            <a:off x="5270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9" name="Picture Placeholder 6">
            <a:extLst>
              <a:ext uri="{FF2B5EF4-FFF2-40B4-BE49-F238E27FC236}">
                <a16:creationId xmlns:a16="http://schemas.microsoft.com/office/drawing/2014/main" id="{A7E5C1B1-79BD-4C2B-8DF6-AAAFDC31D4EA}"/>
              </a:ext>
            </a:extLst>
          </p:cNvPr>
          <p:cNvSpPr>
            <a:spLocks noGrp="1" noChangeAspect="1"/>
          </p:cNvSpPr>
          <p:nvPr>
            <p:ph type="pic" sz="quarter" idx="15"/>
          </p:nvPr>
        </p:nvSpPr>
        <p:spPr>
          <a:xfrm>
            <a:off x="8204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12" name="Picture Placeholder 6">
            <a:extLst>
              <a:ext uri="{FF2B5EF4-FFF2-40B4-BE49-F238E27FC236}">
                <a16:creationId xmlns:a16="http://schemas.microsoft.com/office/drawing/2014/main" id="{3A1C0D48-6745-44FE-81AC-9E3EB1E2DECC}"/>
              </a:ext>
            </a:extLst>
          </p:cNvPr>
          <p:cNvSpPr>
            <a:spLocks noGrp="1" noChangeAspect="1"/>
          </p:cNvSpPr>
          <p:nvPr>
            <p:ph type="pic" sz="quarter" idx="18"/>
          </p:nvPr>
        </p:nvSpPr>
        <p:spPr>
          <a:xfrm>
            <a:off x="2336400" y="3636841"/>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13" name="Picture Placeholder 6">
            <a:extLst>
              <a:ext uri="{FF2B5EF4-FFF2-40B4-BE49-F238E27FC236}">
                <a16:creationId xmlns:a16="http://schemas.microsoft.com/office/drawing/2014/main" id="{62FA97E8-4519-4739-B895-55612F78257D}"/>
              </a:ext>
            </a:extLst>
          </p:cNvPr>
          <p:cNvSpPr>
            <a:spLocks noGrp="1" noChangeAspect="1"/>
          </p:cNvSpPr>
          <p:nvPr>
            <p:ph type="pic" sz="quarter" idx="19"/>
          </p:nvPr>
        </p:nvSpPr>
        <p:spPr>
          <a:xfrm>
            <a:off x="52704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14" name="Picture Placeholder 6">
            <a:extLst>
              <a:ext uri="{FF2B5EF4-FFF2-40B4-BE49-F238E27FC236}">
                <a16:creationId xmlns:a16="http://schemas.microsoft.com/office/drawing/2014/main" id="{B5432D3A-C3C9-4B63-96CD-241A721F1380}"/>
              </a:ext>
            </a:extLst>
          </p:cNvPr>
          <p:cNvSpPr>
            <a:spLocks noGrp="1" noChangeAspect="1"/>
          </p:cNvSpPr>
          <p:nvPr>
            <p:ph type="pic" sz="quarter" idx="20"/>
          </p:nvPr>
        </p:nvSpPr>
        <p:spPr>
          <a:xfrm>
            <a:off x="8204400" y="3636841"/>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 name="Title 3">
            <a:extLst>
              <a:ext uri="{FF2B5EF4-FFF2-40B4-BE49-F238E27FC236}">
                <a16:creationId xmlns:a16="http://schemas.microsoft.com/office/drawing/2014/main" id="{0058C624-88C6-A749-9F27-558E9ADF4C56}"/>
              </a:ext>
            </a:extLst>
          </p:cNvPr>
          <p:cNvSpPr>
            <a:spLocks noGrp="1"/>
          </p:cNvSpPr>
          <p:nvPr>
            <p:ph type="title"/>
          </p:nvPr>
        </p:nvSpPr>
        <p:spPr/>
        <p:txBody>
          <a:bodyPr/>
          <a:lstStyle/>
          <a:p>
            <a:r>
              <a:rPr lang="en-US"/>
              <a:t>Click to edit Master title style</a:t>
            </a:r>
          </a:p>
        </p:txBody>
      </p:sp>
      <p:sp>
        <p:nvSpPr>
          <p:cNvPr id="17" name="Text Placeholder 17">
            <a:extLst>
              <a:ext uri="{FF2B5EF4-FFF2-40B4-BE49-F238E27FC236}">
                <a16:creationId xmlns:a16="http://schemas.microsoft.com/office/drawing/2014/main" id="{D7CDBFA3-F514-6741-9643-E95A1084E0CD}"/>
              </a:ext>
            </a:extLst>
          </p:cNvPr>
          <p:cNvSpPr>
            <a:spLocks noGrp="1"/>
          </p:cNvSpPr>
          <p:nvPr>
            <p:ph type="body" sz="quarter" idx="51" hasCustomPrompt="1"/>
          </p:nvPr>
        </p:nvSpPr>
        <p:spPr>
          <a:xfrm>
            <a:off x="2336400" y="3001229"/>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29" name="Text Placeholder 17">
            <a:extLst>
              <a:ext uri="{FF2B5EF4-FFF2-40B4-BE49-F238E27FC236}">
                <a16:creationId xmlns:a16="http://schemas.microsoft.com/office/drawing/2014/main" id="{774F63E0-E76C-A447-AB42-BF40B2C6F813}"/>
              </a:ext>
            </a:extLst>
          </p:cNvPr>
          <p:cNvSpPr>
            <a:spLocks noGrp="1"/>
          </p:cNvSpPr>
          <p:nvPr>
            <p:ph type="body" sz="quarter" idx="60" hasCustomPrompt="1"/>
          </p:nvPr>
        </p:nvSpPr>
        <p:spPr>
          <a:xfrm>
            <a:off x="5270400" y="3007797"/>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0" name="Text Placeholder 17">
            <a:extLst>
              <a:ext uri="{FF2B5EF4-FFF2-40B4-BE49-F238E27FC236}">
                <a16:creationId xmlns:a16="http://schemas.microsoft.com/office/drawing/2014/main" id="{DCFB84AB-7A55-2140-A0EC-51FE333C48DF}"/>
              </a:ext>
            </a:extLst>
          </p:cNvPr>
          <p:cNvSpPr>
            <a:spLocks noGrp="1"/>
          </p:cNvSpPr>
          <p:nvPr>
            <p:ph type="body" sz="quarter" idx="61" hasCustomPrompt="1"/>
          </p:nvPr>
        </p:nvSpPr>
        <p:spPr>
          <a:xfrm>
            <a:off x="8204400" y="300122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1" name="Text Placeholder 17">
            <a:extLst>
              <a:ext uri="{FF2B5EF4-FFF2-40B4-BE49-F238E27FC236}">
                <a16:creationId xmlns:a16="http://schemas.microsoft.com/office/drawing/2014/main" id="{C8DFBF47-74A8-0742-8727-6A02055AF2B5}"/>
              </a:ext>
            </a:extLst>
          </p:cNvPr>
          <p:cNvSpPr>
            <a:spLocks noGrp="1"/>
          </p:cNvSpPr>
          <p:nvPr>
            <p:ph type="body" sz="quarter" idx="62" hasCustomPrompt="1"/>
          </p:nvPr>
        </p:nvSpPr>
        <p:spPr>
          <a:xfrm>
            <a:off x="2336400" y="546759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2" name="Text Placeholder 17">
            <a:extLst>
              <a:ext uri="{FF2B5EF4-FFF2-40B4-BE49-F238E27FC236}">
                <a16:creationId xmlns:a16="http://schemas.microsoft.com/office/drawing/2014/main" id="{A6FFA54D-A788-D349-8CF8-43C27822326A}"/>
              </a:ext>
            </a:extLst>
          </p:cNvPr>
          <p:cNvSpPr>
            <a:spLocks noGrp="1"/>
          </p:cNvSpPr>
          <p:nvPr>
            <p:ph type="body" sz="quarter" idx="63" hasCustomPrompt="1"/>
          </p:nvPr>
        </p:nvSpPr>
        <p:spPr>
          <a:xfrm>
            <a:off x="5270700" y="5458825"/>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3" name="Text Placeholder 17">
            <a:extLst>
              <a:ext uri="{FF2B5EF4-FFF2-40B4-BE49-F238E27FC236}">
                <a16:creationId xmlns:a16="http://schemas.microsoft.com/office/drawing/2014/main" id="{1EE0B458-B269-3641-975E-232EBC073BF3}"/>
              </a:ext>
            </a:extLst>
          </p:cNvPr>
          <p:cNvSpPr>
            <a:spLocks noGrp="1"/>
          </p:cNvSpPr>
          <p:nvPr>
            <p:ph type="body" sz="quarter" idx="64" hasCustomPrompt="1"/>
          </p:nvPr>
        </p:nvSpPr>
        <p:spPr>
          <a:xfrm>
            <a:off x="8204400" y="5467593"/>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Tree>
    <p:extLst>
      <p:ext uri="{BB962C8B-B14F-4D97-AF65-F5344CB8AC3E}">
        <p14:creationId xmlns:p14="http://schemas.microsoft.com/office/powerpoint/2010/main" val="3081725562"/>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5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76" rtl="0" eaLnBrk="1" latinLnBrk="0" hangingPunct="1">
              <a:defRPr sz="933" kern="1200">
                <a:solidFill>
                  <a:schemeClr val="bg2"/>
                </a:solidFill>
                <a:latin typeface="+mn-lt"/>
                <a:ea typeface="+mn-ea"/>
                <a:cs typeface="+mn-cs"/>
              </a:defRPr>
            </a:lvl1pPr>
            <a:lvl2pPr marL="304776" algn="l" defTabSz="304776" rtl="0" eaLnBrk="1" latinLnBrk="0" hangingPunct="1">
              <a:defRPr sz="1200" kern="1200">
                <a:solidFill>
                  <a:schemeClr val="tx1"/>
                </a:solidFill>
                <a:latin typeface="+mn-lt"/>
                <a:ea typeface="+mn-ea"/>
                <a:cs typeface="+mn-cs"/>
              </a:defRPr>
            </a:lvl2pPr>
            <a:lvl3pPr marL="609555" algn="l" defTabSz="304776" rtl="0" eaLnBrk="1" latinLnBrk="0" hangingPunct="1">
              <a:defRPr sz="1200" kern="1200">
                <a:solidFill>
                  <a:schemeClr val="tx1"/>
                </a:solidFill>
                <a:latin typeface="+mn-lt"/>
                <a:ea typeface="+mn-ea"/>
                <a:cs typeface="+mn-cs"/>
              </a:defRPr>
            </a:lvl3pPr>
            <a:lvl4pPr marL="914332" algn="l" defTabSz="304776" rtl="0" eaLnBrk="1" latinLnBrk="0" hangingPunct="1">
              <a:defRPr sz="1200" kern="1200">
                <a:solidFill>
                  <a:schemeClr val="tx1"/>
                </a:solidFill>
                <a:latin typeface="+mn-lt"/>
                <a:ea typeface="+mn-ea"/>
                <a:cs typeface="+mn-cs"/>
              </a:defRPr>
            </a:lvl4pPr>
            <a:lvl5pPr marL="1219110" algn="l" defTabSz="304776" rtl="0" eaLnBrk="1" latinLnBrk="0" hangingPunct="1">
              <a:defRPr sz="1200" kern="1200">
                <a:solidFill>
                  <a:schemeClr val="tx1"/>
                </a:solidFill>
                <a:latin typeface="+mn-lt"/>
                <a:ea typeface="+mn-ea"/>
                <a:cs typeface="+mn-cs"/>
              </a:defRPr>
            </a:lvl5pPr>
            <a:lvl6pPr marL="1523887" algn="l" defTabSz="304776" rtl="0" eaLnBrk="1" latinLnBrk="0" hangingPunct="1">
              <a:defRPr sz="1200" kern="1200">
                <a:solidFill>
                  <a:schemeClr val="tx1"/>
                </a:solidFill>
                <a:latin typeface="+mn-lt"/>
                <a:ea typeface="+mn-ea"/>
                <a:cs typeface="+mn-cs"/>
              </a:defRPr>
            </a:lvl6pPr>
            <a:lvl7pPr marL="1828664" algn="l" defTabSz="304776" rtl="0" eaLnBrk="1" latinLnBrk="0" hangingPunct="1">
              <a:defRPr sz="1200" kern="1200">
                <a:solidFill>
                  <a:schemeClr val="tx1"/>
                </a:solidFill>
                <a:latin typeface="+mn-lt"/>
                <a:ea typeface="+mn-ea"/>
                <a:cs typeface="+mn-cs"/>
              </a:defRPr>
            </a:lvl7pPr>
            <a:lvl8pPr marL="2133440" algn="l" defTabSz="304776" rtl="0" eaLnBrk="1" latinLnBrk="0" hangingPunct="1">
              <a:defRPr sz="1200" kern="1200">
                <a:solidFill>
                  <a:schemeClr val="tx1"/>
                </a:solidFill>
                <a:latin typeface="+mn-lt"/>
                <a:ea typeface="+mn-ea"/>
                <a:cs typeface="+mn-cs"/>
              </a:defRPr>
            </a:lvl8pPr>
            <a:lvl9pPr marL="2438218" algn="l" defTabSz="304776"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38" name="Picture Placeholder 6">
            <a:extLst>
              <a:ext uri="{FF2B5EF4-FFF2-40B4-BE49-F238E27FC236}">
                <a16:creationId xmlns:a16="http://schemas.microsoft.com/office/drawing/2014/main" id="{C22955AA-FEFD-5040-9C3B-C821496B46D7}"/>
              </a:ext>
            </a:extLst>
          </p:cNvPr>
          <p:cNvSpPr>
            <a:spLocks noGrp="1" noChangeAspect="1"/>
          </p:cNvSpPr>
          <p:nvPr>
            <p:ph type="pic" sz="quarter" idx="31"/>
          </p:nvPr>
        </p:nvSpPr>
        <p:spPr>
          <a:xfrm>
            <a:off x="13590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39" name="Picture Placeholder 6">
            <a:extLst>
              <a:ext uri="{FF2B5EF4-FFF2-40B4-BE49-F238E27FC236}">
                <a16:creationId xmlns:a16="http://schemas.microsoft.com/office/drawing/2014/main" id="{B509B8F3-4042-7F44-BA0F-7153543484FC}"/>
              </a:ext>
            </a:extLst>
          </p:cNvPr>
          <p:cNvSpPr>
            <a:spLocks noGrp="1" noChangeAspect="1"/>
          </p:cNvSpPr>
          <p:nvPr>
            <p:ph type="pic" sz="quarter" idx="32"/>
          </p:nvPr>
        </p:nvSpPr>
        <p:spPr>
          <a:xfrm>
            <a:off x="33147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0" name="Picture Placeholder 6">
            <a:extLst>
              <a:ext uri="{FF2B5EF4-FFF2-40B4-BE49-F238E27FC236}">
                <a16:creationId xmlns:a16="http://schemas.microsoft.com/office/drawing/2014/main" id="{C43BA59E-724A-AB42-B801-4B550B9A6E88}"/>
              </a:ext>
            </a:extLst>
          </p:cNvPr>
          <p:cNvSpPr>
            <a:spLocks noGrp="1" noChangeAspect="1"/>
          </p:cNvSpPr>
          <p:nvPr>
            <p:ph type="pic" sz="quarter" idx="33"/>
          </p:nvPr>
        </p:nvSpPr>
        <p:spPr>
          <a:xfrm>
            <a:off x="5270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4" name="Picture Placeholder 6">
            <a:extLst>
              <a:ext uri="{FF2B5EF4-FFF2-40B4-BE49-F238E27FC236}">
                <a16:creationId xmlns:a16="http://schemas.microsoft.com/office/drawing/2014/main" id="{E2CE9C72-4A45-324C-9211-0E11477CE6B4}"/>
              </a:ext>
            </a:extLst>
          </p:cNvPr>
          <p:cNvSpPr>
            <a:spLocks noGrp="1" noChangeAspect="1"/>
          </p:cNvSpPr>
          <p:nvPr>
            <p:ph type="pic" sz="quarter" idx="26"/>
          </p:nvPr>
        </p:nvSpPr>
        <p:spPr>
          <a:xfrm>
            <a:off x="72261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5" name="Picture Placeholder 6">
            <a:extLst>
              <a:ext uri="{FF2B5EF4-FFF2-40B4-BE49-F238E27FC236}">
                <a16:creationId xmlns:a16="http://schemas.microsoft.com/office/drawing/2014/main" id="{8BAE87D9-3F8C-C245-A245-FADFA310BA9B}"/>
              </a:ext>
            </a:extLst>
          </p:cNvPr>
          <p:cNvSpPr>
            <a:spLocks noGrp="1" noChangeAspect="1"/>
          </p:cNvSpPr>
          <p:nvPr>
            <p:ph type="pic" sz="quarter" idx="27"/>
          </p:nvPr>
        </p:nvSpPr>
        <p:spPr>
          <a:xfrm>
            <a:off x="91818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8" name="Picture Placeholder 6">
            <a:extLst>
              <a:ext uri="{FF2B5EF4-FFF2-40B4-BE49-F238E27FC236}">
                <a16:creationId xmlns:a16="http://schemas.microsoft.com/office/drawing/2014/main" id="{438D6873-BE96-2546-8427-4365148081D5}"/>
              </a:ext>
            </a:extLst>
          </p:cNvPr>
          <p:cNvSpPr>
            <a:spLocks noGrp="1" noChangeAspect="1"/>
          </p:cNvSpPr>
          <p:nvPr>
            <p:ph type="pic" sz="quarter" idx="39"/>
          </p:nvPr>
        </p:nvSpPr>
        <p:spPr>
          <a:xfrm>
            <a:off x="13590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9" name="Picture Placeholder 6">
            <a:extLst>
              <a:ext uri="{FF2B5EF4-FFF2-40B4-BE49-F238E27FC236}">
                <a16:creationId xmlns:a16="http://schemas.microsoft.com/office/drawing/2014/main" id="{622791C0-156C-EC4C-A5D8-B2E66E1E1455}"/>
              </a:ext>
            </a:extLst>
          </p:cNvPr>
          <p:cNvSpPr>
            <a:spLocks noGrp="1" noChangeAspect="1"/>
          </p:cNvSpPr>
          <p:nvPr>
            <p:ph type="pic" sz="quarter" idx="40"/>
          </p:nvPr>
        </p:nvSpPr>
        <p:spPr>
          <a:xfrm>
            <a:off x="33147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0" name="Picture Placeholder 6">
            <a:extLst>
              <a:ext uri="{FF2B5EF4-FFF2-40B4-BE49-F238E27FC236}">
                <a16:creationId xmlns:a16="http://schemas.microsoft.com/office/drawing/2014/main" id="{E6AF9491-2B93-7A4B-A4AD-93EB4B1B24FC}"/>
              </a:ext>
            </a:extLst>
          </p:cNvPr>
          <p:cNvSpPr>
            <a:spLocks noGrp="1" noChangeAspect="1"/>
          </p:cNvSpPr>
          <p:nvPr>
            <p:ph type="pic" sz="quarter" idx="41"/>
          </p:nvPr>
        </p:nvSpPr>
        <p:spPr>
          <a:xfrm>
            <a:off x="52704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4" name="Picture Placeholder 6">
            <a:extLst>
              <a:ext uri="{FF2B5EF4-FFF2-40B4-BE49-F238E27FC236}">
                <a16:creationId xmlns:a16="http://schemas.microsoft.com/office/drawing/2014/main" id="{AF49FF47-5766-1640-ABF9-240007B37EE0}"/>
              </a:ext>
            </a:extLst>
          </p:cNvPr>
          <p:cNvSpPr>
            <a:spLocks noGrp="1" noChangeAspect="1"/>
          </p:cNvSpPr>
          <p:nvPr>
            <p:ph type="pic" sz="quarter" idx="45"/>
          </p:nvPr>
        </p:nvSpPr>
        <p:spPr>
          <a:xfrm>
            <a:off x="72261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5" name="Picture Placeholder 6">
            <a:extLst>
              <a:ext uri="{FF2B5EF4-FFF2-40B4-BE49-F238E27FC236}">
                <a16:creationId xmlns:a16="http://schemas.microsoft.com/office/drawing/2014/main" id="{4D65803D-C671-C74A-8E5D-482B32FF563F}"/>
              </a:ext>
            </a:extLst>
          </p:cNvPr>
          <p:cNvSpPr>
            <a:spLocks noGrp="1" noChangeAspect="1"/>
          </p:cNvSpPr>
          <p:nvPr>
            <p:ph type="pic" sz="quarter" idx="46"/>
          </p:nvPr>
        </p:nvSpPr>
        <p:spPr>
          <a:xfrm>
            <a:off x="91818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34" name="Text Placeholder 17">
            <a:extLst>
              <a:ext uri="{FF2B5EF4-FFF2-40B4-BE49-F238E27FC236}">
                <a16:creationId xmlns:a16="http://schemas.microsoft.com/office/drawing/2014/main" id="{B1EA32E2-33AF-A042-A99C-83EC2303CD77}"/>
              </a:ext>
            </a:extLst>
          </p:cNvPr>
          <p:cNvSpPr>
            <a:spLocks noGrp="1"/>
          </p:cNvSpPr>
          <p:nvPr>
            <p:ph type="body" sz="quarter" idx="58" hasCustomPrompt="1"/>
          </p:nvPr>
        </p:nvSpPr>
        <p:spPr>
          <a:xfrm>
            <a:off x="1359000" y="3014370"/>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5" name="Text Placeholder 17">
            <a:extLst>
              <a:ext uri="{FF2B5EF4-FFF2-40B4-BE49-F238E27FC236}">
                <a16:creationId xmlns:a16="http://schemas.microsoft.com/office/drawing/2014/main" id="{2715CA28-9D1E-064B-AA56-9A3C32E02E4E}"/>
              </a:ext>
            </a:extLst>
          </p:cNvPr>
          <p:cNvSpPr>
            <a:spLocks noGrp="1"/>
          </p:cNvSpPr>
          <p:nvPr>
            <p:ph type="body" sz="quarter" idx="60" hasCustomPrompt="1"/>
          </p:nvPr>
        </p:nvSpPr>
        <p:spPr>
          <a:xfrm>
            <a:off x="3314700" y="301436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6" name="Text Placeholder 17">
            <a:extLst>
              <a:ext uri="{FF2B5EF4-FFF2-40B4-BE49-F238E27FC236}">
                <a16:creationId xmlns:a16="http://schemas.microsoft.com/office/drawing/2014/main" id="{2BCDFDB2-6962-2C45-9560-12E105561B48}"/>
              </a:ext>
            </a:extLst>
          </p:cNvPr>
          <p:cNvSpPr>
            <a:spLocks noGrp="1"/>
          </p:cNvSpPr>
          <p:nvPr>
            <p:ph type="body" sz="quarter" idx="61" hasCustomPrompt="1"/>
          </p:nvPr>
        </p:nvSpPr>
        <p:spPr>
          <a:xfrm>
            <a:off x="5270400" y="301436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7" name="Text Placeholder 17">
            <a:extLst>
              <a:ext uri="{FF2B5EF4-FFF2-40B4-BE49-F238E27FC236}">
                <a16:creationId xmlns:a16="http://schemas.microsoft.com/office/drawing/2014/main" id="{E194A757-8767-8B40-A0D2-3DD59AE90EBC}"/>
              </a:ext>
            </a:extLst>
          </p:cNvPr>
          <p:cNvSpPr>
            <a:spLocks noGrp="1"/>
          </p:cNvSpPr>
          <p:nvPr>
            <p:ph type="body" sz="quarter" idx="62" hasCustomPrompt="1"/>
          </p:nvPr>
        </p:nvSpPr>
        <p:spPr>
          <a:xfrm>
            <a:off x="7226100" y="3014370"/>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58" name="Text Placeholder 17">
            <a:extLst>
              <a:ext uri="{FF2B5EF4-FFF2-40B4-BE49-F238E27FC236}">
                <a16:creationId xmlns:a16="http://schemas.microsoft.com/office/drawing/2014/main" id="{D3E8FA35-64D5-4547-9548-19CAA96EF1F3}"/>
              </a:ext>
            </a:extLst>
          </p:cNvPr>
          <p:cNvSpPr>
            <a:spLocks noGrp="1"/>
          </p:cNvSpPr>
          <p:nvPr>
            <p:ph type="body" sz="quarter" idx="63" hasCustomPrompt="1"/>
          </p:nvPr>
        </p:nvSpPr>
        <p:spPr>
          <a:xfrm>
            <a:off x="9181800" y="3014370"/>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59" name="Text Placeholder 17">
            <a:extLst>
              <a:ext uri="{FF2B5EF4-FFF2-40B4-BE49-F238E27FC236}">
                <a16:creationId xmlns:a16="http://schemas.microsoft.com/office/drawing/2014/main" id="{69CE46AA-308F-7442-9842-1D1561DEB94B}"/>
              </a:ext>
            </a:extLst>
          </p:cNvPr>
          <p:cNvSpPr>
            <a:spLocks noGrp="1"/>
          </p:cNvSpPr>
          <p:nvPr>
            <p:ph type="body" sz="quarter" idx="64" hasCustomPrompt="1"/>
          </p:nvPr>
        </p:nvSpPr>
        <p:spPr>
          <a:xfrm>
            <a:off x="1369015" y="546539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0" name="Text Placeholder 17">
            <a:extLst>
              <a:ext uri="{FF2B5EF4-FFF2-40B4-BE49-F238E27FC236}">
                <a16:creationId xmlns:a16="http://schemas.microsoft.com/office/drawing/2014/main" id="{5214737B-C49F-3F47-B344-D88DFF3BC5E0}"/>
              </a:ext>
            </a:extLst>
          </p:cNvPr>
          <p:cNvSpPr>
            <a:spLocks noGrp="1"/>
          </p:cNvSpPr>
          <p:nvPr>
            <p:ph type="body" sz="quarter" idx="65" hasCustomPrompt="1"/>
          </p:nvPr>
        </p:nvSpPr>
        <p:spPr>
          <a:xfrm>
            <a:off x="3324715" y="546539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1" name="Text Placeholder 17">
            <a:extLst>
              <a:ext uri="{FF2B5EF4-FFF2-40B4-BE49-F238E27FC236}">
                <a16:creationId xmlns:a16="http://schemas.microsoft.com/office/drawing/2014/main" id="{4B1E1BFC-A209-3245-BD30-DE1E05B1A035}"/>
              </a:ext>
            </a:extLst>
          </p:cNvPr>
          <p:cNvSpPr>
            <a:spLocks noGrp="1"/>
          </p:cNvSpPr>
          <p:nvPr>
            <p:ph type="body" sz="quarter" idx="66" hasCustomPrompt="1"/>
          </p:nvPr>
        </p:nvSpPr>
        <p:spPr>
          <a:xfrm>
            <a:off x="5280415" y="546539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2" name="Text Placeholder 17">
            <a:extLst>
              <a:ext uri="{FF2B5EF4-FFF2-40B4-BE49-F238E27FC236}">
                <a16:creationId xmlns:a16="http://schemas.microsoft.com/office/drawing/2014/main" id="{A9DF13AF-1164-3C4B-BBE6-B90BA80FC6B4}"/>
              </a:ext>
            </a:extLst>
          </p:cNvPr>
          <p:cNvSpPr>
            <a:spLocks noGrp="1"/>
          </p:cNvSpPr>
          <p:nvPr>
            <p:ph type="body" sz="quarter" idx="67" hasCustomPrompt="1"/>
          </p:nvPr>
        </p:nvSpPr>
        <p:spPr>
          <a:xfrm>
            <a:off x="7236115" y="546539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3" name="Text Placeholder 17">
            <a:extLst>
              <a:ext uri="{FF2B5EF4-FFF2-40B4-BE49-F238E27FC236}">
                <a16:creationId xmlns:a16="http://schemas.microsoft.com/office/drawing/2014/main" id="{4AD9248B-A8C2-7447-81E8-207F4AB47BB9}"/>
              </a:ext>
            </a:extLst>
          </p:cNvPr>
          <p:cNvSpPr>
            <a:spLocks noGrp="1"/>
          </p:cNvSpPr>
          <p:nvPr>
            <p:ph type="body" sz="quarter" idx="68" hasCustomPrompt="1"/>
          </p:nvPr>
        </p:nvSpPr>
        <p:spPr>
          <a:xfrm>
            <a:off x="9191815" y="546539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Tree>
    <p:extLst>
      <p:ext uri="{BB962C8B-B14F-4D97-AF65-F5344CB8AC3E}">
        <p14:creationId xmlns:p14="http://schemas.microsoft.com/office/powerpoint/2010/main" val="3703409394"/>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6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76" rtl="0" eaLnBrk="1" latinLnBrk="0" hangingPunct="1">
              <a:defRPr sz="933" kern="1200">
                <a:solidFill>
                  <a:schemeClr val="bg2"/>
                </a:solidFill>
                <a:latin typeface="+mn-lt"/>
                <a:ea typeface="+mn-ea"/>
                <a:cs typeface="+mn-cs"/>
              </a:defRPr>
            </a:lvl1pPr>
            <a:lvl2pPr marL="304776" algn="l" defTabSz="304776" rtl="0" eaLnBrk="1" latinLnBrk="0" hangingPunct="1">
              <a:defRPr sz="1200" kern="1200">
                <a:solidFill>
                  <a:schemeClr val="tx1"/>
                </a:solidFill>
                <a:latin typeface="+mn-lt"/>
                <a:ea typeface="+mn-ea"/>
                <a:cs typeface="+mn-cs"/>
              </a:defRPr>
            </a:lvl2pPr>
            <a:lvl3pPr marL="609555" algn="l" defTabSz="304776" rtl="0" eaLnBrk="1" latinLnBrk="0" hangingPunct="1">
              <a:defRPr sz="1200" kern="1200">
                <a:solidFill>
                  <a:schemeClr val="tx1"/>
                </a:solidFill>
                <a:latin typeface="+mn-lt"/>
                <a:ea typeface="+mn-ea"/>
                <a:cs typeface="+mn-cs"/>
              </a:defRPr>
            </a:lvl3pPr>
            <a:lvl4pPr marL="914332" algn="l" defTabSz="304776" rtl="0" eaLnBrk="1" latinLnBrk="0" hangingPunct="1">
              <a:defRPr sz="1200" kern="1200">
                <a:solidFill>
                  <a:schemeClr val="tx1"/>
                </a:solidFill>
                <a:latin typeface="+mn-lt"/>
                <a:ea typeface="+mn-ea"/>
                <a:cs typeface="+mn-cs"/>
              </a:defRPr>
            </a:lvl4pPr>
            <a:lvl5pPr marL="1219110" algn="l" defTabSz="304776" rtl="0" eaLnBrk="1" latinLnBrk="0" hangingPunct="1">
              <a:defRPr sz="1200" kern="1200">
                <a:solidFill>
                  <a:schemeClr val="tx1"/>
                </a:solidFill>
                <a:latin typeface="+mn-lt"/>
                <a:ea typeface="+mn-ea"/>
                <a:cs typeface="+mn-cs"/>
              </a:defRPr>
            </a:lvl5pPr>
            <a:lvl6pPr marL="1523887" algn="l" defTabSz="304776" rtl="0" eaLnBrk="1" latinLnBrk="0" hangingPunct="1">
              <a:defRPr sz="1200" kern="1200">
                <a:solidFill>
                  <a:schemeClr val="tx1"/>
                </a:solidFill>
                <a:latin typeface="+mn-lt"/>
                <a:ea typeface="+mn-ea"/>
                <a:cs typeface="+mn-cs"/>
              </a:defRPr>
            </a:lvl6pPr>
            <a:lvl7pPr marL="1828664" algn="l" defTabSz="304776" rtl="0" eaLnBrk="1" latinLnBrk="0" hangingPunct="1">
              <a:defRPr sz="1200" kern="1200">
                <a:solidFill>
                  <a:schemeClr val="tx1"/>
                </a:solidFill>
                <a:latin typeface="+mn-lt"/>
                <a:ea typeface="+mn-ea"/>
                <a:cs typeface="+mn-cs"/>
              </a:defRPr>
            </a:lvl7pPr>
            <a:lvl8pPr marL="2133440" algn="l" defTabSz="304776" rtl="0" eaLnBrk="1" latinLnBrk="0" hangingPunct="1">
              <a:defRPr sz="1200" kern="1200">
                <a:solidFill>
                  <a:schemeClr val="tx1"/>
                </a:solidFill>
                <a:latin typeface="+mn-lt"/>
                <a:ea typeface="+mn-ea"/>
                <a:cs typeface="+mn-cs"/>
              </a:defRPr>
            </a:lvl8pPr>
            <a:lvl9pPr marL="2438218" algn="l" defTabSz="304776"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38" name="Picture Placeholder 6">
            <a:extLst>
              <a:ext uri="{FF2B5EF4-FFF2-40B4-BE49-F238E27FC236}">
                <a16:creationId xmlns:a16="http://schemas.microsoft.com/office/drawing/2014/main" id="{C22955AA-FEFD-5040-9C3B-C821496B46D7}"/>
              </a:ext>
            </a:extLst>
          </p:cNvPr>
          <p:cNvSpPr>
            <a:spLocks noGrp="1" noChangeAspect="1"/>
          </p:cNvSpPr>
          <p:nvPr>
            <p:ph type="pic" sz="quarter" idx="31"/>
          </p:nvPr>
        </p:nvSpPr>
        <p:spPr>
          <a:xfrm>
            <a:off x="4572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0" name="Picture Placeholder 6">
            <a:extLst>
              <a:ext uri="{FF2B5EF4-FFF2-40B4-BE49-F238E27FC236}">
                <a16:creationId xmlns:a16="http://schemas.microsoft.com/office/drawing/2014/main" id="{C43BA59E-724A-AB42-B801-4B550B9A6E88}"/>
              </a:ext>
            </a:extLst>
          </p:cNvPr>
          <p:cNvSpPr>
            <a:spLocks noGrp="1" noChangeAspect="1"/>
          </p:cNvSpPr>
          <p:nvPr>
            <p:ph type="pic" sz="quarter" idx="33"/>
          </p:nvPr>
        </p:nvSpPr>
        <p:spPr>
          <a:xfrm>
            <a:off x="43686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5" name="Picture Placeholder 6">
            <a:extLst>
              <a:ext uri="{FF2B5EF4-FFF2-40B4-BE49-F238E27FC236}">
                <a16:creationId xmlns:a16="http://schemas.microsoft.com/office/drawing/2014/main" id="{8BAE87D9-3F8C-C245-A245-FADFA310BA9B}"/>
              </a:ext>
            </a:extLst>
          </p:cNvPr>
          <p:cNvSpPr>
            <a:spLocks noGrp="1" noChangeAspect="1"/>
          </p:cNvSpPr>
          <p:nvPr>
            <p:ph type="pic" sz="quarter" idx="27"/>
          </p:nvPr>
        </p:nvSpPr>
        <p:spPr>
          <a:xfrm>
            <a:off x="82800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8" name="Picture Placeholder 6">
            <a:extLst>
              <a:ext uri="{FF2B5EF4-FFF2-40B4-BE49-F238E27FC236}">
                <a16:creationId xmlns:a16="http://schemas.microsoft.com/office/drawing/2014/main" id="{438D6873-BE96-2546-8427-4365148081D5}"/>
              </a:ext>
            </a:extLst>
          </p:cNvPr>
          <p:cNvSpPr>
            <a:spLocks noGrp="1" noChangeAspect="1"/>
          </p:cNvSpPr>
          <p:nvPr>
            <p:ph type="pic" sz="quarter" idx="39"/>
          </p:nvPr>
        </p:nvSpPr>
        <p:spPr>
          <a:xfrm>
            <a:off x="4572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0" name="Picture Placeholder 6">
            <a:extLst>
              <a:ext uri="{FF2B5EF4-FFF2-40B4-BE49-F238E27FC236}">
                <a16:creationId xmlns:a16="http://schemas.microsoft.com/office/drawing/2014/main" id="{E6AF9491-2B93-7A4B-A4AD-93EB4B1B24FC}"/>
              </a:ext>
            </a:extLst>
          </p:cNvPr>
          <p:cNvSpPr>
            <a:spLocks noGrp="1" noChangeAspect="1"/>
          </p:cNvSpPr>
          <p:nvPr>
            <p:ph type="pic" sz="quarter" idx="41"/>
          </p:nvPr>
        </p:nvSpPr>
        <p:spPr>
          <a:xfrm>
            <a:off x="43686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5" name="Picture Placeholder 6">
            <a:extLst>
              <a:ext uri="{FF2B5EF4-FFF2-40B4-BE49-F238E27FC236}">
                <a16:creationId xmlns:a16="http://schemas.microsoft.com/office/drawing/2014/main" id="{4D65803D-C671-C74A-8E5D-482B32FF563F}"/>
              </a:ext>
            </a:extLst>
          </p:cNvPr>
          <p:cNvSpPr>
            <a:spLocks noGrp="1" noChangeAspect="1"/>
          </p:cNvSpPr>
          <p:nvPr>
            <p:ph type="pic" sz="quarter" idx="46"/>
          </p:nvPr>
        </p:nvSpPr>
        <p:spPr>
          <a:xfrm>
            <a:off x="82800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34" name="Text Placeholder 17">
            <a:extLst>
              <a:ext uri="{FF2B5EF4-FFF2-40B4-BE49-F238E27FC236}">
                <a16:creationId xmlns:a16="http://schemas.microsoft.com/office/drawing/2014/main" id="{B1EA32E2-33AF-A042-A99C-83EC2303CD77}"/>
              </a:ext>
            </a:extLst>
          </p:cNvPr>
          <p:cNvSpPr>
            <a:spLocks noGrp="1"/>
          </p:cNvSpPr>
          <p:nvPr>
            <p:ph type="body" sz="quarter" idx="58" hasCustomPrompt="1"/>
          </p:nvPr>
        </p:nvSpPr>
        <p:spPr>
          <a:xfrm>
            <a:off x="2360111" y="1477176"/>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36" name="Text Placeholder 17">
            <a:extLst>
              <a:ext uri="{FF2B5EF4-FFF2-40B4-BE49-F238E27FC236}">
                <a16:creationId xmlns:a16="http://schemas.microsoft.com/office/drawing/2014/main" id="{2BCDFDB2-6962-2C45-9560-12E105561B48}"/>
              </a:ext>
            </a:extLst>
          </p:cNvPr>
          <p:cNvSpPr>
            <a:spLocks noGrp="1"/>
          </p:cNvSpPr>
          <p:nvPr>
            <p:ph type="body" sz="quarter" idx="61" hasCustomPrompt="1"/>
          </p:nvPr>
        </p:nvSpPr>
        <p:spPr>
          <a:xfrm>
            <a:off x="6271511" y="1477173"/>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58" name="Text Placeholder 17">
            <a:extLst>
              <a:ext uri="{FF2B5EF4-FFF2-40B4-BE49-F238E27FC236}">
                <a16:creationId xmlns:a16="http://schemas.microsoft.com/office/drawing/2014/main" id="{D3E8FA35-64D5-4547-9548-19CAA96EF1F3}"/>
              </a:ext>
            </a:extLst>
          </p:cNvPr>
          <p:cNvSpPr>
            <a:spLocks noGrp="1"/>
          </p:cNvSpPr>
          <p:nvPr>
            <p:ph type="body" sz="quarter" idx="63" hasCustomPrompt="1"/>
          </p:nvPr>
        </p:nvSpPr>
        <p:spPr>
          <a:xfrm>
            <a:off x="10182911" y="1477176"/>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59" name="Text Placeholder 17">
            <a:extLst>
              <a:ext uri="{FF2B5EF4-FFF2-40B4-BE49-F238E27FC236}">
                <a16:creationId xmlns:a16="http://schemas.microsoft.com/office/drawing/2014/main" id="{69CE46AA-308F-7442-9842-1D1561DEB94B}"/>
              </a:ext>
            </a:extLst>
          </p:cNvPr>
          <p:cNvSpPr>
            <a:spLocks noGrp="1"/>
          </p:cNvSpPr>
          <p:nvPr>
            <p:ph type="body" sz="quarter" idx="64" hasCustomPrompt="1"/>
          </p:nvPr>
        </p:nvSpPr>
        <p:spPr>
          <a:xfrm>
            <a:off x="2370125" y="3928204"/>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61" name="Text Placeholder 17">
            <a:extLst>
              <a:ext uri="{FF2B5EF4-FFF2-40B4-BE49-F238E27FC236}">
                <a16:creationId xmlns:a16="http://schemas.microsoft.com/office/drawing/2014/main" id="{4B1E1BFC-A209-3245-BD30-DE1E05B1A035}"/>
              </a:ext>
            </a:extLst>
          </p:cNvPr>
          <p:cNvSpPr>
            <a:spLocks noGrp="1"/>
          </p:cNvSpPr>
          <p:nvPr>
            <p:ph type="body" sz="quarter" idx="66" hasCustomPrompt="1"/>
          </p:nvPr>
        </p:nvSpPr>
        <p:spPr>
          <a:xfrm>
            <a:off x="6281525" y="3928201"/>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63" name="Text Placeholder 17">
            <a:extLst>
              <a:ext uri="{FF2B5EF4-FFF2-40B4-BE49-F238E27FC236}">
                <a16:creationId xmlns:a16="http://schemas.microsoft.com/office/drawing/2014/main" id="{4AD9248B-A8C2-7447-81E8-207F4AB47BB9}"/>
              </a:ext>
            </a:extLst>
          </p:cNvPr>
          <p:cNvSpPr>
            <a:spLocks noGrp="1"/>
          </p:cNvSpPr>
          <p:nvPr>
            <p:ph type="body" sz="quarter" idx="68" hasCustomPrompt="1"/>
          </p:nvPr>
        </p:nvSpPr>
        <p:spPr>
          <a:xfrm>
            <a:off x="10192925" y="3928204"/>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Tree>
    <p:extLst>
      <p:ext uri="{BB962C8B-B14F-4D97-AF65-F5344CB8AC3E}">
        <p14:creationId xmlns:p14="http://schemas.microsoft.com/office/powerpoint/2010/main" val="2732529825"/>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7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76" rtl="0" eaLnBrk="1" latinLnBrk="0" hangingPunct="1">
              <a:defRPr sz="933" kern="1200">
                <a:solidFill>
                  <a:schemeClr val="bg2"/>
                </a:solidFill>
                <a:latin typeface="+mn-lt"/>
                <a:ea typeface="+mn-ea"/>
                <a:cs typeface="+mn-cs"/>
              </a:defRPr>
            </a:lvl1pPr>
            <a:lvl2pPr marL="304776" algn="l" defTabSz="304776" rtl="0" eaLnBrk="1" latinLnBrk="0" hangingPunct="1">
              <a:defRPr sz="1200" kern="1200">
                <a:solidFill>
                  <a:schemeClr val="tx1"/>
                </a:solidFill>
                <a:latin typeface="+mn-lt"/>
                <a:ea typeface="+mn-ea"/>
                <a:cs typeface="+mn-cs"/>
              </a:defRPr>
            </a:lvl2pPr>
            <a:lvl3pPr marL="609555" algn="l" defTabSz="304776" rtl="0" eaLnBrk="1" latinLnBrk="0" hangingPunct="1">
              <a:defRPr sz="1200" kern="1200">
                <a:solidFill>
                  <a:schemeClr val="tx1"/>
                </a:solidFill>
                <a:latin typeface="+mn-lt"/>
                <a:ea typeface="+mn-ea"/>
                <a:cs typeface="+mn-cs"/>
              </a:defRPr>
            </a:lvl3pPr>
            <a:lvl4pPr marL="914332" algn="l" defTabSz="304776" rtl="0" eaLnBrk="1" latinLnBrk="0" hangingPunct="1">
              <a:defRPr sz="1200" kern="1200">
                <a:solidFill>
                  <a:schemeClr val="tx1"/>
                </a:solidFill>
                <a:latin typeface="+mn-lt"/>
                <a:ea typeface="+mn-ea"/>
                <a:cs typeface="+mn-cs"/>
              </a:defRPr>
            </a:lvl4pPr>
            <a:lvl5pPr marL="1219110" algn="l" defTabSz="304776" rtl="0" eaLnBrk="1" latinLnBrk="0" hangingPunct="1">
              <a:defRPr sz="1200" kern="1200">
                <a:solidFill>
                  <a:schemeClr val="tx1"/>
                </a:solidFill>
                <a:latin typeface="+mn-lt"/>
                <a:ea typeface="+mn-ea"/>
                <a:cs typeface="+mn-cs"/>
              </a:defRPr>
            </a:lvl5pPr>
            <a:lvl6pPr marL="1523887" algn="l" defTabSz="304776" rtl="0" eaLnBrk="1" latinLnBrk="0" hangingPunct="1">
              <a:defRPr sz="1200" kern="1200">
                <a:solidFill>
                  <a:schemeClr val="tx1"/>
                </a:solidFill>
                <a:latin typeface="+mn-lt"/>
                <a:ea typeface="+mn-ea"/>
                <a:cs typeface="+mn-cs"/>
              </a:defRPr>
            </a:lvl6pPr>
            <a:lvl7pPr marL="1828664" algn="l" defTabSz="304776" rtl="0" eaLnBrk="1" latinLnBrk="0" hangingPunct="1">
              <a:defRPr sz="1200" kern="1200">
                <a:solidFill>
                  <a:schemeClr val="tx1"/>
                </a:solidFill>
                <a:latin typeface="+mn-lt"/>
                <a:ea typeface="+mn-ea"/>
                <a:cs typeface="+mn-cs"/>
              </a:defRPr>
            </a:lvl7pPr>
            <a:lvl8pPr marL="2133440" algn="l" defTabSz="304776" rtl="0" eaLnBrk="1" latinLnBrk="0" hangingPunct="1">
              <a:defRPr sz="1200" kern="1200">
                <a:solidFill>
                  <a:schemeClr val="tx1"/>
                </a:solidFill>
                <a:latin typeface="+mn-lt"/>
                <a:ea typeface="+mn-ea"/>
                <a:cs typeface="+mn-cs"/>
              </a:defRPr>
            </a:lvl8pPr>
            <a:lvl9pPr marL="2438218" algn="l" defTabSz="304776"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38" name="Picture Placeholder 6">
            <a:extLst>
              <a:ext uri="{FF2B5EF4-FFF2-40B4-BE49-F238E27FC236}">
                <a16:creationId xmlns:a16="http://schemas.microsoft.com/office/drawing/2014/main" id="{C22955AA-FEFD-5040-9C3B-C821496B46D7}"/>
              </a:ext>
            </a:extLst>
          </p:cNvPr>
          <p:cNvSpPr>
            <a:spLocks noGrp="1" noChangeAspect="1"/>
          </p:cNvSpPr>
          <p:nvPr>
            <p:ph type="pic" sz="quarter" idx="31"/>
          </p:nvPr>
        </p:nvSpPr>
        <p:spPr>
          <a:xfrm>
            <a:off x="457200"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40" name="Picture Placeholder 6">
            <a:extLst>
              <a:ext uri="{FF2B5EF4-FFF2-40B4-BE49-F238E27FC236}">
                <a16:creationId xmlns:a16="http://schemas.microsoft.com/office/drawing/2014/main" id="{C43BA59E-724A-AB42-B801-4B550B9A6E88}"/>
              </a:ext>
            </a:extLst>
          </p:cNvPr>
          <p:cNvSpPr>
            <a:spLocks noGrp="1" noChangeAspect="1"/>
          </p:cNvSpPr>
          <p:nvPr>
            <p:ph type="pic" sz="quarter" idx="33"/>
          </p:nvPr>
        </p:nvSpPr>
        <p:spPr>
          <a:xfrm>
            <a:off x="3251732"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45" name="Picture Placeholder 6">
            <a:extLst>
              <a:ext uri="{FF2B5EF4-FFF2-40B4-BE49-F238E27FC236}">
                <a16:creationId xmlns:a16="http://schemas.microsoft.com/office/drawing/2014/main" id="{8BAE87D9-3F8C-C245-A245-FADFA310BA9B}"/>
              </a:ext>
            </a:extLst>
          </p:cNvPr>
          <p:cNvSpPr>
            <a:spLocks noGrp="1" noChangeAspect="1"/>
          </p:cNvSpPr>
          <p:nvPr>
            <p:ph type="pic" sz="quarter" idx="27"/>
          </p:nvPr>
        </p:nvSpPr>
        <p:spPr>
          <a:xfrm>
            <a:off x="6050099"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48" name="Picture Placeholder 6">
            <a:extLst>
              <a:ext uri="{FF2B5EF4-FFF2-40B4-BE49-F238E27FC236}">
                <a16:creationId xmlns:a16="http://schemas.microsoft.com/office/drawing/2014/main" id="{438D6873-BE96-2546-8427-4365148081D5}"/>
              </a:ext>
            </a:extLst>
          </p:cNvPr>
          <p:cNvSpPr>
            <a:spLocks noGrp="1" noChangeAspect="1"/>
          </p:cNvSpPr>
          <p:nvPr>
            <p:ph type="pic" sz="quarter" idx="39"/>
          </p:nvPr>
        </p:nvSpPr>
        <p:spPr>
          <a:xfrm>
            <a:off x="457200"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50" name="Picture Placeholder 6">
            <a:extLst>
              <a:ext uri="{FF2B5EF4-FFF2-40B4-BE49-F238E27FC236}">
                <a16:creationId xmlns:a16="http://schemas.microsoft.com/office/drawing/2014/main" id="{E6AF9491-2B93-7A4B-A4AD-93EB4B1B24FC}"/>
              </a:ext>
            </a:extLst>
          </p:cNvPr>
          <p:cNvSpPr>
            <a:spLocks noGrp="1" noChangeAspect="1"/>
          </p:cNvSpPr>
          <p:nvPr>
            <p:ph type="pic" sz="quarter" idx="41"/>
          </p:nvPr>
        </p:nvSpPr>
        <p:spPr>
          <a:xfrm>
            <a:off x="3251732"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55" name="Picture Placeholder 6">
            <a:extLst>
              <a:ext uri="{FF2B5EF4-FFF2-40B4-BE49-F238E27FC236}">
                <a16:creationId xmlns:a16="http://schemas.microsoft.com/office/drawing/2014/main" id="{4D65803D-C671-C74A-8E5D-482B32FF563F}"/>
              </a:ext>
            </a:extLst>
          </p:cNvPr>
          <p:cNvSpPr>
            <a:spLocks noGrp="1" noChangeAspect="1"/>
          </p:cNvSpPr>
          <p:nvPr>
            <p:ph type="pic" sz="quarter" idx="46"/>
          </p:nvPr>
        </p:nvSpPr>
        <p:spPr>
          <a:xfrm>
            <a:off x="6050099"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34" name="Text Placeholder 17">
            <a:extLst>
              <a:ext uri="{FF2B5EF4-FFF2-40B4-BE49-F238E27FC236}">
                <a16:creationId xmlns:a16="http://schemas.microsoft.com/office/drawing/2014/main" id="{B1EA32E2-33AF-A042-A99C-83EC2303CD77}"/>
              </a:ext>
            </a:extLst>
          </p:cNvPr>
          <p:cNvSpPr>
            <a:spLocks noGrp="1"/>
          </p:cNvSpPr>
          <p:nvPr>
            <p:ph type="body" sz="quarter" idx="58" hasCustomPrompt="1"/>
          </p:nvPr>
        </p:nvSpPr>
        <p:spPr>
          <a:xfrm>
            <a:off x="1681061" y="1214460"/>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36" name="Text Placeholder 17">
            <a:extLst>
              <a:ext uri="{FF2B5EF4-FFF2-40B4-BE49-F238E27FC236}">
                <a16:creationId xmlns:a16="http://schemas.microsoft.com/office/drawing/2014/main" id="{2BCDFDB2-6962-2C45-9560-12E105561B48}"/>
              </a:ext>
            </a:extLst>
          </p:cNvPr>
          <p:cNvSpPr>
            <a:spLocks noGrp="1"/>
          </p:cNvSpPr>
          <p:nvPr>
            <p:ph type="body" sz="quarter" idx="61" hasCustomPrompt="1"/>
          </p:nvPr>
        </p:nvSpPr>
        <p:spPr>
          <a:xfrm>
            <a:off x="4495623" y="1214457"/>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58" name="Text Placeholder 17">
            <a:extLst>
              <a:ext uri="{FF2B5EF4-FFF2-40B4-BE49-F238E27FC236}">
                <a16:creationId xmlns:a16="http://schemas.microsoft.com/office/drawing/2014/main" id="{D3E8FA35-64D5-4547-9548-19CAA96EF1F3}"/>
              </a:ext>
            </a:extLst>
          </p:cNvPr>
          <p:cNvSpPr>
            <a:spLocks noGrp="1"/>
          </p:cNvSpPr>
          <p:nvPr>
            <p:ph type="body" sz="quarter" idx="63" hasCustomPrompt="1"/>
          </p:nvPr>
        </p:nvSpPr>
        <p:spPr>
          <a:xfrm>
            <a:off x="7273960" y="1214460"/>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59" name="Text Placeholder 17">
            <a:extLst>
              <a:ext uri="{FF2B5EF4-FFF2-40B4-BE49-F238E27FC236}">
                <a16:creationId xmlns:a16="http://schemas.microsoft.com/office/drawing/2014/main" id="{69CE46AA-308F-7442-9842-1D1561DEB94B}"/>
              </a:ext>
            </a:extLst>
          </p:cNvPr>
          <p:cNvSpPr>
            <a:spLocks noGrp="1"/>
          </p:cNvSpPr>
          <p:nvPr>
            <p:ph type="body" sz="quarter" idx="64" hasCustomPrompt="1"/>
          </p:nvPr>
        </p:nvSpPr>
        <p:spPr>
          <a:xfrm>
            <a:off x="1691076" y="3665488"/>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61" name="Text Placeholder 17">
            <a:extLst>
              <a:ext uri="{FF2B5EF4-FFF2-40B4-BE49-F238E27FC236}">
                <a16:creationId xmlns:a16="http://schemas.microsoft.com/office/drawing/2014/main" id="{4B1E1BFC-A209-3245-BD30-DE1E05B1A035}"/>
              </a:ext>
            </a:extLst>
          </p:cNvPr>
          <p:cNvSpPr>
            <a:spLocks noGrp="1"/>
          </p:cNvSpPr>
          <p:nvPr>
            <p:ph type="body" sz="quarter" idx="66" hasCustomPrompt="1"/>
          </p:nvPr>
        </p:nvSpPr>
        <p:spPr>
          <a:xfrm>
            <a:off x="4505637" y="3665485"/>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63" name="Text Placeholder 17">
            <a:extLst>
              <a:ext uri="{FF2B5EF4-FFF2-40B4-BE49-F238E27FC236}">
                <a16:creationId xmlns:a16="http://schemas.microsoft.com/office/drawing/2014/main" id="{4AD9248B-A8C2-7447-81E8-207F4AB47BB9}"/>
              </a:ext>
            </a:extLst>
          </p:cNvPr>
          <p:cNvSpPr>
            <a:spLocks noGrp="1"/>
          </p:cNvSpPr>
          <p:nvPr>
            <p:ph type="body" sz="quarter" idx="68" hasCustomPrompt="1"/>
          </p:nvPr>
        </p:nvSpPr>
        <p:spPr>
          <a:xfrm>
            <a:off x="7283975" y="3665488"/>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17" name="Picture Placeholder 6">
            <a:extLst>
              <a:ext uri="{FF2B5EF4-FFF2-40B4-BE49-F238E27FC236}">
                <a16:creationId xmlns:a16="http://schemas.microsoft.com/office/drawing/2014/main" id="{D54279C9-D8C9-184F-87B4-BA4B204C8C5B}"/>
              </a:ext>
            </a:extLst>
          </p:cNvPr>
          <p:cNvSpPr>
            <a:spLocks noGrp="1" noChangeAspect="1"/>
          </p:cNvSpPr>
          <p:nvPr>
            <p:ph type="pic" sz="quarter" idx="69"/>
          </p:nvPr>
        </p:nvSpPr>
        <p:spPr>
          <a:xfrm>
            <a:off x="8858480"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18" name="Picture Placeholder 6">
            <a:extLst>
              <a:ext uri="{FF2B5EF4-FFF2-40B4-BE49-F238E27FC236}">
                <a16:creationId xmlns:a16="http://schemas.microsoft.com/office/drawing/2014/main" id="{3B8500FE-7D84-1A43-84FF-1FF6AA85DDE7}"/>
              </a:ext>
            </a:extLst>
          </p:cNvPr>
          <p:cNvSpPr>
            <a:spLocks noGrp="1" noChangeAspect="1"/>
          </p:cNvSpPr>
          <p:nvPr>
            <p:ph type="pic" sz="quarter" idx="70"/>
          </p:nvPr>
        </p:nvSpPr>
        <p:spPr>
          <a:xfrm>
            <a:off x="8858480"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19" name="Text Placeholder 17">
            <a:extLst>
              <a:ext uri="{FF2B5EF4-FFF2-40B4-BE49-F238E27FC236}">
                <a16:creationId xmlns:a16="http://schemas.microsoft.com/office/drawing/2014/main" id="{F20EECDE-4BFB-724F-AE26-ED1D088BC93F}"/>
              </a:ext>
            </a:extLst>
          </p:cNvPr>
          <p:cNvSpPr>
            <a:spLocks noGrp="1"/>
          </p:cNvSpPr>
          <p:nvPr>
            <p:ph type="body" sz="quarter" idx="71" hasCustomPrompt="1"/>
          </p:nvPr>
        </p:nvSpPr>
        <p:spPr>
          <a:xfrm>
            <a:off x="10082341" y="1214460"/>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20" name="Text Placeholder 17">
            <a:extLst>
              <a:ext uri="{FF2B5EF4-FFF2-40B4-BE49-F238E27FC236}">
                <a16:creationId xmlns:a16="http://schemas.microsoft.com/office/drawing/2014/main" id="{EDE6543B-D5D2-7C46-B8C6-C70EEAFD8574}"/>
              </a:ext>
            </a:extLst>
          </p:cNvPr>
          <p:cNvSpPr>
            <a:spLocks noGrp="1"/>
          </p:cNvSpPr>
          <p:nvPr>
            <p:ph type="body" sz="quarter" idx="72" hasCustomPrompt="1"/>
          </p:nvPr>
        </p:nvSpPr>
        <p:spPr>
          <a:xfrm>
            <a:off x="10092356" y="3665488"/>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6" name="Text Placeholder 5">
            <a:extLst>
              <a:ext uri="{FF2B5EF4-FFF2-40B4-BE49-F238E27FC236}">
                <a16:creationId xmlns:a16="http://schemas.microsoft.com/office/drawing/2014/main" id="{DC1FED3A-BB9A-2043-9F73-F0D0B0F2F7EA}"/>
              </a:ext>
            </a:extLst>
          </p:cNvPr>
          <p:cNvSpPr>
            <a:spLocks noGrp="1"/>
          </p:cNvSpPr>
          <p:nvPr>
            <p:ph type="body" sz="quarter" idx="73"/>
          </p:nvPr>
        </p:nvSpPr>
        <p:spPr>
          <a:xfrm>
            <a:off x="457200" y="2470151"/>
            <a:ext cx="2626784" cy="647700"/>
          </a:xfrm>
        </p:spPr>
        <p:txBody>
          <a:bodyPr anchor="t">
            <a:noAutofit/>
          </a:bodyPr>
          <a:lstStyle>
            <a:lvl1pPr marL="228584" marR="0" indent="-228584"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3" name="Text Placeholder 5">
            <a:extLst>
              <a:ext uri="{FF2B5EF4-FFF2-40B4-BE49-F238E27FC236}">
                <a16:creationId xmlns:a16="http://schemas.microsoft.com/office/drawing/2014/main" id="{63081A8C-D60B-1346-BA6F-2837524E9CDC}"/>
              </a:ext>
            </a:extLst>
          </p:cNvPr>
          <p:cNvSpPr>
            <a:spLocks noGrp="1"/>
          </p:cNvSpPr>
          <p:nvPr>
            <p:ph type="body" sz="quarter" idx="74"/>
          </p:nvPr>
        </p:nvSpPr>
        <p:spPr>
          <a:xfrm>
            <a:off x="3271797" y="2470151"/>
            <a:ext cx="2626784" cy="647700"/>
          </a:xfrm>
        </p:spPr>
        <p:txBody>
          <a:bodyPr anchor="t">
            <a:noAutofit/>
          </a:bodyPr>
          <a:lstStyle>
            <a:lvl1pPr marL="228584" marR="0" indent="-228584"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4" name="Text Placeholder 5">
            <a:extLst>
              <a:ext uri="{FF2B5EF4-FFF2-40B4-BE49-F238E27FC236}">
                <a16:creationId xmlns:a16="http://schemas.microsoft.com/office/drawing/2014/main" id="{F560C527-94DF-4D46-89D7-1E7CB3160A88}"/>
              </a:ext>
            </a:extLst>
          </p:cNvPr>
          <p:cNvSpPr>
            <a:spLocks noGrp="1"/>
          </p:cNvSpPr>
          <p:nvPr>
            <p:ph type="body" sz="quarter" idx="75"/>
          </p:nvPr>
        </p:nvSpPr>
        <p:spPr>
          <a:xfrm>
            <a:off x="6050135" y="2463775"/>
            <a:ext cx="2626784" cy="647700"/>
          </a:xfrm>
        </p:spPr>
        <p:txBody>
          <a:bodyPr anchor="t">
            <a:noAutofit/>
          </a:bodyPr>
          <a:lstStyle>
            <a:lvl1pPr marL="228584" marR="0" indent="-228584"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5" name="Text Placeholder 5">
            <a:extLst>
              <a:ext uri="{FF2B5EF4-FFF2-40B4-BE49-F238E27FC236}">
                <a16:creationId xmlns:a16="http://schemas.microsoft.com/office/drawing/2014/main" id="{BA8FEE21-FF05-5C45-819F-162DEAFCE567}"/>
              </a:ext>
            </a:extLst>
          </p:cNvPr>
          <p:cNvSpPr>
            <a:spLocks noGrp="1"/>
          </p:cNvSpPr>
          <p:nvPr>
            <p:ph type="body" sz="quarter" idx="76"/>
          </p:nvPr>
        </p:nvSpPr>
        <p:spPr>
          <a:xfrm>
            <a:off x="8876805" y="2463775"/>
            <a:ext cx="2626784" cy="647700"/>
          </a:xfrm>
        </p:spPr>
        <p:txBody>
          <a:bodyPr anchor="t">
            <a:noAutofit/>
          </a:bodyPr>
          <a:lstStyle>
            <a:lvl1pPr marL="228584" marR="0" indent="-228584"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6" name="Text Placeholder 5">
            <a:extLst>
              <a:ext uri="{FF2B5EF4-FFF2-40B4-BE49-F238E27FC236}">
                <a16:creationId xmlns:a16="http://schemas.microsoft.com/office/drawing/2014/main" id="{4E713894-D65E-8D4F-8901-40EB76536394}"/>
              </a:ext>
            </a:extLst>
          </p:cNvPr>
          <p:cNvSpPr>
            <a:spLocks noGrp="1"/>
          </p:cNvSpPr>
          <p:nvPr>
            <p:ph type="body" sz="quarter" idx="77"/>
          </p:nvPr>
        </p:nvSpPr>
        <p:spPr>
          <a:xfrm>
            <a:off x="457200" y="4891551"/>
            <a:ext cx="2626784" cy="647700"/>
          </a:xfrm>
        </p:spPr>
        <p:txBody>
          <a:bodyPr anchor="t">
            <a:noAutofit/>
          </a:bodyPr>
          <a:lstStyle>
            <a:lvl1pPr marL="228584" marR="0" indent="-228584"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7" name="Text Placeholder 5">
            <a:extLst>
              <a:ext uri="{FF2B5EF4-FFF2-40B4-BE49-F238E27FC236}">
                <a16:creationId xmlns:a16="http://schemas.microsoft.com/office/drawing/2014/main" id="{F844F3E7-4948-4D44-A187-04DCFBC2FD2D}"/>
              </a:ext>
            </a:extLst>
          </p:cNvPr>
          <p:cNvSpPr>
            <a:spLocks noGrp="1"/>
          </p:cNvSpPr>
          <p:nvPr>
            <p:ph type="body" sz="quarter" idx="78"/>
          </p:nvPr>
        </p:nvSpPr>
        <p:spPr>
          <a:xfrm>
            <a:off x="3271797" y="4891547"/>
            <a:ext cx="2626784" cy="647700"/>
          </a:xfrm>
        </p:spPr>
        <p:txBody>
          <a:bodyPr anchor="t">
            <a:noAutofit/>
          </a:bodyPr>
          <a:lstStyle>
            <a:lvl1pPr marL="228584" marR="0" indent="-228584"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8" name="Text Placeholder 5">
            <a:extLst>
              <a:ext uri="{FF2B5EF4-FFF2-40B4-BE49-F238E27FC236}">
                <a16:creationId xmlns:a16="http://schemas.microsoft.com/office/drawing/2014/main" id="{32A66BCD-68C9-C746-B585-18E0FA191A79}"/>
              </a:ext>
            </a:extLst>
          </p:cNvPr>
          <p:cNvSpPr>
            <a:spLocks noGrp="1"/>
          </p:cNvSpPr>
          <p:nvPr>
            <p:ph type="body" sz="quarter" idx="79"/>
          </p:nvPr>
        </p:nvSpPr>
        <p:spPr>
          <a:xfrm>
            <a:off x="6050135" y="4885175"/>
            <a:ext cx="2626784" cy="647700"/>
          </a:xfrm>
        </p:spPr>
        <p:txBody>
          <a:bodyPr anchor="t">
            <a:noAutofit/>
          </a:bodyPr>
          <a:lstStyle>
            <a:lvl1pPr marL="228584" marR="0" indent="-228584"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9" name="Text Placeholder 5">
            <a:extLst>
              <a:ext uri="{FF2B5EF4-FFF2-40B4-BE49-F238E27FC236}">
                <a16:creationId xmlns:a16="http://schemas.microsoft.com/office/drawing/2014/main" id="{153E9A74-691A-7F43-A556-D69EE86D9603}"/>
              </a:ext>
            </a:extLst>
          </p:cNvPr>
          <p:cNvSpPr>
            <a:spLocks noGrp="1"/>
          </p:cNvSpPr>
          <p:nvPr>
            <p:ph type="body" sz="quarter" idx="80"/>
          </p:nvPr>
        </p:nvSpPr>
        <p:spPr>
          <a:xfrm>
            <a:off x="8876805" y="4885171"/>
            <a:ext cx="2626784" cy="647700"/>
          </a:xfrm>
        </p:spPr>
        <p:txBody>
          <a:bodyPr anchor="t">
            <a:noAutofit/>
          </a:bodyPr>
          <a:lstStyle>
            <a:lvl1pPr marL="228584" marR="0" indent="-228584"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Tree>
    <p:extLst>
      <p:ext uri="{BB962C8B-B14F-4D97-AF65-F5344CB8AC3E}">
        <p14:creationId xmlns:p14="http://schemas.microsoft.com/office/powerpoint/2010/main" val="1018536081"/>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Section Header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7825" y="1378819"/>
            <a:ext cx="9468000" cy="3214287"/>
          </a:xfrm>
        </p:spPr>
        <p:txBody>
          <a:bodyPr anchor="ctr"/>
          <a:lstStyle>
            <a:lvl1pPr>
              <a:defRPr sz="5751">
                <a:solidFill>
                  <a:schemeClr val="bg1"/>
                </a:solidFill>
              </a:defRPr>
            </a:lvl1pPr>
          </a:lstStyle>
          <a:p>
            <a:r>
              <a:rPr lang="en-US"/>
              <a:t>Click to edit Master title style</a:t>
            </a:r>
          </a:p>
        </p:txBody>
      </p:sp>
      <p:sp>
        <p:nvSpPr>
          <p:cNvPr id="6" name="Rectangle 5">
            <a:extLst>
              <a:ext uri="{FF2B5EF4-FFF2-40B4-BE49-F238E27FC236}">
                <a16:creationId xmlns:a16="http://schemas.microsoft.com/office/drawing/2014/main" id="{9A5BD75A-6B61-9441-8CE4-F0FC479087C4}"/>
              </a:ext>
            </a:extLst>
          </p:cNvPr>
          <p:cNvSpPr/>
          <p:nvPr userDrawn="1"/>
        </p:nvSpPr>
        <p:spPr>
          <a:xfrm>
            <a:off x="1" y="6199245"/>
            <a:ext cx="12192000" cy="670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3" name="Slide Number Placeholder 2">
            <a:extLst>
              <a:ext uri="{FF2B5EF4-FFF2-40B4-BE49-F238E27FC236}">
                <a16:creationId xmlns:a16="http://schemas.microsoft.com/office/drawing/2014/main" id="{78C2C004-DB56-8047-9E50-3078696689BE}"/>
              </a:ext>
            </a:extLst>
          </p:cNvPr>
          <p:cNvSpPr>
            <a:spLocks noGrp="1"/>
          </p:cNvSpPr>
          <p:nvPr>
            <p:ph type="sldNum" sz="quarter" idx="10"/>
          </p:nvPr>
        </p:nvSpPr>
        <p:spPr/>
        <p:txBody>
          <a:bodyPr/>
          <a:lstStyle/>
          <a:p>
            <a:fld id="{7D18A8FE-DFC8-4843-AEF2-DE4DB0CF7D65}" type="slidenum">
              <a:rPr lang="en-US" smtClean="0"/>
              <a:pPr/>
              <a:t>‹#›</a:t>
            </a:fld>
            <a:endParaRPr lang="en-US"/>
          </a:p>
        </p:txBody>
      </p:sp>
      <p:pic>
        <p:nvPicPr>
          <p:cNvPr id="4" name="Graphic 3">
            <a:extLst>
              <a:ext uri="{FF2B5EF4-FFF2-40B4-BE49-F238E27FC236}">
                <a16:creationId xmlns:a16="http://schemas.microsoft.com/office/drawing/2014/main" id="{39BFFDCD-5E2E-7A71-1BBE-3EAB0D66FB1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2330259269"/>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A0D93C59-0F95-6442-A8BF-7DDE07DA82C7}"/>
              </a:ext>
            </a:extLst>
          </p:cNvPr>
          <p:cNvSpPr/>
          <p:nvPr userDrawn="1"/>
        </p:nvSpPr>
        <p:spPr>
          <a:xfrm>
            <a:off x="10342182" y="5402114"/>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pic>
        <p:nvPicPr>
          <p:cNvPr id="8" name="Graphic 12">
            <a:extLst>
              <a:ext uri="{FF2B5EF4-FFF2-40B4-BE49-F238E27FC236}">
                <a16:creationId xmlns:a16="http://schemas.microsoft.com/office/drawing/2014/main" id="{8B63C88B-0FAC-FB42-B6F4-80D1A529DCAB}"/>
              </a:ext>
            </a:extLst>
          </p:cNvPr>
          <p:cNvPicPr>
            <a:picLocks noChangeAspect="1"/>
          </p:cNvPicPr>
          <p:nvPr userDrawn="1"/>
        </p:nvPicPr>
        <p:blipFill>
          <a:blip r:embed="rId2"/>
          <a:srcRect/>
          <a:stretch/>
        </p:blipFill>
        <p:spPr>
          <a:xfrm>
            <a:off x="4870315" y="5730227"/>
            <a:ext cx="2451372" cy="526468"/>
          </a:xfrm>
          <a:prstGeom prst="rect">
            <a:avLst/>
          </a:prstGeom>
        </p:spPr>
      </p:pic>
      <p:sp>
        <p:nvSpPr>
          <p:cNvPr id="10" name="Freeform 9">
            <a:extLst>
              <a:ext uri="{FF2B5EF4-FFF2-40B4-BE49-F238E27FC236}">
                <a16:creationId xmlns:a16="http://schemas.microsoft.com/office/drawing/2014/main" id="{BD712132-CDEC-3641-9E3D-94726B2F1A29}"/>
              </a:ext>
            </a:extLst>
          </p:cNvPr>
          <p:cNvSpPr/>
          <p:nvPr userDrawn="1"/>
        </p:nvSpPr>
        <p:spPr>
          <a:xfrm>
            <a:off x="2975751" y="-1"/>
            <a:ext cx="909296" cy="468852"/>
          </a:xfrm>
          <a:custGeom>
            <a:avLst/>
            <a:gdLst>
              <a:gd name="connsiteX0" fmla="*/ 2151 w 681972"/>
              <a:gd name="connsiteY0" fmla="*/ 0 h 351639"/>
              <a:gd name="connsiteX1" fmla="*/ 679821 w 681972"/>
              <a:gd name="connsiteY1" fmla="*/ 0 h 351639"/>
              <a:gd name="connsiteX2" fmla="*/ 681972 w 681972"/>
              <a:gd name="connsiteY2" fmla="*/ 10653 h 351639"/>
              <a:gd name="connsiteX3" fmla="*/ 340986 w 681972"/>
              <a:gd name="connsiteY3" fmla="*/ 351639 h 351639"/>
              <a:gd name="connsiteX4" fmla="*/ 0 w 681972"/>
              <a:gd name="connsiteY4" fmla="*/ 10653 h 35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9">
                <a:moveTo>
                  <a:pt x="2151" y="0"/>
                </a:moveTo>
                <a:lnTo>
                  <a:pt x="679821" y="0"/>
                </a:lnTo>
                <a:lnTo>
                  <a:pt x="681972" y="10653"/>
                </a:lnTo>
                <a:cubicBezTo>
                  <a:pt x="681972" y="198974"/>
                  <a:pt x="529307" y="351639"/>
                  <a:pt x="340986" y="351639"/>
                </a:cubicBezTo>
                <a:cubicBezTo>
                  <a:pt x="152665" y="351639"/>
                  <a:pt x="0" y="198974"/>
                  <a:pt x="0" y="10653"/>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AB6A8D74-240E-094D-9B42-F592AEF534A3}"/>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2" name="TextBox 11">
            <a:extLst>
              <a:ext uri="{FF2B5EF4-FFF2-40B4-BE49-F238E27FC236}">
                <a16:creationId xmlns:a16="http://schemas.microsoft.com/office/drawing/2014/main" id="{4D75B536-EBC7-4B40-8C47-A4B1834E410D}"/>
              </a:ext>
            </a:extLst>
          </p:cNvPr>
          <p:cNvSpPr txBox="1"/>
          <p:nvPr userDrawn="1"/>
        </p:nvSpPr>
        <p:spPr>
          <a:xfrm>
            <a:off x="0" y="2897304"/>
            <a:ext cx="12192000" cy="985648"/>
          </a:xfrm>
          <a:prstGeom prst="rect">
            <a:avLst/>
          </a:prstGeom>
          <a:noFill/>
        </p:spPr>
        <p:txBody>
          <a:bodyPr wrap="square" rtlCol="0" anchor="ctr">
            <a:noAutofit/>
          </a:bodyPr>
          <a:lstStyle/>
          <a:p>
            <a:pPr algn="ctr"/>
            <a:r>
              <a:rPr lang="en-US" sz="4800" b="1">
                <a:solidFill>
                  <a:srgbClr val="171717"/>
                </a:solidFill>
                <a:latin typeface="+mj-lt"/>
                <a:ea typeface="+mj-ea"/>
                <a:cs typeface="Arial" panose="020B0604020202020204" pitchFamily="34" charset="0"/>
              </a:rPr>
              <a:t>Thank you</a:t>
            </a:r>
            <a:endParaRPr lang="en-US" sz="3200">
              <a:latin typeface="+mj-lt"/>
            </a:endParaRPr>
          </a:p>
        </p:txBody>
      </p:sp>
      <p:sp>
        <p:nvSpPr>
          <p:cNvPr id="13" name="Content Placeholder 2">
            <a:extLst>
              <a:ext uri="{FF2B5EF4-FFF2-40B4-BE49-F238E27FC236}">
                <a16:creationId xmlns:a16="http://schemas.microsoft.com/office/drawing/2014/main" id="{F5974BA7-AD04-7A43-81DD-B98B549B07CB}"/>
              </a:ext>
            </a:extLst>
          </p:cNvPr>
          <p:cNvSpPr txBox="1">
            <a:spLocks/>
          </p:cNvSpPr>
          <p:nvPr userDrawn="1"/>
        </p:nvSpPr>
        <p:spPr>
          <a:xfrm>
            <a:off x="-1373" y="6508321"/>
            <a:ext cx="8750713" cy="420839"/>
          </a:xfrm>
          <a:prstGeom prst="rect">
            <a:avLst/>
          </a:prstGeom>
        </p:spPr>
        <p:txBody>
          <a:bodyPr/>
          <a:lstStyle>
            <a:lvl1pPr marL="171450" indent="-171450" algn="l" defTabSz="685800" rtl="0" eaLnBrk="1" latinLnBrk="0" hangingPunct="1">
              <a:lnSpc>
                <a:spcPct val="90000"/>
              </a:lnSpc>
              <a:spcBef>
                <a:spcPts val="750"/>
              </a:spcBef>
              <a:buClr>
                <a:schemeClr val="accent2"/>
              </a:buClr>
              <a:buSzPct val="120000"/>
              <a:buFont typeface="Arial" panose="020B0604020202020204" pitchFamily="34" charset="0"/>
              <a:buChar char="•"/>
              <a:tabLst/>
              <a:defRPr sz="2000" kern="1200">
                <a:solidFill>
                  <a:schemeClr val="tx1"/>
                </a:solidFill>
                <a:latin typeface="+mn-lt"/>
                <a:ea typeface="+mn-ea"/>
                <a:cs typeface="+mn-cs"/>
              </a:defRPr>
            </a:lvl1pPr>
            <a:lvl2pPr marL="573088" indent="-168275" algn="l" defTabSz="685800" rtl="0" eaLnBrk="1" latinLnBrk="0" hangingPunct="1">
              <a:lnSpc>
                <a:spcPct val="90000"/>
              </a:lnSpc>
              <a:spcBef>
                <a:spcPts val="375"/>
              </a:spcBef>
              <a:buFont typeface="System Font Regular"/>
              <a:buChar char="–"/>
              <a:tabLst/>
              <a:defRPr sz="1800" kern="1200">
                <a:solidFill>
                  <a:schemeClr val="tx1"/>
                </a:solidFill>
                <a:latin typeface="+mn-lt"/>
                <a:ea typeface="+mn-ea"/>
                <a:cs typeface="+mn-cs"/>
              </a:defRPr>
            </a:lvl2pPr>
            <a:lvl3pPr marL="749300" indent="-176213" algn="l" defTabSz="685800" rtl="0" eaLnBrk="1" latinLnBrk="0" hangingPunct="1">
              <a:lnSpc>
                <a:spcPct val="90000"/>
              </a:lnSpc>
              <a:spcBef>
                <a:spcPts val="375"/>
              </a:spcBef>
              <a:buFont typeface="Wingdings" pitchFamily="2" charset="2"/>
              <a:buChar char="§"/>
              <a:tabLst/>
              <a:defRPr sz="1800" kern="1200">
                <a:solidFill>
                  <a:schemeClr val="tx1"/>
                </a:solidFill>
                <a:latin typeface="+mn-lt"/>
                <a:ea typeface="+mn-ea"/>
                <a:cs typeface="+mn-cs"/>
              </a:defRPr>
            </a:lvl3pPr>
            <a:lvl4pPr marL="863600" indent="-190500" algn="l" defTabSz="685800" rtl="0" eaLnBrk="1" latinLnBrk="0" hangingPunct="1">
              <a:lnSpc>
                <a:spcPct val="90000"/>
              </a:lnSpc>
              <a:spcBef>
                <a:spcPts val="375"/>
              </a:spcBef>
              <a:buFont typeface="Courier New" panose="02070309020205020404" pitchFamily="49" charset="0"/>
              <a:buChar char="o"/>
              <a:tabLst/>
              <a:defRPr sz="1800" kern="1200">
                <a:solidFill>
                  <a:schemeClr val="tx1"/>
                </a:solidFill>
                <a:latin typeface="+mn-lt"/>
                <a:ea typeface="+mn-ea"/>
                <a:cs typeface="+mn-cs"/>
              </a:defRPr>
            </a:lvl4pPr>
            <a:lvl5pPr marL="1031875" indent="-168275" algn="l" defTabSz="685800" rtl="0" eaLnBrk="1" latinLnBrk="0" hangingPunct="1">
              <a:lnSpc>
                <a:spcPct val="90000"/>
              </a:lnSpc>
              <a:spcBef>
                <a:spcPts val="375"/>
              </a:spcBef>
              <a:buFont typeface="Arial" panose="020B0604020202020204" pitchFamily="34" charset="0"/>
              <a:buChar char="•"/>
              <a:tabLst/>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800">
                <a:latin typeface="Montserrat" pitchFamily="2" charset="77"/>
              </a:rPr>
              <a:t>© 2021 Organon group of companies. All rights reserved. ORGANON and the ORGANON Logo are trademarks of the Organon group of companies.</a:t>
            </a:r>
            <a:br>
              <a:rPr lang="en-US" sz="800">
                <a:latin typeface="Montserrat" pitchFamily="2" charset="77"/>
              </a:rPr>
            </a:br>
            <a:r>
              <a:rPr lang="en-US" sz="800">
                <a:latin typeface="Montserrat" pitchFamily="2" charset="77"/>
              </a:rPr>
              <a:t>The information contained in this document is intended for general information only, as it is summary in nature and subject to change.</a:t>
            </a:r>
          </a:p>
        </p:txBody>
      </p:sp>
    </p:spTree>
    <p:extLst>
      <p:ext uri="{BB962C8B-B14F-4D97-AF65-F5344CB8AC3E}">
        <p14:creationId xmlns:p14="http://schemas.microsoft.com/office/powerpoint/2010/main" val="20460174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70"/>
            <a:ext cx="10396483" cy="699433"/>
          </a:xfrm>
        </p:spPr>
        <p:txBody>
          <a:bodyPr lIns="0" tIns="0" rIns="0" bIns="0" anchor="b">
            <a:normAutofit/>
          </a:bodyPr>
          <a:lstStyle>
            <a:lvl1pPr>
              <a:defRPr sz="2931"/>
            </a:lvl1pPr>
          </a:lstStyle>
          <a:p>
            <a:r>
              <a:rPr lang="en-US"/>
              <a:t>Click to edit Master title style</a:t>
            </a:r>
          </a:p>
        </p:txBody>
      </p:sp>
      <p:sp>
        <p:nvSpPr>
          <p:cNvPr id="3" name="Content Placeholder 2"/>
          <p:cNvSpPr>
            <a:spLocks noGrp="1"/>
          </p:cNvSpPr>
          <p:nvPr>
            <p:ph idx="1"/>
          </p:nvPr>
        </p:nvSpPr>
        <p:spPr>
          <a:xfrm>
            <a:off x="457205" y="1576557"/>
            <a:ext cx="11243259" cy="4351283"/>
          </a:xfrm>
        </p:spPr>
        <p:txBody>
          <a:bodyPr lIns="0" tIns="0" rIns="0" bIns="0"/>
          <a:lstStyle>
            <a:lvl1pPr>
              <a:lnSpc>
                <a:spcPct val="100000"/>
              </a:lnSpc>
              <a:defRPr sz="2131"/>
            </a:lvl1pPr>
            <a:lvl2pPr>
              <a:lnSpc>
                <a:spcPct val="100000"/>
              </a:lnSpc>
              <a:defRPr sz="1864"/>
            </a:lvl2pPr>
            <a:lvl3pPr>
              <a:lnSpc>
                <a:spcPct val="100000"/>
              </a:lnSpc>
              <a:defRPr sz="1864"/>
            </a:lvl3pPr>
            <a:lvl4pPr>
              <a:lnSpc>
                <a:spcPct val="100000"/>
              </a:lnSpc>
              <a:defRPr sz="1864"/>
            </a:lvl4pPr>
            <a:lvl5pPr>
              <a:lnSpc>
                <a:spcPct val="100000"/>
              </a:lnSpc>
              <a:defRPr sz="186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73" y="6293141"/>
            <a:ext cx="414867" cy="564871"/>
          </a:xfrm>
        </p:spPr>
        <p:txBody>
          <a:bodyPr/>
          <a:lstStyle>
            <a:lvl1pPr algn="ctr">
              <a:defRPr sz="800">
                <a:solidFill>
                  <a:schemeClr val="tx2"/>
                </a:solidFill>
              </a:defRPr>
            </a:lvl1pPr>
          </a:lstStyle>
          <a:p>
            <a:fld id="{303D8C89-93FF-41DC-9801-8728B139F81E}" type="slidenum">
              <a:rPr lang="en-US" smtClean="0"/>
              <a:t>‹#›</a:t>
            </a:fld>
            <a:endParaRPr lang="en-US"/>
          </a:p>
        </p:txBody>
      </p:sp>
      <p:sp>
        <p:nvSpPr>
          <p:cNvPr id="27" name="Oval 26">
            <a:extLst>
              <a:ext uri="{FF2B5EF4-FFF2-40B4-BE49-F238E27FC236}">
                <a16:creationId xmlns:a16="http://schemas.microsoft.com/office/drawing/2014/main" id="{FF4DD12C-CFDB-804A-A675-45DF5731EB30}"/>
              </a:ext>
            </a:extLst>
          </p:cNvPr>
          <p:cNvSpPr/>
          <p:nvPr/>
        </p:nvSpPr>
        <p:spPr>
          <a:xfrm>
            <a:off x="11032953" y="44293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7"/>
          </a:p>
        </p:txBody>
      </p:sp>
      <p:sp>
        <p:nvSpPr>
          <p:cNvPr id="28" name="Freeform 27">
            <a:extLst>
              <a:ext uri="{FF2B5EF4-FFF2-40B4-BE49-F238E27FC236}">
                <a16:creationId xmlns:a16="http://schemas.microsoft.com/office/drawing/2014/main" id="{9B5E5E75-A19A-E040-B15A-7EE942510BE0}"/>
              </a:ext>
            </a:extLst>
          </p:cNvPr>
          <p:cNvSpPr/>
          <p:nvPr/>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397"/>
          </a:p>
        </p:txBody>
      </p:sp>
      <p:sp>
        <p:nvSpPr>
          <p:cNvPr id="9" name="Freeform 8">
            <a:extLst>
              <a:ext uri="{FF2B5EF4-FFF2-40B4-BE49-F238E27FC236}">
                <a16:creationId xmlns:a16="http://schemas.microsoft.com/office/drawing/2014/main" id="{8419006E-9FD3-FE49-85B6-81898F97EE8F}"/>
              </a:ext>
            </a:extLst>
          </p:cNvPr>
          <p:cNvSpPr/>
          <p:nvPr/>
        </p:nvSpPr>
        <p:spPr>
          <a:xfrm>
            <a:off x="11698316" y="446473"/>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397"/>
          </a:p>
        </p:txBody>
      </p:sp>
    </p:spTree>
    <p:extLst>
      <p:ext uri="{BB962C8B-B14F-4D97-AF65-F5344CB8AC3E}">
        <p14:creationId xmlns:p14="http://schemas.microsoft.com/office/powerpoint/2010/main" val="314132300"/>
      </p:ext>
    </p:extLst>
  </p:cSld>
  <p:clrMapOvr>
    <a:masterClrMapping/>
  </p:clrMapOvr>
  <p:extLst>
    <p:ext uri="{DCECCB84-F9BA-43D5-87BE-67443E8EF086}">
      <p15:sldGuideLst xmlns:p15="http://schemas.microsoft.com/office/powerpoint/2012/main">
        <p15:guide id="1" orient="horz" pos="2160">
          <p15:clr>
            <a:srgbClr val="FBAE40"/>
          </p15:clr>
        </p15:guide>
        <p15:guide id="2" pos="3837">
          <p15:clr>
            <a:srgbClr val="FBAE40"/>
          </p15:clr>
        </p15:guide>
        <p15:guide id="3" pos="288">
          <p15:clr>
            <a:srgbClr val="FBAE40"/>
          </p15:clr>
        </p15:guide>
        <p15:guide id="4" orient="horz" pos="4240">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6"/>
            <a:ext cx="10396483" cy="699433"/>
          </a:xfrm>
        </p:spPr>
        <p:txBody>
          <a:bodyPr lIns="0" tIns="0" rIns="0" bIns="0" anchor="b">
            <a:normAutofit/>
          </a:bodyPr>
          <a:lstStyle>
            <a:lvl1pPr>
              <a:defRPr sz="2932"/>
            </a:lvl1pPr>
          </a:lstStyle>
          <a:p>
            <a:r>
              <a:rPr lang="en-US"/>
              <a:t>Click to edit Master title style</a:t>
            </a:r>
          </a:p>
        </p:txBody>
      </p:sp>
      <p:sp>
        <p:nvSpPr>
          <p:cNvPr id="3" name="Content Placeholder 2"/>
          <p:cNvSpPr>
            <a:spLocks noGrp="1"/>
          </p:cNvSpPr>
          <p:nvPr>
            <p:ph idx="1"/>
          </p:nvPr>
        </p:nvSpPr>
        <p:spPr>
          <a:xfrm>
            <a:off x="457201" y="1576557"/>
            <a:ext cx="11243259" cy="4351283"/>
          </a:xfrm>
        </p:spPr>
        <p:txBody>
          <a:bodyPr lIns="0" tIns="0" rIns="0" bIns="0"/>
          <a:lstStyle>
            <a:lvl1pPr>
              <a:lnSpc>
                <a:spcPct val="100000"/>
              </a:lnSpc>
              <a:defRPr sz="2132"/>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293137"/>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51" y="442929"/>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399"/>
          </a:p>
        </p:txBody>
      </p:sp>
      <p:sp>
        <p:nvSpPr>
          <p:cNvPr id="9" name="Freeform 8">
            <a:extLst>
              <a:ext uri="{FF2B5EF4-FFF2-40B4-BE49-F238E27FC236}">
                <a16:creationId xmlns:a16="http://schemas.microsoft.com/office/drawing/2014/main" id="{8419006E-9FD3-FE49-85B6-81898F97EE8F}"/>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399"/>
          </a:p>
        </p:txBody>
      </p:sp>
    </p:spTree>
    <p:extLst>
      <p:ext uri="{BB962C8B-B14F-4D97-AF65-F5344CB8AC3E}">
        <p14:creationId xmlns:p14="http://schemas.microsoft.com/office/powerpoint/2010/main" val="41954292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4"/>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8419006E-9FD3-FE49-85B6-81898F97EE8F}"/>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Slide Number Placeholder 5">
            <a:extLst>
              <a:ext uri="{FF2B5EF4-FFF2-40B4-BE49-F238E27FC236}">
                <a16:creationId xmlns:a16="http://schemas.microsoft.com/office/drawing/2014/main" id="{B5487A46-207B-4275-8C1D-F08E7EEE56BE}"/>
              </a:ext>
            </a:extLst>
          </p:cNvPr>
          <p:cNvSpPr txBox="1">
            <a:spLocks/>
          </p:cNvSpPr>
          <p:nvPr userDrawn="1"/>
        </p:nvSpPr>
        <p:spPr>
          <a:xfrm>
            <a:off x="-5203" y="6444214"/>
            <a:ext cx="414867" cy="407543"/>
          </a:xfrm>
          <a:prstGeom prst="rect">
            <a:avLst/>
          </a:prstGeom>
        </p:spPr>
        <p:txBody>
          <a:bodyPr vert="horz" lIns="121920" tIns="60960" rIns="121920" bIns="60960" rtlCol="0" anchor="ctr"/>
          <a:lstStyle>
            <a:defPPr>
              <a:defRPr lang="en-US"/>
            </a:defPPr>
            <a:lvl1pPr marL="0" algn="ctr" defTabSz="457200" rtl="0" eaLnBrk="1" latinLnBrk="0" hangingPunct="1">
              <a:defRPr sz="6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D18A8FE-DFC8-4843-AEF2-DE4DB0CF7D65}" type="slidenum">
              <a:rPr lang="en-US" sz="800" smtClean="0"/>
              <a:pPr/>
              <a:t>‹#›</a:t>
            </a:fld>
            <a:endParaRPr lang="en-US" sz="800"/>
          </a:p>
        </p:txBody>
      </p:sp>
    </p:spTree>
    <p:extLst>
      <p:ext uri="{BB962C8B-B14F-4D97-AF65-F5344CB8AC3E}">
        <p14:creationId xmlns:p14="http://schemas.microsoft.com/office/powerpoint/2010/main" val="9412789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8419006E-9FD3-FE49-85B6-81898F97EE8F}"/>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7802092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25" name="Slide Number Placeholder 5">
            <a:extLst>
              <a:ext uri="{FF2B5EF4-FFF2-40B4-BE49-F238E27FC236}">
                <a16:creationId xmlns:a16="http://schemas.microsoft.com/office/drawing/2014/main" id="{158CE639-514C-2A4F-986C-11AB4BAB7D0E}"/>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5CC28A6F-B179-B644-B0A5-418F10E7689D}"/>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66221500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userDrawn="1">
  <p:cSld name="5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8" name="Freeform 7">
            <a:extLst>
              <a:ext uri="{FF2B5EF4-FFF2-40B4-BE49-F238E27FC236}">
                <a16:creationId xmlns:a16="http://schemas.microsoft.com/office/drawing/2014/main" id="{70F3D363-33B2-1C4F-91D8-A055D064E0FA}"/>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7" name="Content Placeholder 2"/>
          <p:cNvSpPr>
            <a:spLocks noGrp="1"/>
          </p:cNvSpPr>
          <p:nvPr>
            <p:ph idx="1"/>
          </p:nvPr>
        </p:nvSpPr>
        <p:spPr>
          <a:xfrm>
            <a:off x="457200" y="1576552"/>
            <a:ext cx="5486400" cy="2194560"/>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p:cNvSpPr>
            <a:spLocks noGrp="1"/>
          </p:cNvSpPr>
          <p:nvPr>
            <p:ph idx="10"/>
          </p:nvPr>
        </p:nvSpPr>
        <p:spPr>
          <a:xfrm>
            <a:off x="6214059" y="1576552"/>
            <a:ext cx="5486400" cy="2194560"/>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p:cNvSpPr>
            <a:spLocks noGrp="1"/>
          </p:cNvSpPr>
          <p:nvPr>
            <p:ph idx="12"/>
          </p:nvPr>
        </p:nvSpPr>
        <p:spPr>
          <a:xfrm>
            <a:off x="457200" y="3988673"/>
            <a:ext cx="5486400" cy="2194560"/>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p:cNvSpPr>
            <a:spLocks noGrp="1"/>
          </p:cNvSpPr>
          <p:nvPr>
            <p:ph idx="13"/>
          </p:nvPr>
        </p:nvSpPr>
        <p:spPr>
          <a:xfrm>
            <a:off x="6214059" y="3988673"/>
            <a:ext cx="5486400" cy="2194560"/>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4656642"/>
      </p:ext>
    </p:extLst>
  </p:cSld>
  <p:clrMapOvr>
    <a:masterClrMapping/>
  </p:clrMapOvr>
  <p:extLst>
    <p:ext uri="{DCECCB84-F9BA-43D5-87BE-67443E8EF086}">
      <p15:sldGuideLst xmlns:p15="http://schemas.microsoft.com/office/powerpoint/2012/main"/>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5"/>
            <a:ext cx="8202891" cy="699433"/>
          </a:xfrm>
        </p:spPr>
        <p:txBody>
          <a:bodyPr lIns="0" tIns="0" rIns="0" bIns="0" anchor="b">
            <a:normAutofit/>
          </a:bodyPr>
          <a:lstStyle>
            <a:lvl1pPr>
              <a:defRPr sz="2932"/>
            </a:lvl1pPr>
          </a:lstStyle>
          <a:p>
            <a:endParaRPr lang="en-US"/>
          </a:p>
        </p:txBody>
      </p:sp>
      <p:sp>
        <p:nvSpPr>
          <p:cNvPr id="25" name="Slide Number Placeholder 5">
            <a:extLst>
              <a:ext uri="{FF2B5EF4-FFF2-40B4-BE49-F238E27FC236}">
                <a16:creationId xmlns:a16="http://schemas.microsoft.com/office/drawing/2014/main" id="{158CE639-514C-2A4F-986C-11AB4BAB7D0E}"/>
              </a:ext>
            </a:extLst>
          </p:cNvPr>
          <p:cNvSpPr>
            <a:spLocks noGrp="1"/>
          </p:cNvSpPr>
          <p:nvPr>
            <p:ph type="sldNum" sz="quarter" idx="12"/>
          </p:nvPr>
        </p:nvSpPr>
        <p:spPr>
          <a:xfrm>
            <a:off x="5888569" y="6293135"/>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50" y="442927"/>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399"/>
          </a:p>
        </p:txBody>
      </p:sp>
      <p:sp>
        <p:nvSpPr>
          <p:cNvPr id="8" name="Freeform 7">
            <a:extLst>
              <a:ext uri="{FF2B5EF4-FFF2-40B4-BE49-F238E27FC236}">
                <a16:creationId xmlns:a16="http://schemas.microsoft.com/office/drawing/2014/main" id="{70F3D363-33B2-1C4F-91D8-A055D064E0FA}"/>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399"/>
          </a:p>
        </p:txBody>
      </p:sp>
    </p:spTree>
    <p:extLst>
      <p:ext uri="{BB962C8B-B14F-4D97-AF65-F5344CB8AC3E}">
        <p14:creationId xmlns:p14="http://schemas.microsoft.com/office/powerpoint/2010/main" val="115100191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679624585"/>
              </p:ext>
            </p:extLst>
          </p:nvPr>
        </p:nvGraphicFramePr>
        <p:xfrm>
          <a:off x="2120" y="2120"/>
          <a:ext cx="2117" cy="2117"/>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5" name="Object 4" hidden="1"/>
                      <p:cNvPicPr/>
                      <p:nvPr/>
                    </p:nvPicPr>
                    <p:blipFill>
                      <a:blip r:embed="rId5"/>
                      <a:stretch>
                        <a:fillRect/>
                      </a:stretch>
                    </p:blipFill>
                    <p:spPr>
                      <a:xfrm>
                        <a:off x="2120" y="2120"/>
                        <a:ext cx="2117" cy="2117"/>
                      </a:xfrm>
                      <a:prstGeom prst="rect">
                        <a:avLst/>
                      </a:prstGeom>
                    </p:spPr>
                  </p:pic>
                </p:oleObj>
              </mc:Fallback>
            </mc:AlternateContent>
          </a:graphicData>
        </a:graphic>
      </p:graphicFrame>
      <p:sp>
        <p:nvSpPr>
          <p:cNvPr id="4" name="Rectangle 3" hidden="1"/>
          <p:cNvSpPr/>
          <p:nvPr userDrawn="1">
            <p:custDataLst>
              <p:tags r:id="rId2"/>
            </p:custDataLst>
          </p:nvPr>
        </p:nvSpPr>
        <p:spPr>
          <a:xfrm>
            <a:off x="1" y="1"/>
            <a:ext cx="211667" cy="211667"/>
          </a:xfrm>
          <a:prstGeom prst="rect">
            <a:avLst/>
          </a:prstGeom>
          <a:solidFill>
            <a:schemeClr val="tx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2933" b="1" i="0" baseline="0">
              <a:solidFill>
                <a:srgbClr val="FFFFFF"/>
              </a:solidFill>
              <a:latin typeface="Calibri" panose="020F0502020204030204" pitchFamily="34" charset="0"/>
              <a:ea typeface="+mj-ea"/>
              <a:cs typeface="+mj-cs"/>
              <a:sym typeface="Montserrat" panose="00000500000000000000" pitchFamily="2" charset="0"/>
            </a:endParaRPr>
          </a:p>
        </p:txBody>
      </p:sp>
      <p:sp>
        <p:nvSpPr>
          <p:cNvPr id="16" name="Freeform 15">
            <a:extLst>
              <a:ext uri="{FF2B5EF4-FFF2-40B4-BE49-F238E27FC236}">
                <a16:creationId xmlns:a16="http://schemas.microsoft.com/office/drawing/2014/main" id="{1EF87254-EEF3-1F43-9B4B-3F29E4659176}"/>
              </a:ext>
            </a:extLst>
          </p:cNvPr>
          <p:cNvSpPr/>
          <p:nvPr userDrawn="1"/>
        </p:nvSpPr>
        <p:spPr>
          <a:xfrm>
            <a:off x="11700462" y="446468"/>
            <a:ext cx="491543" cy="479013"/>
          </a:xfrm>
          <a:custGeom>
            <a:avLst/>
            <a:gdLst>
              <a:gd name="connsiteX0" fmla="*/ 0 w 368657"/>
              <a:gd name="connsiteY0" fmla="*/ 179629 h 359260"/>
              <a:gd name="connsiteX1" fmla="*/ 0 w 368657"/>
              <a:gd name="connsiteY1" fmla="*/ 179630 h 359260"/>
              <a:gd name="connsiteX2" fmla="*/ 0 w 368657"/>
              <a:gd name="connsiteY2" fmla="*/ 179630 h 359260"/>
              <a:gd name="connsiteX3" fmla="*/ 179630 w 368657"/>
              <a:gd name="connsiteY3" fmla="*/ 0 h 359260"/>
              <a:gd name="connsiteX4" fmla="*/ 368657 w 368657"/>
              <a:gd name="connsiteY4" fmla="*/ 0 h 359260"/>
              <a:gd name="connsiteX5" fmla="*/ 368657 w 368657"/>
              <a:gd name="connsiteY5" fmla="*/ 359260 h 359260"/>
              <a:gd name="connsiteX6" fmla="*/ 179630 w 368657"/>
              <a:gd name="connsiteY6" fmla="*/ 359259 h 359260"/>
              <a:gd name="connsiteX7" fmla="*/ 14116 w 368657"/>
              <a:gd name="connsiteY7" fmla="*/ 249549 h 359260"/>
              <a:gd name="connsiteX8" fmla="*/ 0 w 368657"/>
              <a:gd name="connsiteY8" fmla="*/ 179630 h 359260"/>
              <a:gd name="connsiteX9" fmla="*/ 14116 w 368657"/>
              <a:gd name="connsiteY9" fmla="*/ 109710 h 359260"/>
              <a:gd name="connsiteX10" fmla="*/ 179630 w 368657"/>
              <a:gd name="connsiteY10" fmla="*/ 0 h 35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657" h="359260">
                <a:moveTo>
                  <a:pt x="0" y="179629"/>
                </a:moveTo>
                <a:lnTo>
                  <a:pt x="0" y="179630"/>
                </a:lnTo>
                <a:lnTo>
                  <a:pt x="0" y="179630"/>
                </a:lnTo>
                <a:close/>
                <a:moveTo>
                  <a:pt x="179630" y="0"/>
                </a:moveTo>
                <a:lnTo>
                  <a:pt x="368657" y="0"/>
                </a:lnTo>
                <a:lnTo>
                  <a:pt x="368657" y="359260"/>
                </a:lnTo>
                <a:lnTo>
                  <a:pt x="179630" y="359259"/>
                </a:lnTo>
                <a:cubicBezTo>
                  <a:pt x="105225" y="359259"/>
                  <a:pt x="41386" y="314021"/>
                  <a:pt x="14116" y="249549"/>
                </a:cubicBezTo>
                <a:lnTo>
                  <a:pt x="0" y="179630"/>
                </a:lnTo>
                <a:lnTo>
                  <a:pt x="14116" y="109710"/>
                </a:lnTo>
                <a:cubicBezTo>
                  <a:pt x="41386" y="45238"/>
                  <a:pt x="105225" y="0"/>
                  <a:pt x="179630" y="0"/>
                </a:cubicBezTo>
                <a:close/>
              </a:path>
            </a:pathLst>
          </a:custGeom>
          <a:solidFill>
            <a:srgbClr val="E20177"/>
          </a:solidFill>
          <a:ln w="12700" cap="flat" cmpd="sng" algn="ctr">
            <a:noFill/>
            <a:prstDash val="solid"/>
            <a:miter lim="800000"/>
          </a:ln>
          <a:effectLst/>
        </p:spPr>
        <p:txBody>
          <a:bodyPr wrap="square" rtlCol="0" anchor="ctr">
            <a:noAutofit/>
          </a:bodyPr>
          <a:lstStyle/>
          <a:p>
            <a:pPr algn="ctr" defTabSz="1219110">
              <a:defRPr/>
            </a:pPr>
            <a:endParaRPr lang="en-US" sz="2400" kern="0">
              <a:solidFill>
                <a:srgbClr val="FFFFFF"/>
              </a:solidFill>
              <a:latin typeface="Arial" panose="020B0604020202020204"/>
            </a:endParaRPr>
          </a:p>
        </p:txBody>
      </p:sp>
      <p:sp>
        <p:nvSpPr>
          <p:cNvPr id="17" name="Oval 16">
            <a:extLst>
              <a:ext uri="{FF2B5EF4-FFF2-40B4-BE49-F238E27FC236}">
                <a16:creationId xmlns:a16="http://schemas.microsoft.com/office/drawing/2014/main" id="{4A0EEAD3-5327-AA4E-8829-661E2638DF2F}"/>
              </a:ext>
            </a:extLst>
          </p:cNvPr>
          <p:cNvSpPr/>
          <p:nvPr userDrawn="1"/>
        </p:nvSpPr>
        <p:spPr>
          <a:xfrm>
            <a:off x="11032949" y="442925"/>
            <a:ext cx="486103" cy="486103"/>
          </a:xfrm>
          <a:prstGeom prst="ellipse">
            <a:avLst/>
          </a:prstGeom>
          <a:solidFill>
            <a:srgbClr val="53B847"/>
          </a:solidFill>
          <a:ln w="12700" cap="flat" cmpd="sng" algn="ctr">
            <a:noFill/>
            <a:prstDash val="solid"/>
            <a:miter lim="800000"/>
          </a:ln>
          <a:effectLst/>
        </p:spPr>
        <p:txBody>
          <a:bodyPr rtlCol="0" anchor="ctr"/>
          <a:lstStyle/>
          <a:p>
            <a:pPr algn="ctr" defTabSz="1219110">
              <a:defRPr/>
            </a:pPr>
            <a:endParaRPr lang="en-US" sz="2400" kern="0">
              <a:solidFill>
                <a:srgbClr val="FFFFFF"/>
              </a:solidFill>
              <a:latin typeface="Arial" panose="020B0604020202020204"/>
            </a:endParaRPr>
          </a:p>
        </p:txBody>
      </p:sp>
      <p:sp>
        <p:nvSpPr>
          <p:cNvPr id="18" name="Freeform 17">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rgbClr val="1B4297"/>
          </a:solidFill>
          <a:ln w="12700" cap="flat" cmpd="sng" algn="ctr">
            <a:noFill/>
            <a:prstDash val="solid"/>
            <a:miter lim="800000"/>
          </a:ln>
          <a:effectLst/>
        </p:spPr>
        <p:txBody>
          <a:bodyPr wrap="square" rtlCol="0" anchor="ctr">
            <a:noAutofit/>
          </a:bodyPr>
          <a:lstStyle/>
          <a:p>
            <a:pPr marL="0" marR="0" lvl="0" indent="0" algn="ctr" defTabSz="121911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FFFFFF"/>
              </a:solidFill>
              <a:effectLst/>
              <a:uLnTx/>
              <a:uFillTx/>
              <a:latin typeface="Arial" panose="020B0604020202020204"/>
            </a:endParaRPr>
          </a:p>
        </p:txBody>
      </p:sp>
      <p:sp>
        <p:nvSpPr>
          <p:cNvPr id="29" name="Title Placeholder 1"/>
          <p:cNvSpPr>
            <a:spLocks noGrp="1"/>
          </p:cNvSpPr>
          <p:nvPr>
            <p:ph type="title" hasCustomPrompt="1"/>
          </p:nvPr>
        </p:nvSpPr>
        <p:spPr>
          <a:xfrm>
            <a:off x="457201" y="192362"/>
            <a:ext cx="10396483" cy="699433"/>
          </a:xfrm>
          <a:prstGeom prst="rect">
            <a:avLst/>
          </a:prstGeom>
        </p:spPr>
        <p:txBody>
          <a:bodyPr vert="horz" wrap="square" lIns="0" tIns="0" rIns="0" bIns="0" rtlCol="0" anchor="b">
            <a:noAutofit/>
          </a:bodyPr>
          <a:lstStyle>
            <a:lvl1pPr>
              <a:defRPr sz="2933"/>
            </a:lvl1pPr>
          </a:lstStyle>
          <a:p>
            <a:r>
              <a:rPr lang="en-US"/>
              <a:t>Click to add title</a:t>
            </a:r>
          </a:p>
        </p:txBody>
      </p:sp>
      <p:grpSp>
        <p:nvGrpSpPr>
          <p:cNvPr id="30" name="Group 29"/>
          <p:cNvGrpSpPr/>
          <p:nvPr userDrawn="1"/>
        </p:nvGrpSpPr>
        <p:grpSpPr>
          <a:xfrm>
            <a:off x="1" y="6293131"/>
            <a:ext cx="12192000" cy="564868"/>
            <a:chOff x="1" y="4719848"/>
            <a:chExt cx="9144000" cy="423651"/>
          </a:xfrm>
        </p:grpSpPr>
        <p:sp>
          <p:nvSpPr>
            <p:cNvPr id="31" name="Rectangle 30">
              <a:extLst>
                <a:ext uri="{FF2B5EF4-FFF2-40B4-BE49-F238E27FC236}">
                  <a16:creationId xmlns:a16="http://schemas.microsoft.com/office/drawing/2014/main" id="{7869CE8E-457C-2B44-A3C4-2AA4AC6914BD}"/>
                </a:ext>
              </a:extLst>
            </p:cNvPr>
            <p:cNvSpPr/>
            <p:nvPr userDrawn="1"/>
          </p:nvSpPr>
          <p:spPr>
            <a:xfrm>
              <a:off x="1" y="4719848"/>
              <a:ext cx="9144000" cy="423651"/>
            </a:xfrm>
            <a:prstGeom prst="rect">
              <a:avLst/>
            </a:prstGeom>
            <a:solidFill>
              <a:srgbClr val="171717"/>
            </a:solidFill>
            <a:ln w="12700" cap="flat" cmpd="sng" algn="ctr">
              <a:noFill/>
              <a:prstDash val="solid"/>
              <a:miter lim="800000"/>
            </a:ln>
            <a:effectLst/>
          </p:spPr>
          <p:txBody>
            <a:bodyPr rtlCol="0" anchor="ctr"/>
            <a:lstStyle/>
            <a:p>
              <a:pPr algn="ctr" defTabSz="1219110">
                <a:defRPr/>
              </a:pPr>
              <a:endParaRPr lang="en-US" sz="2400" kern="0">
                <a:solidFill>
                  <a:srgbClr val="FFFFFF"/>
                </a:solidFill>
                <a:latin typeface="Arial" panose="020B0604020202020204"/>
              </a:endParaRPr>
            </a:p>
          </p:txBody>
        </p:sp>
        <p:pic>
          <p:nvPicPr>
            <p:cNvPr id="32" name="Graphic 18">
              <a:extLst>
                <a:ext uri="{FF2B5EF4-FFF2-40B4-BE49-F238E27FC236}">
                  <a16:creationId xmlns:a16="http://schemas.microsoft.com/office/drawing/2014/main" id="{E93BCCAD-04B1-844B-A3BA-B5565ADCB219}"/>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4687" t="37615" r="4486" b="37322"/>
            <a:stretch/>
          </p:blipFill>
          <p:spPr>
            <a:xfrm>
              <a:off x="7546975" y="4838700"/>
              <a:ext cx="1220282" cy="202034"/>
            </a:xfrm>
            <a:prstGeom prst="rect">
              <a:avLst/>
            </a:prstGeom>
          </p:spPr>
        </p:pic>
      </p:grpSp>
      <p:sp>
        <p:nvSpPr>
          <p:cNvPr id="38" name="Date Placeholder 2"/>
          <p:cNvSpPr>
            <a:spLocks noGrp="1"/>
          </p:cNvSpPr>
          <p:nvPr>
            <p:ph type="dt" sz="half" idx="10"/>
          </p:nvPr>
        </p:nvSpPr>
        <p:spPr>
          <a:xfrm>
            <a:off x="8336281" y="6514011"/>
            <a:ext cx="1482051" cy="123111"/>
          </a:xfrm>
          <a:prstGeom prst="rect">
            <a:avLst/>
          </a:prstGeom>
        </p:spPr>
        <p:txBody>
          <a:bodyPr/>
          <a:lstStyle>
            <a:lvl1pPr>
              <a:defRPr sz="800">
                <a:solidFill>
                  <a:schemeClr val="bg1"/>
                </a:solidFill>
                <a:latin typeface="Calibri Light" panose="020F0302020204030204" pitchFamily="34" charset="0"/>
                <a:ea typeface="+mn-ea"/>
                <a:cs typeface="+mn-cs"/>
                <a:sym typeface="+mn-lt"/>
              </a:defRPr>
            </a:lvl1pPr>
          </a:lstStyle>
          <a:p>
            <a:endParaRPr lang="en-US"/>
          </a:p>
        </p:txBody>
      </p:sp>
      <p:sp>
        <p:nvSpPr>
          <p:cNvPr id="39" name="TextBox 38"/>
          <p:cNvSpPr txBox="1"/>
          <p:nvPr userDrawn="1"/>
        </p:nvSpPr>
        <p:spPr>
          <a:xfrm>
            <a:off x="5888569" y="6514012"/>
            <a:ext cx="414867" cy="123111"/>
          </a:xfrm>
          <a:prstGeom prst="rect">
            <a:avLst/>
          </a:prstGeom>
          <a:noFill/>
        </p:spPr>
        <p:txBody>
          <a:bodyPr wrap="square" lIns="0" tIns="0" rIns="0" bIns="0" rtlCol="0" anchor="b">
            <a:spAutoFit/>
          </a:bodyPr>
          <a:lstStyle/>
          <a:p>
            <a:pPr marL="0" marR="0" indent="0" algn="ctr" defTabSz="609555" rtl="0" eaLnBrk="1" fontAlgn="auto" latinLnBrk="0" hangingPunct="1">
              <a:lnSpc>
                <a:spcPct val="100000"/>
              </a:lnSpc>
              <a:spcBef>
                <a:spcPts val="0"/>
              </a:spcBef>
              <a:spcAft>
                <a:spcPts val="0"/>
              </a:spcAft>
              <a:buClrTx/>
              <a:buSzTx/>
              <a:buFontTx/>
              <a:buNone/>
              <a:tabLst/>
              <a:defRPr/>
            </a:pPr>
            <a:fld id="{DFCF27A5-1A5B-48D3-A060-2758FFBB1ADD}" type="slidenum">
              <a:rPr lang="en-US" sz="800" kern="1200" smtClean="0">
                <a:solidFill>
                  <a:schemeClr val="bg1"/>
                </a:solidFill>
                <a:latin typeface="Calibri Light" panose="020F0302020204030204" pitchFamily="34" charset="0"/>
                <a:ea typeface="+mn-ea"/>
                <a:cs typeface="+mn-cs"/>
                <a:sym typeface="Trebuchet MS" panose="020B0603020202020204" pitchFamily="34" charset="0"/>
              </a:rPr>
              <a:pPr marL="0" marR="0" indent="0" algn="ctr" defTabSz="609555"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Calibri Light" panose="020F0302020204030204" pitchFamily="34" charset="0"/>
              <a:ea typeface="+mn-ea"/>
              <a:cs typeface="+mn-cs"/>
              <a:sym typeface="Trebuchet MS" panose="020B0603020202020204" pitchFamily="34" charset="0"/>
            </a:endParaRPr>
          </a:p>
        </p:txBody>
      </p:sp>
      <p:sp>
        <p:nvSpPr>
          <p:cNvPr id="40" name="Content Placeholder 2"/>
          <p:cNvSpPr>
            <a:spLocks noGrp="1"/>
          </p:cNvSpPr>
          <p:nvPr>
            <p:ph idx="1"/>
          </p:nvPr>
        </p:nvSpPr>
        <p:spPr>
          <a:xfrm>
            <a:off x="457201" y="1576553"/>
            <a:ext cx="11277603" cy="4351283"/>
          </a:xfrm>
        </p:spPr>
        <p:txBody>
          <a:bodyPr lIns="0" tIns="0" rIns="0" bIns="0"/>
          <a:lstStyle>
            <a:lvl1pPr marL="231632" indent="-231632">
              <a:lnSpc>
                <a:spcPct val="100000"/>
              </a:lnSpc>
              <a:spcBef>
                <a:spcPts val="1000"/>
              </a:spcBef>
              <a:spcAft>
                <a:spcPts val="0"/>
              </a:spcAft>
              <a:buClr>
                <a:schemeClr val="accent6"/>
              </a:buClr>
              <a:buFont typeface="Arial" panose="020B0604020202020204" pitchFamily="34" charset="0"/>
              <a:buChar char="•"/>
              <a:defRPr sz="2133" b="0">
                <a:solidFill>
                  <a:schemeClr val="tx1"/>
                </a:solidFill>
              </a:defRPr>
            </a:lvl1pPr>
            <a:lvl2pPr marL="768039" indent="-219440">
              <a:lnSpc>
                <a:spcPct val="100000"/>
              </a:lnSpc>
              <a:spcBef>
                <a:spcPts val="500"/>
              </a:spcBef>
              <a:spcAft>
                <a:spcPts val="0"/>
              </a:spcAft>
              <a:buClr>
                <a:schemeClr val="tx1"/>
              </a:buClr>
              <a:buFont typeface="Montserrat Light" panose="00000400000000000000" pitchFamily="2" charset="0"/>
              <a:buChar char="–"/>
              <a:defRPr sz="2133" b="0">
                <a:solidFill>
                  <a:schemeClr val="tx1"/>
                </a:solidFill>
              </a:defRPr>
            </a:lvl2pPr>
            <a:lvl3pPr marL="999670" indent="-231632">
              <a:lnSpc>
                <a:spcPct val="100000"/>
              </a:lnSpc>
              <a:spcBef>
                <a:spcPts val="500"/>
              </a:spcBef>
              <a:spcAft>
                <a:spcPts val="0"/>
              </a:spcAft>
              <a:buClr>
                <a:schemeClr val="tx1"/>
              </a:buClr>
              <a:buFont typeface="Wingdings" panose="05000000000000000000" pitchFamily="2" charset="2"/>
              <a:buChar char="§"/>
              <a:defRPr sz="1867" b="0">
                <a:solidFill>
                  <a:schemeClr val="tx1"/>
                </a:solidFill>
              </a:defRPr>
            </a:lvl3pPr>
            <a:lvl4pPr marL="1145962" indent="-256014">
              <a:lnSpc>
                <a:spcPct val="100000"/>
              </a:lnSpc>
              <a:spcBef>
                <a:spcPts val="500"/>
              </a:spcBef>
              <a:spcAft>
                <a:spcPts val="0"/>
              </a:spcAft>
              <a:buClr>
                <a:schemeClr val="tx1"/>
              </a:buClr>
              <a:buFont typeface="Courier New" panose="02070309020205020404" pitchFamily="49" charset="0"/>
              <a:buChar char="o"/>
              <a:defRPr sz="1867" b="0">
                <a:solidFill>
                  <a:schemeClr val="tx1"/>
                </a:solidFill>
              </a:defRPr>
            </a:lvl4pPr>
            <a:lvl5pPr marL="1377594" indent="-219440">
              <a:lnSpc>
                <a:spcPct val="100000"/>
              </a:lnSpc>
              <a:spcBef>
                <a:spcPts val="500"/>
              </a:spcBef>
              <a:spcAft>
                <a:spcPts val="0"/>
              </a:spcAft>
              <a:buClr>
                <a:schemeClr val="tx1"/>
              </a:buClr>
              <a:buFont typeface="Arial" panose="020B0604020202020204" pitchFamily="34" charset="0"/>
              <a:buChar char="•"/>
              <a:defRPr sz="1867" b="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772604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325405623"/>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9"/>
                      <a:stretch>
                        <a:fillRect/>
                      </a:stretch>
                    </p:blipFill>
                    <p:spPr>
                      <a:xfrm>
                        <a:off x="1590" y="1590"/>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2" y="2"/>
            <a:ext cx="158751" cy="158751"/>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err="1">
              <a:solidFill>
                <a:schemeClr val="bg1"/>
              </a:solidFill>
              <a:latin typeface="Arial" panose="020B0604020202020204" pitchFamily="34" charset="0"/>
              <a:ea typeface="+mj-ea"/>
              <a:cs typeface="+mj-cs"/>
              <a:sym typeface="Arial" panose="020B0604020202020204" pitchFamily="34"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232728"/>
            <a:ext cx="10287000" cy="731520"/>
          </a:xfrm>
        </p:spPr>
        <p:txBody>
          <a:bodyPr vert="horz" wrap="square" lIns="0" tIns="0" rIns="0" bIns="0" rtlCol="0" anchor="ctr" anchorCtr="0">
            <a:noAutofit/>
          </a:bodyPr>
          <a:lstStyle>
            <a:lvl1pPr>
              <a:defRPr lang="en-US" dirty="0"/>
            </a:lvl1pPr>
          </a:lstStyle>
          <a:p>
            <a:pPr lvl="0"/>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1003052"/>
            <a:ext cx="10287000" cy="246221"/>
          </a:xfrm>
          <a:prstGeom prst="rect">
            <a:avLst/>
          </a:prstGeom>
        </p:spPr>
        <p:txBody>
          <a:bodyPr vert="horz" wrap="square" lIns="0" tIns="0" rIns="0" bIns="0" rtlCol="0">
            <a:spAutoFit/>
          </a:bodyPr>
          <a:lstStyle>
            <a:lvl1pPr>
              <a:defRPr lang="en-US" sz="1600" b="0" baseline="0" dirty="0"/>
            </a:lvl1pPr>
          </a:lstStyle>
          <a:p>
            <a:pPr lvl="0">
              <a:buNone/>
            </a:pPr>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5933252" y="6498756"/>
            <a:ext cx="325501" cy="138499"/>
          </a:xfrm>
          <a:prstGeom prst="rect">
            <a:avLst/>
          </a:prstGeom>
          <a:noFill/>
          <a:ln w="9525" algn="ctr">
            <a:noFill/>
            <a:miter lim="800000"/>
            <a:headEnd/>
            <a:tailEnd/>
          </a:ln>
          <a:effectLst/>
        </p:spPr>
        <p:txBody>
          <a:bodyPr wrap="square" lIns="0" tIns="0" rIns="0" bIns="0" anchor="b">
            <a:spAutoFit/>
          </a:bodyPr>
          <a:lstStyle/>
          <a:p>
            <a:pPr algn="ctr" defTabSz="610714"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ctr" defTabSz="610714"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12" name="5. Source" hidden="1">
            <a:extLst>
              <a:ext uri="{FF2B5EF4-FFF2-40B4-BE49-F238E27FC236}">
                <a16:creationId xmlns:a16="http://schemas.microsoft.com/office/drawing/2014/main" id="{B775EC72-DF08-4044-A10D-D71F98FE4E5E}"/>
              </a:ext>
            </a:extLst>
          </p:cNvPr>
          <p:cNvSpPr txBox="1"/>
          <p:nvPr userDrawn="1">
            <p:custDataLst>
              <p:tags r:id="rId6"/>
            </p:custDataLst>
          </p:nvPr>
        </p:nvSpPr>
        <p:spPr>
          <a:xfrm>
            <a:off x="554738" y="6498757"/>
            <a:ext cx="4295076"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spcBef>
                <a:spcPts val="0"/>
              </a:spcBef>
              <a:spcAft>
                <a:spcPts val="0"/>
              </a:spcAft>
            </a:pPr>
            <a:r>
              <a:rPr lang="en-US" sz="800"/>
              <a:t>Source: …</a:t>
            </a:r>
          </a:p>
        </p:txBody>
      </p:sp>
    </p:spTree>
    <p:extLst>
      <p:ext uri="{BB962C8B-B14F-4D97-AF65-F5344CB8AC3E}">
        <p14:creationId xmlns:p14="http://schemas.microsoft.com/office/powerpoint/2010/main" val="3424637357"/>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4"/>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8419006E-9FD3-FE49-85B6-81898F97EE8F}"/>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020731370"/>
      </p:ext>
    </p:extLst>
  </p:cSld>
  <p:clrMapOvr>
    <a:masterClrMapping/>
  </p:clrMapOvr>
  <p:extLst>
    <p:ext uri="{DCECCB84-F9BA-43D5-87BE-67443E8EF086}">
      <p15:sldGuideLst xmlns:p15="http://schemas.microsoft.com/office/powerpoint/2012/main"/>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095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Freeform 8">
            <a:extLst>
              <a:ext uri="{FF2B5EF4-FFF2-40B4-BE49-F238E27FC236}">
                <a16:creationId xmlns:a16="http://schemas.microsoft.com/office/drawing/2014/main" id="{8419006E-9FD3-FE49-85B6-81898F97EE8F}"/>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095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1" name="Graphic 10">
            <a:extLst>
              <a:ext uri="{FF2B5EF4-FFF2-40B4-BE49-F238E27FC236}">
                <a16:creationId xmlns:a16="http://schemas.microsoft.com/office/drawing/2014/main" id="{9E644D6E-5531-5644-B768-B944FC3C5F5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
        <p:nvSpPr>
          <p:cNvPr id="4" name="Date Placeholder 3">
            <a:extLst>
              <a:ext uri="{FF2B5EF4-FFF2-40B4-BE49-F238E27FC236}">
                <a16:creationId xmlns:a16="http://schemas.microsoft.com/office/drawing/2014/main" id="{46D0E068-107B-47D9-A7EB-87F75C8B477A}"/>
              </a:ext>
            </a:extLst>
          </p:cNvPr>
          <p:cNvSpPr>
            <a:spLocks noGrp="1"/>
          </p:cNvSpPr>
          <p:nvPr>
            <p:ph type="dt" sz="half" idx="10"/>
          </p:nvPr>
        </p:nvSpPr>
        <p:spPr/>
        <p:txBody>
          <a:bodyPr/>
          <a:lstStyle/>
          <a:p>
            <a:pPr defTabSz="609570">
              <a:defRPr/>
            </a:pPr>
            <a:endParaRPr lang="en-US">
              <a:solidFill>
                <a:srgbClr val="171717">
                  <a:tint val="75000"/>
                </a:srgbClr>
              </a:solidFill>
            </a:endParaRPr>
          </a:p>
        </p:txBody>
      </p:sp>
      <p:sp>
        <p:nvSpPr>
          <p:cNvPr id="6" name="Slide Number Placeholder 5">
            <a:extLst>
              <a:ext uri="{FF2B5EF4-FFF2-40B4-BE49-F238E27FC236}">
                <a16:creationId xmlns:a16="http://schemas.microsoft.com/office/drawing/2014/main" id="{919AEA39-5E22-46D3-91BD-460976401ABC}"/>
              </a:ext>
            </a:extLst>
          </p:cNvPr>
          <p:cNvSpPr>
            <a:spLocks noGrp="1"/>
          </p:cNvSpPr>
          <p:nvPr>
            <p:ph type="sldNum" sz="quarter" idx="12"/>
          </p:nvPr>
        </p:nvSpPr>
        <p:spPr/>
        <p:txBody>
          <a:bodyPr/>
          <a:lstStyle/>
          <a:p>
            <a:pPr defTabSz="609570">
              <a:defRPr/>
            </a:pPr>
            <a:fld id="{7D18A8FE-DFC8-4843-AEF2-DE4DB0CF7D65}" type="slidenum">
              <a:rPr lang="en-US" smtClean="0">
                <a:solidFill>
                  <a:srgbClr val="171717">
                    <a:tint val="75000"/>
                  </a:srgbClr>
                </a:solidFill>
              </a:rPr>
              <a:pPr defTabSz="609570">
                <a:defRPr/>
              </a:pPr>
              <a:t>‹#›</a:t>
            </a:fld>
            <a:endParaRPr lang="en-US">
              <a:solidFill>
                <a:srgbClr val="171717">
                  <a:tint val="75000"/>
                </a:srgbClr>
              </a:solidFill>
            </a:endParaRPr>
          </a:p>
        </p:txBody>
      </p:sp>
      <p:sp>
        <p:nvSpPr>
          <p:cNvPr id="12" name="Slide Number Placeholder 5">
            <a:extLst>
              <a:ext uri="{FF2B5EF4-FFF2-40B4-BE49-F238E27FC236}">
                <a16:creationId xmlns:a16="http://schemas.microsoft.com/office/drawing/2014/main" id="{C2CC0855-9B07-490F-A215-5370D2F4E255}"/>
              </a:ext>
            </a:extLst>
          </p:cNvPr>
          <p:cNvSpPr txBox="1">
            <a:spLocks/>
          </p:cNvSpPr>
          <p:nvPr userDrawn="1"/>
        </p:nvSpPr>
        <p:spPr>
          <a:xfrm>
            <a:off x="5869051" y="6677398"/>
            <a:ext cx="419556" cy="192361"/>
          </a:xfrm>
          <a:prstGeom prst="rect">
            <a:avLst/>
          </a:prstGeom>
        </p:spPr>
        <p:txBody>
          <a:bodyPr vert="horz" lIns="121920" tIns="60960" rIns="121920" bIns="60960" rtlCol="0" anchor="ctr"/>
          <a:lstStyle>
            <a:defPPr>
              <a:defRPr lang="en-US"/>
            </a:defPPr>
            <a:lvl1pPr marL="0" algn="ctr" defTabSz="457200" rtl="0" eaLnBrk="1" latinLnBrk="0" hangingPunct="1">
              <a:defRPr sz="6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609570" rtl="0" eaLnBrk="1" fontAlgn="auto" latinLnBrk="0" hangingPunct="1">
              <a:lnSpc>
                <a:spcPct val="100000"/>
              </a:lnSpc>
              <a:spcBef>
                <a:spcPts val="0"/>
              </a:spcBef>
              <a:spcAft>
                <a:spcPts val="0"/>
              </a:spcAft>
              <a:buClrTx/>
              <a:buSzTx/>
              <a:buFont typeface="+mj-lt"/>
              <a:buNone/>
              <a:tabLst/>
              <a:defRPr/>
            </a:pPr>
            <a:fld id="{7D18A8FE-DFC8-4843-AEF2-DE4DB0CF7D65}" type="slidenum">
              <a:rPr kumimoji="0" lang="en-US" sz="800" b="0" i="0" u="none" strike="noStrike" kern="1200" cap="none" spc="0" normalizeH="0" baseline="0" noProof="0" smtClean="0">
                <a:ln>
                  <a:noFill/>
                </a:ln>
                <a:solidFill>
                  <a:srgbClr val="171717"/>
                </a:solidFill>
                <a:effectLst/>
                <a:uLnTx/>
                <a:uFillTx/>
                <a:latin typeface="Arial" panose="020B0604020202020204"/>
                <a:ea typeface="+mn-ea"/>
                <a:cs typeface="+mn-cs"/>
              </a:rPr>
              <a:pPr marL="0" marR="0" lvl="0" indent="0" algn="ctr" defTabSz="609570" rtl="0" eaLnBrk="1" fontAlgn="auto" latinLnBrk="0" hangingPunct="1">
                <a:lnSpc>
                  <a:spcPct val="100000"/>
                </a:lnSpc>
                <a:spcBef>
                  <a:spcPts val="0"/>
                </a:spcBef>
                <a:spcAft>
                  <a:spcPts val="0"/>
                </a:spcAft>
                <a:buClrTx/>
                <a:buSzTx/>
                <a:buFont typeface="+mj-lt"/>
                <a:buNone/>
                <a:tabLst/>
                <a:defRPr/>
              </a:pPr>
              <a:t>‹#›</a:t>
            </a:fld>
            <a:endParaRPr kumimoji="0" lang="en-US" sz="800" b="0" i="0" u="none" strike="noStrike" kern="1200" cap="none" spc="0" normalizeH="0" baseline="0" noProof="0">
              <a:ln>
                <a:noFill/>
              </a:ln>
              <a:solidFill>
                <a:srgbClr val="171717"/>
              </a:solidFill>
              <a:effectLst/>
              <a:uLnTx/>
              <a:uFillTx/>
              <a:latin typeface="Arial" panose="020B0604020202020204"/>
              <a:ea typeface="+mn-ea"/>
              <a:cs typeface="+mn-cs"/>
            </a:endParaRPr>
          </a:p>
        </p:txBody>
      </p:sp>
    </p:spTree>
    <p:extLst>
      <p:ext uri="{BB962C8B-B14F-4D97-AF65-F5344CB8AC3E}">
        <p14:creationId xmlns:p14="http://schemas.microsoft.com/office/powerpoint/2010/main" val="35404157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E2EAE-13C5-4DA1-A405-2971755C5C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1D96B9A-B117-4765-9F18-34E9A4DDFEE8}"/>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16573B31-A726-437E-B7A5-1C0031D86C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922F4E7-1961-47FB-9B3E-B3A9528B9782}"/>
              </a:ext>
            </a:extLst>
          </p:cNvPr>
          <p:cNvSpPr>
            <a:spLocks noGrp="1"/>
          </p:cNvSpPr>
          <p:nvPr>
            <p:ph type="sldNum" sz="quarter" idx="12"/>
          </p:nvPr>
        </p:nvSpPr>
        <p:spPr/>
        <p:txBody>
          <a:bodyPr/>
          <a:lstStyle/>
          <a:p>
            <a:fld id="{BB6ED9C7-1994-4284-ADA6-9FD3A0A890A5}" type="slidenum">
              <a:rPr lang="en-US" smtClean="0"/>
              <a:t>‹#›</a:t>
            </a:fld>
            <a:endParaRPr lang="en-US"/>
          </a:p>
        </p:txBody>
      </p:sp>
    </p:spTree>
    <p:extLst>
      <p:ext uri="{BB962C8B-B14F-4D97-AF65-F5344CB8AC3E}">
        <p14:creationId xmlns:p14="http://schemas.microsoft.com/office/powerpoint/2010/main" val="54302816"/>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2" y="4818844"/>
            <a:ext cx="9160412" cy="641701"/>
          </a:xfrm>
        </p:spPr>
        <p:txBody>
          <a:bodyPr lIns="0" tIns="0" rIns="0" bIns="0"/>
          <a:lstStyle>
            <a:lvl1pPr marL="0" indent="0" algn="l">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2" y="4709626"/>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1894703"/>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4"/>
            <a:ext cx="9144000" cy="1354081"/>
          </a:xfrm>
        </p:spPr>
        <p:txBody>
          <a:bodyPr lIns="0" tIns="0" rIns="0" bIns="0" anchor="b"/>
          <a:lstStyle>
            <a:lvl1pPr algn="l">
              <a:defRPr sz="4267"/>
            </a:lvl1pPr>
          </a:lstStyle>
          <a:p>
            <a:r>
              <a:rPr lang="en-US"/>
              <a:t>Click to edit Master title style</a:t>
            </a:r>
          </a:p>
        </p:txBody>
      </p:sp>
      <p:pic>
        <p:nvPicPr>
          <p:cNvPr id="11" name="Graphic 10">
            <a:extLst>
              <a:ext uri="{FF2B5EF4-FFF2-40B4-BE49-F238E27FC236}">
                <a16:creationId xmlns:a16="http://schemas.microsoft.com/office/drawing/2014/main" id="{55E7BBFC-47FE-794A-B540-81BDFCC225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73831" y="5953413"/>
            <a:ext cx="2845700" cy="703432"/>
          </a:xfrm>
          <a:prstGeom prst="rect">
            <a:avLst/>
          </a:prstGeom>
        </p:spPr>
      </p:pic>
      <p:sp>
        <p:nvSpPr>
          <p:cNvPr id="10" name="Freeform 31">
            <a:extLst>
              <a:ext uri="{FF2B5EF4-FFF2-40B4-BE49-F238E27FC236}">
                <a16:creationId xmlns:a16="http://schemas.microsoft.com/office/drawing/2014/main" id="{F1A14EAF-63BC-40EC-988D-285239833860}"/>
              </a:ext>
            </a:extLst>
          </p:cNvPr>
          <p:cNvSpPr>
            <a:spLocks/>
          </p:cNvSpPr>
          <p:nvPr userDrawn="1"/>
        </p:nvSpPr>
        <p:spPr>
          <a:xfrm>
            <a:off x="4686532" y="3"/>
            <a:ext cx="7505469" cy="3752604"/>
          </a:xfrm>
          <a:custGeom>
            <a:avLst/>
            <a:gdLst>
              <a:gd name="connsiteX0" fmla="*/ 610619 w 5629102"/>
              <a:gd name="connsiteY0" fmla="*/ 0 h 2814453"/>
              <a:gd name="connsiteX1" fmla="*/ 5629102 w 5629102"/>
              <a:gd name="connsiteY1" fmla="*/ 0 h 2814453"/>
              <a:gd name="connsiteX2" fmla="*/ 5629102 w 5629102"/>
              <a:gd name="connsiteY2" fmla="*/ 2814453 h 2814453"/>
              <a:gd name="connsiteX3" fmla="*/ 1572393 w 5629102"/>
              <a:gd name="connsiteY3" fmla="*/ 2814453 h 2814453"/>
              <a:gd name="connsiteX4" fmla="*/ 0 w 5629102"/>
              <a:gd name="connsiteY4" fmla="*/ 1242060 h 2814453"/>
              <a:gd name="connsiteX5" fmla="*/ 572205 w 5629102"/>
              <a:gd name="connsiteY5" fmla="*/ 28725 h 281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9102" h="2814453">
                <a:moveTo>
                  <a:pt x="610619" y="0"/>
                </a:moveTo>
                <a:lnTo>
                  <a:pt x="5629102" y="0"/>
                </a:lnTo>
                <a:lnTo>
                  <a:pt x="5629102" y="2814453"/>
                </a:lnTo>
                <a:lnTo>
                  <a:pt x="1572393" y="2814453"/>
                </a:lnTo>
                <a:cubicBezTo>
                  <a:pt x="703984" y="2814453"/>
                  <a:pt x="0" y="2110469"/>
                  <a:pt x="0" y="1242060"/>
                </a:cubicBezTo>
                <a:cubicBezTo>
                  <a:pt x="0" y="753580"/>
                  <a:pt x="222745" y="317125"/>
                  <a:pt x="572205" y="28725"/>
                </a:cubicBezTo>
                <a:close/>
              </a:path>
            </a:pathLst>
          </a:custGeom>
          <a:blipFill>
            <a:blip r:embed="rId4"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Date Placeholder 8">
            <a:extLst>
              <a:ext uri="{FF2B5EF4-FFF2-40B4-BE49-F238E27FC236}">
                <a16:creationId xmlns:a16="http://schemas.microsoft.com/office/drawing/2014/main" id="{177EA1DE-E84A-4B2D-BC72-1B70F05294FE}"/>
              </a:ext>
            </a:extLst>
          </p:cNvPr>
          <p:cNvSpPr>
            <a:spLocks noGrp="1"/>
          </p:cNvSpPr>
          <p:nvPr>
            <p:ph type="dt" sz="half" idx="10"/>
          </p:nvPr>
        </p:nvSpPr>
        <p:spPr/>
        <p:txBody>
          <a:bodyPr/>
          <a:lstStyle/>
          <a:p>
            <a:endParaRPr lang="en-US"/>
          </a:p>
        </p:txBody>
      </p:sp>
      <p:sp>
        <p:nvSpPr>
          <p:cNvPr id="12" name="Footer Placeholder 11">
            <a:extLst>
              <a:ext uri="{FF2B5EF4-FFF2-40B4-BE49-F238E27FC236}">
                <a16:creationId xmlns:a16="http://schemas.microsoft.com/office/drawing/2014/main" id="{A741F0EE-B888-458F-B1B7-57EF2DCF26B6}"/>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80909059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1_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Freeform 13">
            <a:extLst>
              <a:ext uri="{FF2B5EF4-FFF2-40B4-BE49-F238E27FC236}">
                <a16:creationId xmlns:a16="http://schemas.microsoft.com/office/drawing/2014/main" id="{095D3818-F949-6A40-B96A-1EF1AE2FFA3E}"/>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0" name="Graphic 9">
            <a:extLst>
              <a:ext uri="{FF2B5EF4-FFF2-40B4-BE49-F238E27FC236}">
                <a16:creationId xmlns:a16="http://schemas.microsoft.com/office/drawing/2014/main" id="{ED3C9057-7152-2A47-9BFB-01E64DF1F0D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
        <p:nvSpPr>
          <p:cNvPr id="4" name="Date Placeholder 3">
            <a:extLst>
              <a:ext uri="{FF2B5EF4-FFF2-40B4-BE49-F238E27FC236}">
                <a16:creationId xmlns:a16="http://schemas.microsoft.com/office/drawing/2014/main" id="{274B4E5A-8641-4161-AD10-B856A2255B4A}"/>
              </a:ext>
            </a:extLst>
          </p:cNvPr>
          <p:cNvSpPr>
            <a:spLocks noGrp="1"/>
          </p:cNvSpPr>
          <p:nvPr>
            <p:ph type="dt" sz="half" idx="14"/>
          </p:nvPr>
        </p:nvSpPr>
        <p:spPr/>
        <p:txBody>
          <a:bodyPr/>
          <a:lstStyle/>
          <a:p>
            <a:endParaRPr lang="en-US"/>
          </a:p>
        </p:txBody>
      </p:sp>
      <p:sp>
        <p:nvSpPr>
          <p:cNvPr id="5" name="Footer Placeholder 4">
            <a:extLst>
              <a:ext uri="{FF2B5EF4-FFF2-40B4-BE49-F238E27FC236}">
                <a16:creationId xmlns:a16="http://schemas.microsoft.com/office/drawing/2014/main" id="{B85FC9E9-2041-4EE9-9DEA-7AE33A6E7462}"/>
              </a:ext>
            </a:extLst>
          </p:cNvPr>
          <p:cNvSpPr>
            <a:spLocks noGrp="1"/>
          </p:cNvSpPr>
          <p:nvPr>
            <p:ph type="ftr" sz="quarter" idx="15"/>
          </p:nvPr>
        </p:nvSpPr>
        <p:spPr/>
        <p:txBody>
          <a:bodyPr/>
          <a:lstStyle/>
          <a:p>
            <a:endParaRPr lang="en-US"/>
          </a:p>
        </p:txBody>
      </p:sp>
    </p:spTree>
    <p:extLst>
      <p:ext uri="{BB962C8B-B14F-4D97-AF65-F5344CB8AC3E}">
        <p14:creationId xmlns:p14="http://schemas.microsoft.com/office/powerpoint/2010/main" val="317192556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4" orient="horz" pos="3180">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Confidential—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0AE3A654-AF8F-9C41-8CAA-D5D2E5FA68F3}"/>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3" name="Graphic 12">
            <a:extLst>
              <a:ext uri="{FF2B5EF4-FFF2-40B4-BE49-F238E27FC236}">
                <a16:creationId xmlns:a16="http://schemas.microsoft.com/office/drawing/2014/main" id="{5164F9FD-59C6-FD4C-87A8-71C1511931C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
        <p:nvSpPr>
          <p:cNvPr id="4" name="Date Placeholder 3">
            <a:extLst>
              <a:ext uri="{FF2B5EF4-FFF2-40B4-BE49-F238E27FC236}">
                <a16:creationId xmlns:a16="http://schemas.microsoft.com/office/drawing/2014/main" id="{F7587F9E-0514-400F-A1DF-967B3512BFE7}"/>
              </a:ext>
            </a:extLst>
          </p:cNvPr>
          <p:cNvSpPr>
            <a:spLocks noGrp="1"/>
          </p:cNvSpPr>
          <p:nvPr>
            <p:ph type="dt" sz="half" idx="14"/>
          </p:nvPr>
        </p:nvSpPr>
        <p:spPr/>
        <p:txBody>
          <a:bodyPr/>
          <a:lstStyle/>
          <a:p>
            <a:endParaRPr lang="en-US"/>
          </a:p>
        </p:txBody>
      </p:sp>
      <p:sp>
        <p:nvSpPr>
          <p:cNvPr id="5" name="Footer Placeholder 4">
            <a:extLst>
              <a:ext uri="{FF2B5EF4-FFF2-40B4-BE49-F238E27FC236}">
                <a16:creationId xmlns:a16="http://schemas.microsoft.com/office/drawing/2014/main" id="{6EAAFFC3-7983-47C3-89A0-9BD37DB9C94C}"/>
              </a:ext>
            </a:extLst>
          </p:cNvPr>
          <p:cNvSpPr>
            <a:spLocks noGrp="1"/>
          </p:cNvSpPr>
          <p:nvPr>
            <p:ph type="ftr" sz="quarter" idx="15"/>
          </p:nvPr>
        </p:nvSpPr>
        <p:spPr/>
        <p:txBody>
          <a:bodyPr/>
          <a:lstStyle/>
          <a:p>
            <a:endParaRPr lang="en-US"/>
          </a:p>
        </p:txBody>
      </p:sp>
    </p:spTree>
    <p:extLst>
      <p:ext uri="{BB962C8B-B14F-4D97-AF65-F5344CB8AC3E}">
        <p14:creationId xmlns:p14="http://schemas.microsoft.com/office/powerpoint/2010/main" val="286216785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4" orient="horz" pos="3180">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Proprietary—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D1F5E3FD-9EE9-F543-BCED-F7397002C379}"/>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4" name="Graphic 13">
            <a:extLst>
              <a:ext uri="{FF2B5EF4-FFF2-40B4-BE49-F238E27FC236}">
                <a16:creationId xmlns:a16="http://schemas.microsoft.com/office/drawing/2014/main" id="{8EA21436-609E-1643-BA46-9347829FB32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
        <p:nvSpPr>
          <p:cNvPr id="4" name="Date Placeholder 3">
            <a:extLst>
              <a:ext uri="{FF2B5EF4-FFF2-40B4-BE49-F238E27FC236}">
                <a16:creationId xmlns:a16="http://schemas.microsoft.com/office/drawing/2014/main" id="{A1C2621B-A2CC-4381-A364-E65EE07136B3}"/>
              </a:ext>
            </a:extLst>
          </p:cNvPr>
          <p:cNvSpPr>
            <a:spLocks noGrp="1"/>
          </p:cNvSpPr>
          <p:nvPr>
            <p:ph type="dt" sz="half" idx="14"/>
          </p:nvPr>
        </p:nvSpPr>
        <p:spPr/>
        <p:txBody>
          <a:bodyPr/>
          <a:lstStyle/>
          <a:p>
            <a:endParaRPr lang="en-US"/>
          </a:p>
        </p:txBody>
      </p:sp>
      <p:sp>
        <p:nvSpPr>
          <p:cNvPr id="5" name="Footer Placeholder 4">
            <a:extLst>
              <a:ext uri="{FF2B5EF4-FFF2-40B4-BE49-F238E27FC236}">
                <a16:creationId xmlns:a16="http://schemas.microsoft.com/office/drawing/2014/main" id="{B07EDB87-1860-4BCE-AA7A-997BB790E94A}"/>
              </a:ext>
            </a:extLst>
          </p:cNvPr>
          <p:cNvSpPr>
            <a:spLocks noGrp="1"/>
          </p:cNvSpPr>
          <p:nvPr>
            <p:ph type="ftr" sz="quarter" idx="15"/>
          </p:nvPr>
        </p:nvSpPr>
        <p:spPr/>
        <p:txBody>
          <a:bodyPr/>
          <a:lstStyle/>
          <a:p>
            <a:endParaRPr lang="en-US"/>
          </a:p>
        </p:txBody>
      </p:sp>
    </p:spTree>
    <p:extLst>
      <p:ext uri="{BB962C8B-B14F-4D97-AF65-F5344CB8AC3E}">
        <p14:creationId xmlns:p14="http://schemas.microsoft.com/office/powerpoint/2010/main" val="392660306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Sensitiv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1723D2C3-A3F8-5E47-8E0F-AFC4F9E60371}"/>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3" name="Graphic 12">
            <a:extLst>
              <a:ext uri="{FF2B5EF4-FFF2-40B4-BE49-F238E27FC236}">
                <a16:creationId xmlns:a16="http://schemas.microsoft.com/office/drawing/2014/main" id="{9E1828D7-E356-694D-BCDA-12ED46BC95F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
        <p:nvSpPr>
          <p:cNvPr id="4" name="Date Placeholder 3">
            <a:extLst>
              <a:ext uri="{FF2B5EF4-FFF2-40B4-BE49-F238E27FC236}">
                <a16:creationId xmlns:a16="http://schemas.microsoft.com/office/drawing/2014/main" id="{06DB3FC5-7125-443E-8684-485123CFC8AF}"/>
              </a:ext>
            </a:extLst>
          </p:cNvPr>
          <p:cNvSpPr>
            <a:spLocks noGrp="1"/>
          </p:cNvSpPr>
          <p:nvPr>
            <p:ph type="dt" sz="half" idx="14"/>
          </p:nvPr>
        </p:nvSpPr>
        <p:spPr/>
        <p:txBody>
          <a:bodyPr/>
          <a:lstStyle/>
          <a:p>
            <a:endParaRPr lang="en-US"/>
          </a:p>
        </p:txBody>
      </p:sp>
      <p:sp>
        <p:nvSpPr>
          <p:cNvPr id="5" name="Footer Placeholder 4">
            <a:extLst>
              <a:ext uri="{FF2B5EF4-FFF2-40B4-BE49-F238E27FC236}">
                <a16:creationId xmlns:a16="http://schemas.microsoft.com/office/drawing/2014/main" id="{7E34032A-52DA-4200-961E-4E476BAAF146}"/>
              </a:ext>
            </a:extLst>
          </p:cNvPr>
          <p:cNvSpPr>
            <a:spLocks noGrp="1"/>
          </p:cNvSpPr>
          <p:nvPr>
            <p:ph type="ftr" sz="quarter" idx="15"/>
          </p:nvPr>
        </p:nvSpPr>
        <p:spPr/>
        <p:txBody>
          <a:bodyPr/>
          <a:lstStyle/>
          <a:p>
            <a:endParaRPr lang="en-US"/>
          </a:p>
        </p:txBody>
      </p:sp>
    </p:spTree>
    <p:extLst>
      <p:ext uri="{BB962C8B-B14F-4D97-AF65-F5344CB8AC3E}">
        <p14:creationId xmlns:p14="http://schemas.microsoft.com/office/powerpoint/2010/main" val="425743155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8419006E-9FD3-FE49-85B6-81898F97EE8F}"/>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1" name="Graphic 10">
            <a:extLst>
              <a:ext uri="{FF2B5EF4-FFF2-40B4-BE49-F238E27FC236}">
                <a16:creationId xmlns:a16="http://schemas.microsoft.com/office/drawing/2014/main" id="{9E644D6E-5531-5644-B768-B944FC3C5F5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
        <p:nvSpPr>
          <p:cNvPr id="4" name="Date Placeholder 3">
            <a:extLst>
              <a:ext uri="{FF2B5EF4-FFF2-40B4-BE49-F238E27FC236}">
                <a16:creationId xmlns:a16="http://schemas.microsoft.com/office/drawing/2014/main" id="{D220CA4F-59AE-442D-9572-EA77CAEB422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BFAC733-674A-4117-A7EB-D4D0C65E91B0}"/>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15145244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Confidential—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E66CFD98-370D-C349-8E75-45FD459F0A2D}"/>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2" name="Graphic 11">
            <a:extLst>
              <a:ext uri="{FF2B5EF4-FFF2-40B4-BE49-F238E27FC236}">
                <a16:creationId xmlns:a16="http://schemas.microsoft.com/office/drawing/2014/main" id="{44A4435A-D990-5C45-B122-9ADAF99587C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
        <p:nvSpPr>
          <p:cNvPr id="4" name="Date Placeholder 3">
            <a:extLst>
              <a:ext uri="{FF2B5EF4-FFF2-40B4-BE49-F238E27FC236}">
                <a16:creationId xmlns:a16="http://schemas.microsoft.com/office/drawing/2014/main" id="{406D4BD6-EF05-41D5-993A-5A6F847DEF7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7C97F6E-0540-4B39-922C-61DAA1A118CE}"/>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89116414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Proprietary—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DDF1B54D-E97A-CF47-BE3E-CD6D03235A0D}"/>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2" name="Graphic 11">
            <a:extLst>
              <a:ext uri="{FF2B5EF4-FFF2-40B4-BE49-F238E27FC236}">
                <a16:creationId xmlns:a16="http://schemas.microsoft.com/office/drawing/2014/main" id="{25BE1C40-2BF0-0E43-BDC9-A925101C112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
        <p:nvSpPr>
          <p:cNvPr id="4" name="Date Placeholder 3">
            <a:extLst>
              <a:ext uri="{FF2B5EF4-FFF2-40B4-BE49-F238E27FC236}">
                <a16:creationId xmlns:a16="http://schemas.microsoft.com/office/drawing/2014/main" id="{CCC0A504-44BF-40D1-883F-CE8B8C11F76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C095611-268B-456B-ADDB-8A98029E792C}"/>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8213703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Sensitiv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C9B31F19-03A0-594D-B3E9-CD87376E36D4}"/>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2" name="Graphic 11">
            <a:extLst>
              <a:ext uri="{FF2B5EF4-FFF2-40B4-BE49-F238E27FC236}">
                <a16:creationId xmlns:a16="http://schemas.microsoft.com/office/drawing/2014/main" id="{659A05D1-A79E-D846-90FC-1AE1A411966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
        <p:nvSpPr>
          <p:cNvPr id="4" name="Date Placeholder 3">
            <a:extLst>
              <a:ext uri="{FF2B5EF4-FFF2-40B4-BE49-F238E27FC236}">
                <a16:creationId xmlns:a16="http://schemas.microsoft.com/office/drawing/2014/main" id="{34A6204E-EC41-4962-A5D8-0C40DD4DBB3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01ECAAE4-6CFA-415B-99B1-74C3CB3A9572}"/>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75670948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Bio Template">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199" y="1359511"/>
            <a:ext cx="7141028" cy="4568324"/>
          </a:xfrm>
        </p:spPr>
        <p:txBody>
          <a:bodyPr lIns="0" tIns="0" rIns="0" bIns="0"/>
          <a:lstStyle>
            <a:lvl1pPr>
              <a:lnSpc>
                <a:spcPct val="100000"/>
              </a:lnSpc>
              <a:buNone/>
              <a:defRPr sz="2133"/>
            </a:lvl1pPr>
            <a:lvl2pPr>
              <a:lnSpc>
                <a:spcPct val="100000"/>
              </a:lnSpc>
              <a:buNone/>
              <a:defRPr sz="1867"/>
            </a:lvl2pPr>
            <a:lvl3pPr>
              <a:lnSpc>
                <a:spcPct val="100000"/>
              </a:lnSpc>
              <a:buNone/>
              <a:defRPr sz="1867"/>
            </a:lvl3pPr>
            <a:lvl4pPr>
              <a:lnSpc>
                <a:spcPct val="100000"/>
              </a:lnSpc>
              <a:buNone/>
              <a:defRPr sz="1867"/>
            </a:lvl4pPr>
            <a:lvl5pPr>
              <a:lnSpc>
                <a:spcPct val="100000"/>
              </a:lnSpc>
              <a:buNone/>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886115" y="1359588"/>
            <a:ext cx="3812197" cy="3812197"/>
          </a:xfrm>
          <a:prstGeom prst="ellipse">
            <a:avLst/>
          </a:prstGeom>
          <a:noFill/>
        </p:spPr>
        <p:txBody>
          <a:bodyPr/>
          <a:lstStyle/>
          <a:p>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7" name="Text Placeholder 6">
            <a:extLst>
              <a:ext uri="{FF2B5EF4-FFF2-40B4-BE49-F238E27FC236}">
                <a16:creationId xmlns:a16="http://schemas.microsoft.com/office/drawing/2014/main" id="{42AB9BBF-A7FA-394D-A2E2-93323B4F3A38}"/>
              </a:ext>
            </a:extLst>
          </p:cNvPr>
          <p:cNvSpPr>
            <a:spLocks noGrp="1"/>
          </p:cNvSpPr>
          <p:nvPr>
            <p:ph type="body" sz="quarter" idx="14"/>
          </p:nvPr>
        </p:nvSpPr>
        <p:spPr>
          <a:xfrm>
            <a:off x="457201" y="921935"/>
            <a:ext cx="10396483" cy="407436"/>
          </a:xfrm>
        </p:spPr>
        <p:txBody>
          <a:bodyPr lIns="0" tIns="0" rIns="0" bIns="0">
            <a:noAutofit/>
          </a:bodyPr>
          <a:lstStyle>
            <a:lvl1pPr>
              <a:buNone/>
              <a:defRPr sz="1467"/>
            </a:lvl1pPr>
            <a:lvl2pPr>
              <a:buNone/>
              <a:defRPr/>
            </a:lvl2pPr>
            <a:lvl3pPr>
              <a:buNone/>
              <a:defRPr/>
            </a:lvl3pPr>
            <a:lvl4pPr>
              <a:buNone/>
              <a:defRPr/>
            </a:lvl4pPr>
            <a:lvl5pPr>
              <a:buNone/>
              <a:defRPr/>
            </a:lvl5pPr>
          </a:lstStyle>
          <a:p>
            <a:pPr lvl="0"/>
            <a:endParaRPr lang="en-US"/>
          </a:p>
        </p:txBody>
      </p:sp>
      <p:pic>
        <p:nvPicPr>
          <p:cNvPr id="13" name="Graphic 12">
            <a:extLst>
              <a:ext uri="{FF2B5EF4-FFF2-40B4-BE49-F238E27FC236}">
                <a16:creationId xmlns:a16="http://schemas.microsoft.com/office/drawing/2014/main" id="{3E2B0AE0-3B8A-DA48-BF2A-1A522C81FD8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
        <p:nvSpPr>
          <p:cNvPr id="4" name="Date Placeholder 3">
            <a:extLst>
              <a:ext uri="{FF2B5EF4-FFF2-40B4-BE49-F238E27FC236}">
                <a16:creationId xmlns:a16="http://schemas.microsoft.com/office/drawing/2014/main" id="{81FBC310-C87D-4F80-A360-BDAAF1CAC1AE}"/>
              </a:ext>
            </a:extLst>
          </p:cNvPr>
          <p:cNvSpPr>
            <a:spLocks noGrp="1"/>
          </p:cNvSpPr>
          <p:nvPr>
            <p:ph type="dt" sz="half" idx="15"/>
          </p:nvPr>
        </p:nvSpPr>
        <p:spPr/>
        <p:txBody>
          <a:bodyPr/>
          <a:lstStyle/>
          <a:p>
            <a:endParaRPr lang="en-US"/>
          </a:p>
        </p:txBody>
      </p:sp>
      <p:sp>
        <p:nvSpPr>
          <p:cNvPr id="5" name="Footer Placeholder 4">
            <a:extLst>
              <a:ext uri="{FF2B5EF4-FFF2-40B4-BE49-F238E27FC236}">
                <a16:creationId xmlns:a16="http://schemas.microsoft.com/office/drawing/2014/main" id="{C69D0690-7709-4E23-8982-77A49CFFC75E}"/>
              </a:ext>
            </a:extLst>
          </p:cNvPr>
          <p:cNvSpPr>
            <a:spLocks noGrp="1"/>
          </p:cNvSpPr>
          <p:nvPr>
            <p:ph type="ftr" sz="quarter" idx="16"/>
          </p:nvPr>
        </p:nvSpPr>
        <p:spPr/>
        <p:txBody>
          <a:bodyPr/>
          <a:lstStyle/>
          <a:p>
            <a:endParaRPr lang="en-US"/>
          </a:p>
        </p:txBody>
      </p:sp>
    </p:spTree>
    <p:extLst>
      <p:ext uri="{BB962C8B-B14F-4D97-AF65-F5344CB8AC3E}">
        <p14:creationId xmlns:p14="http://schemas.microsoft.com/office/powerpoint/2010/main" val="223103924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8" name="Freeform 7">
            <a:extLst>
              <a:ext uri="{FF2B5EF4-FFF2-40B4-BE49-F238E27FC236}">
                <a16:creationId xmlns:a16="http://schemas.microsoft.com/office/drawing/2014/main" id="{70F3D363-33B2-1C4F-91D8-A055D064E0FA}"/>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0" name="Graphic 9">
            <a:extLst>
              <a:ext uri="{FF2B5EF4-FFF2-40B4-BE49-F238E27FC236}">
                <a16:creationId xmlns:a16="http://schemas.microsoft.com/office/drawing/2014/main" id="{0A91B293-32F1-1D42-8745-63A742FF81D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
        <p:nvSpPr>
          <p:cNvPr id="3" name="Date Placeholder 2">
            <a:extLst>
              <a:ext uri="{FF2B5EF4-FFF2-40B4-BE49-F238E27FC236}">
                <a16:creationId xmlns:a16="http://schemas.microsoft.com/office/drawing/2014/main" id="{DCBAC311-172D-408D-BDF9-792AC2905B9D}"/>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7836081C-8134-4BD1-BF16-D324F8322D1C}"/>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1013015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Blank w/footer">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D5E1CF14-FEA8-7447-9B85-8C2BBE18FDF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
        <p:nvSpPr>
          <p:cNvPr id="2" name="Date Placeholder 1">
            <a:extLst>
              <a:ext uri="{FF2B5EF4-FFF2-40B4-BE49-F238E27FC236}">
                <a16:creationId xmlns:a16="http://schemas.microsoft.com/office/drawing/2014/main" id="{DC2333AA-2BAB-4126-82DF-3DF1E29A94F7}"/>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68AD5FEE-B5AD-402B-B2E9-2F6B9E43672C}"/>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81094849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userDrawn="1"/>
        </p:nvSpPr>
        <p:spPr>
          <a:xfrm>
            <a:off x="2836648" y="5320774"/>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Freeform 19">
            <a:extLst>
              <a:ext uri="{FF2B5EF4-FFF2-40B4-BE49-F238E27FC236}">
                <a16:creationId xmlns:a16="http://schemas.microsoft.com/office/drawing/2014/main" id="{64DE4D37-4BCA-5F44-81D2-B08FB55C913C}"/>
              </a:ext>
            </a:extLst>
          </p:cNvPr>
          <p:cNvSpPr/>
          <p:nvPr userDrawn="1"/>
        </p:nvSpPr>
        <p:spPr>
          <a:xfrm>
            <a:off x="10342177" y="-1"/>
            <a:ext cx="909296" cy="468852"/>
          </a:xfrm>
          <a:custGeom>
            <a:avLst/>
            <a:gdLst>
              <a:gd name="connsiteX0" fmla="*/ 2151 w 681972"/>
              <a:gd name="connsiteY0" fmla="*/ 0 h 351639"/>
              <a:gd name="connsiteX1" fmla="*/ 679821 w 681972"/>
              <a:gd name="connsiteY1" fmla="*/ 0 h 351639"/>
              <a:gd name="connsiteX2" fmla="*/ 681972 w 681972"/>
              <a:gd name="connsiteY2" fmla="*/ 10653 h 351639"/>
              <a:gd name="connsiteX3" fmla="*/ 340986 w 681972"/>
              <a:gd name="connsiteY3" fmla="*/ 351639 h 351639"/>
              <a:gd name="connsiteX4" fmla="*/ 0 w 681972"/>
              <a:gd name="connsiteY4" fmla="*/ 10653 h 35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9">
                <a:moveTo>
                  <a:pt x="2151" y="0"/>
                </a:moveTo>
                <a:lnTo>
                  <a:pt x="679821" y="0"/>
                </a:lnTo>
                <a:lnTo>
                  <a:pt x="681972" y="10653"/>
                </a:lnTo>
                <a:cubicBezTo>
                  <a:pt x="681972" y="198974"/>
                  <a:pt x="529307" y="351639"/>
                  <a:pt x="340986" y="351639"/>
                </a:cubicBezTo>
                <a:cubicBezTo>
                  <a:pt x="152665" y="351639"/>
                  <a:pt x="0" y="198974"/>
                  <a:pt x="0" y="10653"/>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8" name="Freeform 17">
            <a:extLst>
              <a:ext uri="{FF2B5EF4-FFF2-40B4-BE49-F238E27FC236}">
                <a16:creationId xmlns:a16="http://schemas.microsoft.com/office/drawing/2014/main" id="{5F974661-8C9E-C54D-8F2E-68B306C23B70}"/>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6" name="TextBox 15">
            <a:extLst>
              <a:ext uri="{FF2B5EF4-FFF2-40B4-BE49-F238E27FC236}">
                <a16:creationId xmlns:a16="http://schemas.microsoft.com/office/drawing/2014/main" id="{D32E45E5-A33E-6849-A738-02AE42A5CCBF}"/>
              </a:ext>
            </a:extLst>
          </p:cNvPr>
          <p:cNvSpPr txBox="1"/>
          <p:nvPr userDrawn="1"/>
        </p:nvSpPr>
        <p:spPr>
          <a:xfrm>
            <a:off x="0" y="2897304"/>
            <a:ext cx="12192000" cy="985648"/>
          </a:xfrm>
          <a:prstGeom prst="rect">
            <a:avLst/>
          </a:prstGeom>
          <a:noFill/>
        </p:spPr>
        <p:txBody>
          <a:bodyPr wrap="square" rtlCol="0" anchor="ctr">
            <a:noAutofit/>
          </a:bodyPr>
          <a:lstStyle/>
          <a:p>
            <a:pPr algn="ctr"/>
            <a:r>
              <a:rPr lang="en-US" sz="4800" b="1">
                <a:solidFill>
                  <a:srgbClr val="171717"/>
                </a:solidFill>
                <a:latin typeface="Arial" panose="020B0604020202020204" pitchFamily="34" charset="0"/>
                <a:ea typeface="+mj-ea"/>
                <a:cs typeface="Arial" panose="020B0604020202020204" pitchFamily="34" charset="0"/>
              </a:rPr>
              <a:t>Thank you</a:t>
            </a:r>
            <a:endParaRPr lang="en-US" sz="2400"/>
          </a:p>
        </p:txBody>
      </p:sp>
      <p:pic>
        <p:nvPicPr>
          <p:cNvPr id="7" name="Graphic 6">
            <a:extLst>
              <a:ext uri="{FF2B5EF4-FFF2-40B4-BE49-F238E27FC236}">
                <a16:creationId xmlns:a16="http://schemas.microsoft.com/office/drawing/2014/main" id="{0C85309B-64C3-934B-B2AE-83DD97BCA94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73831" y="5953413"/>
            <a:ext cx="2845700" cy="703432"/>
          </a:xfrm>
          <a:prstGeom prst="rect">
            <a:avLst/>
          </a:prstGeom>
        </p:spPr>
      </p:pic>
      <p:sp>
        <p:nvSpPr>
          <p:cNvPr id="2" name="Date Placeholder 1">
            <a:extLst>
              <a:ext uri="{FF2B5EF4-FFF2-40B4-BE49-F238E27FC236}">
                <a16:creationId xmlns:a16="http://schemas.microsoft.com/office/drawing/2014/main" id="{7C140565-1318-4AE0-9E36-90F3229F0731}"/>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A44EA94C-4620-4E7A-8BEE-7031E06E8070}"/>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82342583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2" y="4818844"/>
            <a:ext cx="9160412" cy="641701"/>
          </a:xfrm>
        </p:spPr>
        <p:txBody>
          <a:bodyPr lIns="0" tIns="0" rIns="0" bIns="0"/>
          <a:lstStyle>
            <a:lvl1pPr marL="0" indent="0" algn="l">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2" y="4709626"/>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1894703"/>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4"/>
            <a:ext cx="9144000" cy="1354081"/>
          </a:xfrm>
        </p:spPr>
        <p:txBody>
          <a:bodyPr lIns="0" tIns="0" rIns="0" bIns="0" anchor="b"/>
          <a:lstStyle>
            <a:lvl1pPr algn="l">
              <a:defRPr sz="4267"/>
            </a:lvl1pPr>
          </a:lstStyle>
          <a:p>
            <a:r>
              <a:rPr lang="en-US"/>
              <a:t>Click to edit Master title style</a:t>
            </a:r>
          </a:p>
        </p:txBody>
      </p:sp>
      <p:pic>
        <p:nvPicPr>
          <p:cNvPr id="11" name="Graphic 10">
            <a:extLst>
              <a:ext uri="{FF2B5EF4-FFF2-40B4-BE49-F238E27FC236}">
                <a16:creationId xmlns:a16="http://schemas.microsoft.com/office/drawing/2014/main" id="{55E7BBFC-47FE-794A-B540-81BDFCC225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73831" y="5953413"/>
            <a:ext cx="2845700" cy="703432"/>
          </a:xfrm>
          <a:prstGeom prst="rect">
            <a:avLst/>
          </a:prstGeom>
        </p:spPr>
      </p:pic>
      <p:sp>
        <p:nvSpPr>
          <p:cNvPr id="10" name="Freeform 31">
            <a:extLst>
              <a:ext uri="{FF2B5EF4-FFF2-40B4-BE49-F238E27FC236}">
                <a16:creationId xmlns:a16="http://schemas.microsoft.com/office/drawing/2014/main" id="{F1A14EAF-63BC-40EC-988D-285239833860}"/>
              </a:ext>
            </a:extLst>
          </p:cNvPr>
          <p:cNvSpPr>
            <a:spLocks/>
          </p:cNvSpPr>
          <p:nvPr userDrawn="1"/>
        </p:nvSpPr>
        <p:spPr>
          <a:xfrm>
            <a:off x="4686532" y="3"/>
            <a:ext cx="7505469" cy="3752604"/>
          </a:xfrm>
          <a:custGeom>
            <a:avLst/>
            <a:gdLst>
              <a:gd name="connsiteX0" fmla="*/ 610619 w 5629102"/>
              <a:gd name="connsiteY0" fmla="*/ 0 h 2814453"/>
              <a:gd name="connsiteX1" fmla="*/ 5629102 w 5629102"/>
              <a:gd name="connsiteY1" fmla="*/ 0 h 2814453"/>
              <a:gd name="connsiteX2" fmla="*/ 5629102 w 5629102"/>
              <a:gd name="connsiteY2" fmla="*/ 2814453 h 2814453"/>
              <a:gd name="connsiteX3" fmla="*/ 1572393 w 5629102"/>
              <a:gd name="connsiteY3" fmla="*/ 2814453 h 2814453"/>
              <a:gd name="connsiteX4" fmla="*/ 0 w 5629102"/>
              <a:gd name="connsiteY4" fmla="*/ 1242060 h 2814453"/>
              <a:gd name="connsiteX5" fmla="*/ 572205 w 5629102"/>
              <a:gd name="connsiteY5" fmla="*/ 28725 h 281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9102" h="2814453">
                <a:moveTo>
                  <a:pt x="610619" y="0"/>
                </a:moveTo>
                <a:lnTo>
                  <a:pt x="5629102" y="0"/>
                </a:lnTo>
                <a:lnTo>
                  <a:pt x="5629102" y="2814453"/>
                </a:lnTo>
                <a:lnTo>
                  <a:pt x="1572393" y="2814453"/>
                </a:lnTo>
                <a:cubicBezTo>
                  <a:pt x="703984" y="2814453"/>
                  <a:pt x="0" y="2110469"/>
                  <a:pt x="0" y="1242060"/>
                </a:cubicBezTo>
                <a:cubicBezTo>
                  <a:pt x="0" y="753580"/>
                  <a:pt x="222745" y="317125"/>
                  <a:pt x="572205" y="28725"/>
                </a:cubicBezTo>
                <a:close/>
              </a:path>
            </a:pathLst>
          </a:custGeom>
          <a:blipFill>
            <a:blip r:embed="rId4"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01326834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2_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Freeform 13">
            <a:extLst>
              <a:ext uri="{FF2B5EF4-FFF2-40B4-BE49-F238E27FC236}">
                <a16:creationId xmlns:a16="http://schemas.microsoft.com/office/drawing/2014/main" id="{095D3818-F949-6A40-B96A-1EF1AE2FFA3E}"/>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0" name="Graphic 9">
            <a:extLst>
              <a:ext uri="{FF2B5EF4-FFF2-40B4-BE49-F238E27FC236}">
                <a16:creationId xmlns:a16="http://schemas.microsoft.com/office/drawing/2014/main" id="{ED3C9057-7152-2A47-9BFB-01E64DF1F0D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322048909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4" orient="horz" pos="3180">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1_Confidential—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0AE3A654-AF8F-9C41-8CAA-D5D2E5FA68F3}"/>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3" name="Graphic 12">
            <a:extLst>
              <a:ext uri="{FF2B5EF4-FFF2-40B4-BE49-F238E27FC236}">
                <a16:creationId xmlns:a16="http://schemas.microsoft.com/office/drawing/2014/main" id="{5164F9FD-59C6-FD4C-87A8-71C1511931C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215450057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4" orient="horz" pos="3180">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1_Proprietary—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D1F5E3FD-9EE9-F543-BCED-F7397002C379}"/>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4" name="Graphic 13">
            <a:extLst>
              <a:ext uri="{FF2B5EF4-FFF2-40B4-BE49-F238E27FC236}">
                <a16:creationId xmlns:a16="http://schemas.microsoft.com/office/drawing/2014/main" id="{8EA21436-609E-1643-BA46-9347829FB32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8915267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1_Sensitiv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1723D2C3-A3F8-5E47-8E0F-AFC4F9E60371}"/>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3" name="Graphic 12">
            <a:extLst>
              <a:ext uri="{FF2B5EF4-FFF2-40B4-BE49-F238E27FC236}">
                <a16:creationId xmlns:a16="http://schemas.microsoft.com/office/drawing/2014/main" id="{9E1828D7-E356-694D-BCDA-12ED46BC95F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297609936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8419006E-9FD3-FE49-85B6-81898F97EE8F}"/>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1" name="Graphic 10">
            <a:extLst>
              <a:ext uri="{FF2B5EF4-FFF2-40B4-BE49-F238E27FC236}">
                <a16:creationId xmlns:a16="http://schemas.microsoft.com/office/drawing/2014/main" id="{9E644D6E-5531-5644-B768-B944FC3C5F5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328983198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1_Confidential—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E66CFD98-370D-C349-8E75-45FD459F0A2D}"/>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2" name="Graphic 11">
            <a:extLst>
              <a:ext uri="{FF2B5EF4-FFF2-40B4-BE49-F238E27FC236}">
                <a16:creationId xmlns:a16="http://schemas.microsoft.com/office/drawing/2014/main" id="{44A4435A-D990-5C45-B122-9ADAF99587C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7781937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1_Proprietary—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DDF1B54D-E97A-CF47-BE3E-CD6D03235A0D}"/>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2" name="Graphic 11">
            <a:extLst>
              <a:ext uri="{FF2B5EF4-FFF2-40B4-BE49-F238E27FC236}">
                <a16:creationId xmlns:a16="http://schemas.microsoft.com/office/drawing/2014/main" id="{25BE1C40-2BF0-0E43-BDC9-A925101C112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262541375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1_Sensitiv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C9B31F19-03A0-594D-B3E9-CD87376E36D4}"/>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2" name="Graphic 11">
            <a:extLst>
              <a:ext uri="{FF2B5EF4-FFF2-40B4-BE49-F238E27FC236}">
                <a16:creationId xmlns:a16="http://schemas.microsoft.com/office/drawing/2014/main" id="{659A05D1-A79E-D846-90FC-1AE1A411966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138441176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1_Bio Template">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199" y="1359511"/>
            <a:ext cx="7141028" cy="4568324"/>
          </a:xfrm>
        </p:spPr>
        <p:txBody>
          <a:bodyPr lIns="0" tIns="0" rIns="0" bIns="0"/>
          <a:lstStyle>
            <a:lvl1pPr>
              <a:lnSpc>
                <a:spcPct val="100000"/>
              </a:lnSpc>
              <a:buNone/>
              <a:defRPr sz="2133"/>
            </a:lvl1pPr>
            <a:lvl2pPr>
              <a:lnSpc>
                <a:spcPct val="100000"/>
              </a:lnSpc>
              <a:buNone/>
              <a:defRPr sz="1867"/>
            </a:lvl2pPr>
            <a:lvl3pPr>
              <a:lnSpc>
                <a:spcPct val="100000"/>
              </a:lnSpc>
              <a:buNone/>
              <a:defRPr sz="1867"/>
            </a:lvl3pPr>
            <a:lvl4pPr>
              <a:lnSpc>
                <a:spcPct val="100000"/>
              </a:lnSpc>
              <a:buNone/>
              <a:defRPr sz="1867"/>
            </a:lvl4pPr>
            <a:lvl5pPr>
              <a:lnSpc>
                <a:spcPct val="100000"/>
              </a:lnSpc>
              <a:buNone/>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886115" y="1359588"/>
            <a:ext cx="3812197" cy="3812197"/>
          </a:xfrm>
          <a:prstGeom prst="ellipse">
            <a:avLst/>
          </a:prstGeom>
          <a:noFill/>
        </p:spPr>
        <p:txBody>
          <a:bodyPr/>
          <a:lstStyle/>
          <a:p>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7" name="Text Placeholder 6">
            <a:extLst>
              <a:ext uri="{FF2B5EF4-FFF2-40B4-BE49-F238E27FC236}">
                <a16:creationId xmlns:a16="http://schemas.microsoft.com/office/drawing/2014/main" id="{42AB9BBF-A7FA-394D-A2E2-93323B4F3A38}"/>
              </a:ext>
            </a:extLst>
          </p:cNvPr>
          <p:cNvSpPr>
            <a:spLocks noGrp="1"/>
          </p:cNvSpPr>
          <p:nvPr>
            <p:ph type="body" sz="quarter" idx="14"/>
          </p:nvPr>
        </p:nvSpPr>
        <p:spPr>
          <a:xfrm>
            <a:off x="457201" y="921935"/>
            <a:ext cx="10396483" cy="407436"/>
          </a:xfrm>
        </p:spPr>
        <p:txBody>
          <a:bodyPr lIns="0" tIns="0" rIns="0" bIns="0">
            <a:noAutofit/>
          </a:bodyPr>
          <a:lstStyle>
            <a:lvl1pPr>
              <a:buNone/>
              <a:defRPr sz="1467"/>
            </a:lvl1pPr>
            <a:lvl2pPr>
              <a:buNone/>
              <a:defRPr/>
            </a:lvl2pPr>
            <a:lvl3pPr>
              <a:buNone/>
              <a:defRPr/>
            </a:lvl3pPr>
            <a:lvl4pPr>
              <a:buNone/>
              <a:defRPr/>
            </a:lvl4pPr>
            <a:lvl5pPr>
              <a:buNone/>
              <a:defRPr/>
            </a:lvl5pPr>
          </a:lstStyle>
          <a:p>
            <a:pPr lvl="0"/>
            <a:endParaRPr lang="en-US"/>
          </a:p>
        </p:txBody>
      </p:sp>
      <p:pic>
        <p:nvPicPr>
          <p:cNvPr id="13" name="Graphic 12">
            <a:extLst>
              <a:ext uri="{FF2B5EF4-FFF2-40B4-BE49-F238E27FC236}">
                <a16:creationId xmlns:a16="http://schemas.microsoft.com/office/drawing/2014/main" id="{3E2B0AE0-3B8A-DA48-BF2A-1A522C81FD8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135560816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8" name="Freeform 7">
            <a:extLst>
              <a:ext uri="{FF2B5EF4-FFF2-40B4-BE49-F238E27FC236}">
                <a16:creationId xmlns:a16="http://schemas.microsoft.com/office/drawing/2014/main" id="{70F3D363-33B2-1C4F-91D8-A055D064E0FA}"/>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0" name="Graphic 9">
            <a:extLst>
              <a:ext uri="{FF2B5EF4-FFF2-40B4-BE49-F238E27FC236}">
                <a16:creationId xmlns:a16="http://schemas.microsoft.com/office/drawing/2014/main" id="{0A91B293-32F1-1D42-8745-63A742FF81D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62413081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Blank w/footer">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D5E1CF14-FEA8-7447-9B85-8C2BBE18FDF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127389345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1_Thank You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userDrawn="1"/>
        </p:nvSpPr>
        <p:spPr>
          <a:xfrm>
            <a:off x="2836648" y="5320774"/>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Freeform 19">
            <a:extLst>
              <a:ext uri="{FF2B5EF4-FFF2-40B4-BE49-F238E27FC236}">
                <a16:creationId xmlns:a16="http://schemas.microsoft.com/office/drawing/2014/main" id="{64DE4D37-4BCA-5F44-81D2-B08FB55C913C}"/>
              </a:ext>
            </a:extLst>
          </p:cNvPr>
          <p:cNvSpPr/>
          <p:nvPr userDrawn="1"/>
        </p:nvSpPr>
        <p:spPr>
          <a:xfrm>
            <a:off x="10342177" y="-1"/>
            <a:ext cx="909296" cy="468852"/>
          </a:xfrm>
          <a:custGeom>
            <a:avLst/>
            <a:gdLst>
              <a:gd name="connsiteX0" fmla="*/ 2151 w 681972"/>
              <a:gd name="connsiteY0" fmla="*/ 0 h 351639"/>
              <a:gd name="connsiteX1" fmla="*/ 679821 w 681972"/>
              <a:gd name="connsiteY1" fmla="*/ 0 h 351639"/>
              <a:gd name="connsiteX2" fmla="*/ 681972 w 681972"/>
              <a:gd name="connsiteY2" fmla="*/ 10653 h 351639"/>
              <a:gd name="connsiteX3" fmla="*/ 340986 w 681972"/>
              <a:gd name="connsiteY3" fmla="*/ 351639 h 351639"/>
              <a:gd name="connsiteX4" fmla="*/ 0 w 681972"/>
              <a:gd name="connsiteY4" fmla="*/ 10653 h 35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9">
                <a:moveTo>
                  <a:pt x="2151" y="0"/>
                </a:moveTo>
                <a:lnTo>
                  <a:pt x="679821" y="0"/>
                </a:lnTo>
                <a:lnTo>
                  <a:pt x="681972" y="10653"/>
                </a:lnTo>
                <a:cubicBezTo>
                  <a:pt x="681972" y="198974"/>
                  <a:pt x="529307" y="351639"/>
                  <a:pt x="340986" y="351639"/>
                </a:cubicBezTo>
                <a:cubicBezTo>
                  <a:pt x="152665" y="351639"/>
                  <a:pt x="0" y="198974"/>
                  <a:pt x="0" y="10653"/>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8" name="Freeform 17">
            <a:extLst>
              <a:ext uri="{FF2B5EF4-FFF2-40B4-BE49-F238E27FC236}">
                <a16:creationId xmlns:a16="http://schemas.microsoft.com/office/drawing/2014/main" id="{5F974661-8C9E-C54D-8F2E-68B306C23B70}"/>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6" name="TextBox 15">
            <a:extLst>
              <a:ext uri="{FF2B5EF4-FFF2-40B4-BE49-F238E27FC236}">
                <a16:creationId xmlns:a16="http://schemas.microsoft.com/office/drawing/2014/main" id="{D32E45E5-A33E-6849-A738-02AE42A5CCBF}"/>
              </a:ext>
            </a:extLst>
          </p:cNvPr>
          <p:cNvSpPr txBox="1"/>
          <p:nvPr userDrawn="1"/>
        </p:nvSpPr>
        <p:spPr>
          <a:xfrm>
            <a:off x="0" y="2897304"/>
            <a:ext cx="12192000" cy="985648"/>
          </a:xfrm>
          <a:prstGeom prst="rect">
            <a:avLst/>
          </a:prstGeom>
          <a:noFill/>
        </p:spPr>
        <p:txBody>
          <a:bodyPr wrap="square" rtlCol="0" anchor="ctr">
            <a:noAutofit/>
          </a:bodyPr>
          <a:lstStyle/>
          <a:p>
            <a:pPr algn="ctr"/>
            <a:r>
              <a:rPr lang="en-US" sz="4800" b="1">
                <a:solidFill>
                  <a:srgbClr val="171717"/>
                </a:solidFill>
                <a:latin typeface="Arial" panose="020B0604020202020204" pitchFamily="34" charset="0"/>
                <a:ea typeface="+mj-ea"/>
                <a:cs typeface="Arial" panose="020B0604020202020204" pitchFamily="34" charset="0"/>
              </a:rPr>
              <a:t>Thank you</a:t>
            </a:r>
            <a:endParaRPr lang="en-US" sz="2400"/>
          </a:p>
        </p:txBody>
      </p:sp>
      <p:pic>
        <p:nvPicPr>
          <p:cNvPr id="7" name="Graphic 6">
            <a:extLst>
              <a:ext uri="{FF2B5EF4-FFF2-40B4-BE49-F238E27FC236}">
                <a16:creationId xmlns:a16="http://schemas.microsoft.com/office/drawing/2014/main" id="{0C85309B-64C3-934B-B2AE-83DD97BCA94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73831" y="5953413"/>
            <a:ext cx="2845700" cy="703432"/>
          </a:xfrm>
          <a:prstGeom prst="rect">
            <a:avLst/>
          </a:prstGeom>
        </p:spPr>
      </p:pic>
    </p:spTree>
    <p:extLst>
      <p:ext uri="{BB962C8B-B14F-4D97-AF65-F5344CB8AC3E}">
        <p14:creationId xmlns:p14="http://schemas.microsoft.com/office/powerpoint/2010/main" val="198366934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8" name="Freeform 7">
            <a:extLst>
              <a:ext uri="{FF2B5EF4-FFF2-40B4-BE49-F238E27FC236}">
                <a16:creationId xmlns:a16="http://schemas.microsoft.com/office/drawing/2014/main" id="{70F3D363-33B2-1C4F-91D8-A055D064E0FA}"/>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7" name="Content Placeholder 2"/>
          <p:cNvSpPr>
            <a:spLocks noGrp="1"/>
          </p:cNvSpPr>
          <p:nvPr>
            <p:ph idx="1"/>
          </p:nvPr>
        </p:nvSpPr>
        <p:spPr>
          <a:xfrm>
            <a:off x="457200" y="1576552"/>
            <a:ext cx="5486400" cy="2194560"/>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p:cNvSpPr>
            <a:spLocks noGrp="1"/>
          </p:cNvSpPr>
          <p:nvPr>
            <p:ph idx="10"/>
          </p:nvPr>
        </p:nvSpPr>
        <p:spPr>
          <a:xfrm>
            <a:off x="6214059" y="1576552"/>
            <a:ext cx="5486400" cy="2194560"/>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p:cNvSpPr>
            <a:spLocks noGrp="1"/>
          </p:cNvSpPr>
          <p:nvPr>
            <p:ph idx="12"/>
          </p:nvPr>
        </p:nvSpPr>
        <p:spPr>
          <a:xfrm>
            <a:off x="457200" y="3988673"/>
            <a:ext cx="5486400" cy="2194560"/>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p:cNvSpPr>
            <a:spLocks noGrp="1"/>
          </p:cNvSpPr>
          <p:nvPr>
            <p:ph idx="13"/>
          </p:nvPr>
        </p:nvSpPr>
        <p:spPr>
          <a:xfrm>
            <a:off x="6214059" y="3988673"/>
            <a:ext cx="5486400" cy="2194560"/>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B1FF74B4-650E-1DF9-6792-7401B206AFE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629734088"/>
      </p:ext>
    </p:extLst>
  </p:cSld>
  <p:clrMapOvr>
    <a:masterClrMapping/>
  </p:clrMapOvr>
  <p:extLst>
    <p:ext uri="{DCECCB84-F9BA-43D5-87BE-67443E8EF086}">
      <p15:sldGuideLst xmlns:p15="http://schemas.microsoft.com/office/powerpoint/2012/main"/>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31E2A-71F5-314A-8195-1C12263FADA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5E581B18-65FC-804C-9048-FBB6E446B7A0}"/>
              </a:ext>
            </a:extLst>
          </p:cNvPr>
          <p:cNvSpPr>
            <a:spLocks noGrp="1"/>
          </p:cNvSpPr>
          <p:nvPr>
            <p:ph sz="half" idx="1"/>
          </p:nvPr>
        </p:nvSpPr>
        <p:spPr>
          <a:xfrm>
            <a:off x="838200" y="1825625"/>
            <a:ext cx="5181600" cy="43513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3706A9-D9EF-704C-8407-0A4E83A25B1D}"/>
              </a:ext>
            </a:extLst>
          </p:cNvPr>
          <p:cNvSpPr>
            <a:spLocks noGrp="1"/>
          </p:cNvSpPr>
          <p:nvPr>
            <p:ph sz="half" idx="2"/>
          </p:nvPr>
        </p:nvSpPr>
        <p:spPr>
          <a:xfrm>
            <a:off x="6172200" y="1825625"/>
            <a:ext cx="5181600" cy="43513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44880770"/>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3669928495"/>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3_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8535971"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Freeform 13">
            <a:extLst>
              <a:ext uri="{FF2B5EF4-FFF2-40B4-BE49-F238E27FC236}">
                <a16:creationId xmlns:a16="http://schemas.microsoft.com/office/drawing/2014/main" id="{095D3818-F949-6A40-B96A-1EF1AE2FFA3E}"/>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4" name="Graphic 3">
            <a:extLst>
              <a:ext uri="{FF2B5EF4-FFF2-40B4-BE49-F238E27FC236}">
                <a16:creationId xmlns:a16="http://schemas.microsoft.com/office/drawing/2014/main" id="{1652B725-837C-3E50-9417-CA3B860F72F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77576915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4" orient="horz" pos="3180">
          <p15:clr>
            <a:srgbClr val="FBAE4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2_Confidential—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1"/>
            <a:ext cx="8410280"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0AE3A654-AF8F-9C41-8CAA-D5D2E5FA68F3}"/>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4" name="Graphic 3">
            <a:extLst>
              <a:ext uri="{FF2B5EF4-FFF2-40B4-BE49-F238E27FC236}">
                <a16:creationId xmlns:a16="http://schemas.microsoft.com/office/drawing/2014/main" id="{C88EA027-8362-358A-10CE-32F6F5F08CD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302550433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4" orient="horz" pos="3180">
          <p15:clr>
            <a:srgbClr val="FBAE4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2_Proprietary—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8369627"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D1F5E3FD-9EE9-F543-BCED-F7397002C379}"/>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4" name="Graphic 3">
            <a:extLst>
              <a:ext uri="{FF2B5EF4-FFF2-40B4-BE49-F238E27FC236}">
                <a16:creationId xmlns:a16="http://schemas.microsoft.com/office/drawing/2014/main" id="{CEF64109-CB6D-527B-A2B6-3BC78FBE0F8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213137306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2_Sensitiv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1"/>
            <a:ext cx="8642808"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1723D2C3-A3F8-5E47-8E0F-AFC4F9E60371}"/>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4" name="Graphic 3">
            <a:extLst>
              <a:ext uri="{FF2B5EF4-FFF2-40B4-BE49-F238E27FC236}">
                <a16:creationId xmlns:a16="http://schemas.microsoft.com/office/drawing/2014/main" id="{77DBC896-C298-998A-3389-17EF67379BB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374450933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1"/>
            <a:ext cx="8416565"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8419006E-9FD3-FE49-85B6-81898F97EE8F}"/>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4" name="Graphic 3">
            <a:extLst>
              <a:ext uri="{FF2B5EF4-FFF2-40B4-BE49-F238E27FC236}">
                <a16:creationId xmlns:a16="http://schemas.microsoft.com/office/drawing/2014/main" id="{A858F422-8C5D-3295-FB0C-8A42C047D67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235348335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2_Confidential—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2" y="192361"/>
            <a:ext cx="8573679"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E66CFD98-370D-C349-8E75-45FD459F0A2D}"/>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4" name="Graphic 3">
            <a:extLst>
              <a:ext uri="{FF2B5EF4-FFF2-40B4-BE49-F238E27FC236}">
                <a16:creationId xmlns:a16="http://schemas.microsoft.com/office/drawing/2014/main" id="{1A515063-0A6D-542A-5CAF-7DEAE6C042F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225969745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2_Proprietary—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8479411"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DDF1B54D-E97A-CF47-BE3E-CD6D03235A0D}"/>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4" name="Graphic 3">
            <a:extLst>
              <a:ext uri="{FF2B5EF4-FFF2-40B4-BE49-F238E27FC236}">
                <a16:creationId xmlns:a16="http://schemas.microsoft.com/office/drawing/2014/main" id="{E253508A-1B36-6B96-D6B2-2999D8F6253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65226106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2_Sensitiv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1"/>
            <a:ext cx="8460557"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C9B31F19-03A0-594D-B3E9-CD87376E36D4}"/>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4" name="Graphic 3">
            <a:extLst>
              <a:ext uri="{FF2B5EF4-FFF2-40B4-BE49-F238E27FC236}">
                <a16:creationId xmlns:a16="http://schemas.microsoft.com/office/drawing/2014/main" id="{BC9CEDA8-E21F-B7C9-2C54-C26E1A4E208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321267050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2_Bio Template">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1"/>
            <a:ext cx="8451325"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199" y="1359511"/>
            <a:ext cx="7141028" cy="4568324"/>
          </a:xfrm>
        </p:spPr>
        <p:txBody>
          <a:bodyPr lIns="0" tIns="0" rIns="0" bIns="0"/>
          <a:lstStyle>
            <a:lvl1pPr>
              <a:lnSpc>
                <a:spcPct val="100000"/>
              </a:lnSpc>
              <a:buNone/>
              <a:defRPr sz="2133"/>
            </a:lvl1pPr>
            <a:lvl2pPr>
              <a:lnSpc>
                <a:spcPct val="100000"/>
              </a:lnSpc>
              <a:buNone/>
              <a:defRPr sz="1867"/>
            </a:lvl2pPr>
            <a:lvl3pPr>
              <a:lnSpc>
                <a:spcPct val="100000"/>
              </a:lnSpc>
              <a:buNone/>
              <a:defRPr sz="1867"/>
            </a:lvl3pPr>
            <a:lvl4pPr>
              <a:lnSpc>
                <a:spcPct val="100000"/>
              </a:lnSpc>
              <a:buNone/>
              <a:defRPr sz="1867"/>
            </a:lvl4pPr>
            <a:lvl5pPr>
              <a:lnSpc>
                <a:spcPct val="100000"/>
              </a:lnSpc>
              <a:buNone/>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886115" y="1359588"/>
            <a:ext cx="3812197" cy="3812197"/>
          </a:xfrm>
          <a:prstGeom prst="ellipse">
            <a:avLst/>
          </a:prstGeom>
          <a:noFill/>
        </p:spPr>
        <p:txBody>
          <a:bodyPr/>
          <a:lstStyle/>
          <a:p>
            <a:endParaRPr lang="en-US"/>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7" name="Text Placeholder 6">
            <a:extLst>
              <a:ext uri="{FF2B5EF4-FFF2-40B4-BE49-F238E27FC236}">
                <a16:creationId xmlns:a16="http://schemas.microsoft.com/office/drawing/2014/main" id="{42AB9BBF-A7FA-394D-A2E2-93323B4F3A38}"/>
              </a:ext>
            </a:extLst>
          </p:cNvPr>
          <p:cNvSpPr>
            <a:spLocks noGrp="1"/>
          </p:cNvSpPr>
          <p:nvPr>
            <p:ph type="body" sz="quarter" idx="14"/>
          </p:nvPr>
        </p:nvSpPr>
        <p:spPr>
          <a:xfrm>
            <a:off x="457200" y="921935"/>
            <a:ext cx="8451325" cy="407436"/>
          </a:xfrm>
        </p:spPr>
        <p:txBody>
          <a:bodyPr lIns="0" tIns="0" rIns="0" bIns="0">
            <a:noAutofit/>
          </a:bodyPr>
          <a:lstStyle>
            <a:lvl1pPr>
              <a:buNone/>
              <a:defRPr sz="1467"/>
            </a:lvl1pPr>
            <a:lvl2pPr>
              <a:buNone/>
              <a:defRPr/>
            </a:lvl2pPr>
            <a:lvl3pPr>
              <a:buNone/>
              <a:defRPr/>
            </a:lvl3pPr>
            <a:lvl4pPr>
              <a:buNone/>
              <a:defRPr/>
            </a:lvl4pPr>
            <a:lvl5pPr>
              <a:buNone/>
              <a:defRPr/>
            </a:lvl5pPr>
          </a:lstStyle>
          <a:p>
            <a:pPr lvl="0"/>
            <a:endParaRPr lang="en-US"/>
          </a:p>
        </p:txBody>
      </p:sp>
      <p:pic>
        <p:nvPicPr>
          <p:cNvPr id="4" name="Graphic 3">
            <a:extLst>
              <a:ext uri="{FF2B5EF4-FFF2-40B4-BE49-F238E27FC236}">
                <a16:creationId xmlns:a16="http://schemas.microsoft.com/office/drawing/2014/main" id="{5F63B67D-C08A-41E5-7BC3-199B481110C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217761115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8202891" cy="699433"/>
          </a:xfrm>
        </p:spPr>
        <p:txBody>
          <a:bodyPr lIns="0" tIns="0" rIns="0" bIns="0" anchor="b">
            <a:normAutofit/>
          </a:bodyPr>
          <a:lstStyle>
            <a:lvl1pPr>
              <a:defRPr sz="2933"/>
            </a:lvl1pPr>
          </a:lstStyle>
          <a:p>
            <a:endParaRPr lang="en-US"/>
          </a:p>
        </p:txBody>
      </p:sp>
      <p:sp>
        <p:nvSpPr>
          <p:cNvPr id="25" name="Slide Number Placeholder 5">
            <a:extLst>
              <a:ext uri="{FF2B5EF4-FFF2-40B4-BE49-F238E27FC236}">
                <a16:creationId xmlns:a16="http://schemas.microsoft.com/office/drawing/2014/main" id="{158CE639-514C-2A4F-986C-11AB4BAB7D0E}"/>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8" name="Freeform 7">
            <a:extLst>
              <a:ext uri="{FF2B5EF4-FFF2-40B4-BE49-F238E27FC236}">
                <a16:creationId xmlns:a16="http://schemas.microsoft.com/office/drawing/2014/main" id="{70F3D363-33B2-1C4F-91D8-A055D064E0FA}"/>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3" name="Graphic 2">
            <a:extLst>
              <a:ext uri="{FF2B5EF4-FFF2-40B4-BE49-F238E27FC236}">
                <a16:creationId xmlns:a16="http://schemas.microsoft.com/office/drawing/2014/main" id="{09A8DB4B-60FB-9B41-DB0A-8A90E30755C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346891760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2_Blank w/footer">
    <p:spTree>
      <p:nvGrpSpPr>
        <p:cNvPr id="1" name=""/>
        <p:cNvGrpSpPr/>
        <p:nvPr/>
      </p:nvGrpSpPr>
      <p:grpSpPr>
        <a:xfrm>
          <a:off x="0" y="0"/>
          <a:ext cx="0" cy="0"/>
          <a:chOff x="0" y="0"/>
          <a:chExt cx="0" cy="0"/>
        </a:xfrm>
      </p:grpSpPr>
      <p:sp>
        <p:nvSpPr>
          <p:cNvPr id="25" name="Slide Number Placeholder 5">
            <a:extLst>
              <a:ext uri="{FF2B5EF4-FFF2-40B4-BE49-F238E27FC236}">
                <a16:creationId xmlns:a16="http://schemas.microsoft.com/office/drawing/2014/main" id="{6852A224-48B9-7B47-B45D-F751E6BD7A8E}"/>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2" name="Graphic 1">
            <a:extLst>
              <a:ext uri="{FF2B5EF4-FFF2-40B4-BE49-F238E27FC236}">
                <a16:creationId xmlns:a16="http://schemas.microsoft.com/office/drawing/2014/main" id="{C04F6A2B-A520-476A-FC0C-C85CC625354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383757503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2_Thank You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userDrawn="1"/>
        </p:nvSpPr>
        <p:spPr>
          <a:xfrm>
            <a:off x="2836648" y="5320774"/>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Freeform 19">
            <a:extLst>
              <a:ext uri="{FF2B5EF4-FFF2-40B4-BE49-F238E27FC236}">
                <a16:creationId xmlns:a16="http://schemas.microsoft.com/office/drawing/2014/main" id="{64DE4D37-4BCA-5F44-81D2-B08FB55C913C}"/>
              </a:ext>
            </a:extLst>
          </p:cNvPr>
          <p:cNvSpPr/>
          <p:nvPr userDrawn="1"/>
        </p:nvSpPr>
        <p:spPr>
          <a:xfrm>
            <a:off x="10342177" y="-1"/>
            <a:ext cx="909296" cy="468852"/>
          </a:xfrm>
          <a:custGeom>
            <a:avLst/>
            <a:gdLst>
              <a:gd name="connsiteX0" fmla="*/ 2151 w 681972"/>
              <a:gd name="connsiteY0" fmla="*/ 0 h 351639"/>
              <a:gd name="connsiteX1" fmla="*/ 679821 w 681972"/>
              <a:gd name="connsiteY1" fmla="*/ 0 h 351639"/>
              <a:gd name="connsiteX2" fmla="*/ 681972 w 681972"/>
              <a:gd name="connsiteY2" fmla="*/ 10653 h 351639"/>
              <a:gd name="connsiteX3" fmla="*/ 340986 w 681972"/>
              <a:gd name="connsiteY3" fmla="*/ 351639 h 351639"/>
              <a:gd name="connsiteX4" fmla="*/ 0 w 681972"/>
              <a:gd name="connsiteY4" fmla="*/ 10653 h 35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9">
                <a:moveTo>
                  <a:pt x="2151" y="0"/>
                </a:moveTo>
                <a:lnTo>
                  <a:pt x="679821" y="0"/>
                </a:lnTo>
                <a:lnTo>
                  <a:pt x="681972" y="10653"/>
                </a:lnTo>
                <a:cubicBezTo>
                  <a:pt x="681972" y="198974"/>
                  <a:pt x="529307" y="351639"/>
                  <a:pt x="340986" y="351639"/>
                </a:cubicBezTo>
                <a:cubicBezTo>
                  <a:pt x="152665" y="351639"/>
                  <a:pt x="0" y="198974"/>
                  <a:pt x="0" y="10653"/>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8" name="Freeform 17">
            <a:extLst>
              <a:ext uri="{FF2B5EF4-FFF2-40B4-BE49-F238E27FC236}">
                <a16:creationId xmlns:a16="http://schemas.microsoft.com/office/drawing/2014/main" id="{5F974661-8C9E-C54D-8F2E-68B306C23B70}"/>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6" name="TextBox 15">
            <a:extLst>
              <a:ext uri="{FF2B5EF4-FFF2-40B4-BE49-F238E27FC236}">
                <a16:creationId xmlns:a16="http://schemas.microsoft.com/office/drawing/2014/main" id="{D32E45E5-A33E-6849-A738-02AE42A5CCBF}"/>
              </a:ext>
            </a:extLst>
          </p:cNvPr>
          <p:cNvSpPr txBox="1"/>
          <p:nvPr userDrawn="1"/>
        </p:nvSpPr>
        <p:spPr>
          <a:xfrm>
            <a:off x="0" y="2897304"/>
            <a:ext cx="12192000" cy="985648"/>
          </a:xfrm>
          <a:prstGeom prst="rect">
            <a:avLst/>
          </a:prstGeom>
          <a:noFill/>
        </p:spPr>
        <p:txBody>
          <a:bodyPr wrap="square" rtlCol="0" anchor="ctr">
            <a:noAutofit/>
          </a:bodyPr>
          <a:lstStyle/>
          <a:p>
            <a:pPr algn="ctr"/>
            <a:r>
              <a:rPr lang="en-US" sz="4800" b="1">
                <a:solidFill>
                  <a:srgbClr val="171717"/>
                </a:solidFill>
                <a:latin typeface="Arial" panose="020B0604020202020204" pitchFamily="34" charset="0"/>
                <a:ea typeface="+mj-ea"/>
                <a:cs typeface="Arial" panose="020B0604020202020204" pitchFamily="34" charset="0"/>
              </a:rPr>
              <a:t>Thank you</a:t>
            </a:r>
            <a:endParaRPr lang="en-US" sz="2400"/>
          </a:p>
        </p:txBody>
      </p:sp>
      <p:pic>
        <p:nvPicPr>
          <p:cNvPr id="2" name="Graphic 1">
            <a:extLst>
              <a:ext uri="{FF2B5EF4-FFF2-40B4-BE49-F238E27FC236}">
                <a16:creationId xmlns:a16="http://schemas.microsoft.com/office/drawing/2014/main" id="{3F0255F9-471F-75D3-F528-B6177452B91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73831" y="5953413"/>
            <a:ext cx="2845700" cy="703432"/>
          </a:xfrm>
          <a:prstGeom prst="rect">
            <a:avLst/>
          </a:prstGeom>
        </p:spPr>
      </p:pic>
    </p:spTree>
    <p:extLst>
      <p:ext uri="{BB962C8B-B14F-4D97-AF65-F5344CB8AC3E}">
        <p14:creationId xmlns:p14="http://schemas.microsoft.com/office/powerpoint/2010/main" val="145873575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2_Content">
    <p:spTree>
      <p:nvGrpSpPr>
        <p:cNvPr id="1" name=""/>
        <p:cNvGrpSpPr/>
        <p:nvPr/>
      </p:nvGrpSpPr>
      <p:grpSpPr>
        <a:xfrm>
          <a:off x="0" y="0"/>
          <a:ext cx="0" cy="0"/>
          <a:chOff x="0" y="0"/>
          <a:chExt cx="0" cy="0"/>
        </a:xfrm>
      </p:grpSpPr>
      <p:sp>
        <p:nvSpPr>
          <p:cNvPr id="4" name="Content Placeholder 11"/>
          <p:cNvSpPr>
            <a:spLocks noGrp="1"/>
          </p:cNvSpPr>
          <p:nvPr>
            <p:ph sz="quarter" idx="14"/>
          </p:nvPr>
        </p:nvSpPr>
        <p:spPr>
          <a:xfrm>
            <a:off x="609603" y="1128891"/>
            <a:ext cx="10972799" cy="1554272"/>
          </a:xfrm>
          <a:prstGeom prst="rect">
            <a:avLst/>
          </a:prstGeom>
        </p:spPr>
        <p:txBody>
          <a:bodyPr lIns="0" tIns="0" rIns="0" bIns="0"/>
          <a:lstStyle>
            <a:lvl1pPr marL="182870" indent="-182870">
              <a:lnSpc>
                <a:spcPct val="100000"/>
              </a:lnSpc>
              <a:spcBef>
                <a:spcPts val="400"/>
              </a:spcBef>
              <a:defRPr sz="1800">
                <a:solidFill>
                  <a:schemeClr val="tx1"/>
                </a:solidFill>
              </a:defRPr>
            </a:lvl1pPr>
            <a:lvl2pPr marL="365742" indent="-182870">
              <a:lnSpc>
                <a:spcPct val="100000"/>
              </a:lnSpc>
              <a:spcBef>
                <a:spcPts val="400"/>
              </a:spcBef>
              <a:buFont typeface="Liberation Sans" panose="020B0604020202020204" pitchFamily="34" charset="0"/>
              <a:buChar char="–"/>
              <a:defRPr sz="1600">
                <a:solidFill>
                  <a:schemeClr val="tx1"/>
                </a:solidFill>
              </a:defRPr>
            </a:lvl2pPr>
            <a:lvl3pPr marL="548613" indent="-182870">
              <a:lnSpc>
                <a:spcPct val="100000"/>
              </a:lnSpc>
              <a:spcBef>
                <a:spcPts val="400"/>
              </a:spcBef>
              <a:buFont typeface="Courier New" panose="02070309020205020404" pitchFamily="49" charset="0"/>
              <a:buChar char="o"/>
              <a:defRPr sz="1400">
                <a:solidFill>
                  <a:schemeClr val="tx1"/>
                </a:solidFill>
              </a:defRPr>
            </a:lvl3pPr>
            <a:lvl4pPr marL="731484" indent="-182870">
              <a:lnSpc>
                <a:spcPct val="100000"/>
              </a:lnSpc>
              <a:spcBef>
                <a:spcPts val="400"/>
              </a:spcBef>
              <a:buFont typeface="Wingdings" panose="05000000000000000000" pitchFamily="2" charset="2"/>
              <a:buChar char="§"/>
              <a:defRPr sz="1200">
                <a:solidFill>
                  <a:schemeClr val="tx1"/>
                </a:solidFill>
              </a:defRPr>
            </a:lvl4pPr>
            <a:lvl5pPr marL="914354" indent="-182870">
              <a:lnSpc>
                <a:spcPct val="100000"/>
              </a:lnSpc>
              <a:spcBef>
                <a:spcPts val="400"/>
              </a:spcBef>
              <a:buFont typeface="Wingdings" panose="05000000000000000000" pitchFamily="2" charset="2"/>
              <a:buChar char="v"/>
              <a:defRPr sz="11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p:nvPr>
        </p:nvSpPr>
        <p:spPr/>
        <p:txBody>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744795418"/>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2" name="Freeform 31">
            <a:extLst>
              <a:ext uri="{FF2B5EF4-FFF2-40B4-BE49-F238E27FC236}">
                <a16:creationId xmlns:a16="http://schemas.microsoft.com/office/drawing/2014/main" id="{7475FFD4-40DC-2340-9879-BB937094514D}"/>
              </a:ext>
            </a:extLst>
          </p:cNvPr>
          <p:cNvSpPr>
            <a:spLocks/>
          </p:cNvSpPr>
          <p:nvPr userDrawn="1"/>
        </p:nvSpPr>
        <p:spPr>
          <a:xfrm>
            <a:off x="4686531" y="8875"/>
            <a:ext cx="7505469" cy="3752604"/>
          </a:xfrm>
          <a:custGeom>
            <a:avLst/>
            <a:gdLst>
              <a:gd name="connsiteX0" fmla="*/ 610619 w 5629102"/>
              <a:gd name="connsiteY0" fmla="*/ 0 h 2814453"/>
              <a:gd name="connsiteX1" fmla="*/ 5629102 w 5629102"/>
              <a:gd name="connsiteY1" fmla="*/ 0 h 2814453"/>
              <a:gd name="connsiteX2" fmla="*/ 5629102 w 5629102"/>
              <a:gd name="connsiteY2" fmla="*/ 2814453 h 2814453"/>
              <a:gd name="connsiteX3" fmla="*/ 1572393 w 5629102"/>
              <a:gd name="connsiteY3" fmla="*/ 2814453 h 2814453"/>
              <a:gd name="connsiteX4" fmla="*/ 0 w 5629102"/>
              <a:gd name="connsiteY4" fmla="*/ 1242060 h 2814453"/>
              <a:gd name="connsiteX5" fmla="*/ 572205 w 5629102"/>
              <a:gd name="connsiteY5" fmla="*/ 28725 h 281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9102" h="2814453">
                <a:moveTo>
                  <a:pt x="610619" y="0"/>
                </a:moveTo>
                <a:lnTo>
                  <a:pt x="5629102" y="0"/>
                </a:lnTo>
                <a:lnTo>
                  <a:pt x="5629102" y="2814453"/>
                </a:lnTo>
                <a:lnTo>
                  <a:pt x="1572393" y="2814453"/>
                </a:lnTo>
                <a:cubicBezTo>
                  <a:pt x="703984" y="2814453"/>
                  <a:pt x="0" y="2110469"/>
                  <a:pt x="0" y="1242060"/>
                </a:cubicBezTo>
                <a:cubicBezTo>
                  <a:pt x="0" y="753580"/>
                  <a:pt x="222745" y="317125"/>
                  <a:pt x="572205" y="2872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2" name="Rectangle 21">
            <a:extLst>
              <a:ext uri="{FF2B5EF4-FFF2-40B4-BE49-F238E27FC236}">
                <a16:creationId xmlns:a16="http://schemas.microsoft.com/office/drawing/2014/main" id="{AE552F7F-5002-C341-BB47-A22086A095D9}"/>
              </a:ext>
            </a:extLst>
          </p:cNvPr>
          <p:cNvSpPr/>
          <p:nvPr userDrawn="1"/>
        </p:nvSpPr>
        <p:spPr>
          <a:xfrm>
            <a:off x="1" y="5915056"/>
            <a:ext cx="12192000" cy="94294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 name="Subtitle 2"/>
          <p:cNvSpPr>
            <a:spLocks noGrp="1"/>
          </p:cNvSpPr>
          <p:nvPr>
            <p:ph type="subTitle" idx="1"/>
          </p:nvPr>
        </p:nvSpPr>
        <p:spPr>
          <a:xfrm>
            <a:off x="457201" y="4818843"/>
            <a:ext cx="9160412" cy="641701"/>
          </a:xfrm>
        </p:spPr>
        <p:txBody>
          <a:bodyPr lIns="0" tIns="0" rIns="0" bIns="0"/>
          <a:lstStyle>
            <a:lvl1pPr marL="0" indent="0" algn="l">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pic>
        <p:nvPicPr>
          <p:cNvPr id="12" name="Graphic 11">
            <a:extLst>
              <a:ext uri="{FF2B5EF4-FFF2-40B4-BE49-F238E27FC236}">
                <a16:creationId xmlns:a16="http://schemas.microsoft.com/office/drawing/2014/main" id="{1FE1D59E-B23B-EB40-95E5-ED140B58937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687" t="37615" r="4486" b="37322"/>
          <a:stretch/>
        </p:blipFill>
        <p:spPr>
          <a:xfrm>
            <a:off x="4569359" y="6159979"/>
            <a:ext cx="3070917" cy="508431"/>
          </a:xfrm>
          <a:prstGeom prst="rect">
            <a:avLst/>
          </a:prstGeom>
        </p:spPr>
      </p:pic>
      <p:sp>
        <p:nvSpPr>
          <p:cNvPr id="19" name="Oval 18">
            <a:extLst>
              <a:ext uri="{FF2B5EF4-FFF2-40B4-BE49-F238E27FC236}">
                <a16:creationId xmlns:a16="http://schemas.microsoft.com/office/drawing/2014/main" id="{75CB116E-FCFF-B84C-8DDA-6401B7A0A3B9}"/>
              </a:ext>
            </a:extLst>
          </p:cNvPr>
          <p:cNvSpPr/>
          <p:nvPr userDrawn="1"/>
        </p:nvSpPr>
        <p:spPr>
          <a:xfrm>
            <a:off x="10342181" y="4709625"/>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1894702"/>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3"/>
            <a:ext cx="9144000" cy="1354081"/>
          </a:xfrm>
        </p:spPr>
        <p:txBody>
          <a:bodyPr lIns="0" tIns="0" rIns="0" bIns="0" anchor="b"/>
          <a:lstStyle>
            <a:lvl1pPr algn="l">
              <a:defRPr sz="4267"/>
            </a:lvl1pPr>
          </a:lstStyle>
          <a:p>
            <a:r>
              <a:rPr lang="en-US"/>
              <a:t>Click to edit Master title style</a:t>
            </a:r>
          </a:p>
        </p:txBody>
      </p:sp>
    </p:spTree>
    <p:extLst>
      <p:ext uri="{BB962C8B-B14F-4D97-AF65-F5344CB8AC3E}">
        <p14:creationId xmlns:p14="http://schemas.microsoft.com/office/powerpoint/2010/main" val="101041951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type="secHead" preserve="1">
  <p:cSld name="Divider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userDrawn="1"/>
        </p:nvSpPr>
        <p:spPr>
          <a:xfrm>
            <a:off x="2836647" y="5641959"/>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p:cNvSpPr>
            <a:spLocks noGrp="1"/>
          </p:cNvSpPr>
          <p:nvPr>
            <p:ph type="title"/>
          </p:nvPr>
        </p:nvSpPr>
        <p:spPr>
          <a:xfrm>
            <a:off x="460464" y="2897304"/>
            <a:ext cx="10515600" cy="985648"/>
          </a:xfrm>
        </p:spPr>
        <p:txBody>
          <a:bodyPr lIns="0" tIns="0" rIns="0" bIns="0" anchor="b">
            <a:normAutofit/>
          </a:bodyPr>
          <a:lstStyle>
            <a:lvl1pPr>
              <a:defRPr sz="3733"/>
            </a:lvl1pPr>
          </a:lstStyle>
          <a:p>
            <a:endParaRPr lang="en-US"/>
          </a:p>
        </p:txBody>
      </p:sp>
      <p:sp>
        <p:nvSpPr>
          <p:cNvPr id="3" name="Text Placeholder 2"/>
          <p:cNvSpPr>
            <a:spLocks noGrp="1"/>
          </p:cNvSpPr>
          <p:nvPr>
            <p:ph type="body" idx="1"/>
          </p:nvPr>
        </p:nvSpPr>
        <p:spPr>
          <a:xfrm>
            <a:off x="457200" y="4025416"/>
            <a:ext cx="10538293" cy="684208"/>
          </a:xfrm>
        </p:spPr>
        <p:txBody>
          <a:bodyPr lIns="0" tIns="0" rIns="0" bIns="0"/>
          <a:lstStyle>
            <a:lvl1pPr marL="0" indent="0">
              <a:buNone/>
              <a:defRPr sz="2667">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endParaRPr lang="en-US"/>
          </a:p>
        </p:txBody>
      </p:sp>
      <p:sp>
        <p:nvSpPr>
          <p:cNvPr id="6" name="Slide Number Placeholder 5"/>
          <p:cNvSpPr>
            <a:spLocks noGrp="1"/>
          </p:cNvSpPr>
          <p:nvPr>
            <p:ph type="sldNum" sz="quarter" idx="12"/>
          </p:nvPr>
        </p:nvSpPr>
        <p:spPr>
          <a:xfrm>
            <a:off x="5888567" y="6293130"/>
            <a:ext cx="414867" cy="564871"/>
          </a:xfrm>
        </p:spPr>
        <p:txBody>
          <a:bodyPr/>
          <a:lstStyle>
            <a:lvl1pPr algn="ctr">
              <a:defRPr sz="800">
                <a:solidFill>
                  <a:schemeClr val="tx1"/>
                </a:solidFill>
              </a:defRPr>
            </a:lvl1pPr>
          </a:lstStyle>
          <a:p>
            <a:fld id="{7D18A8FE-DFC8-4843-AEF2-DE4DB0CF7D65}" type="slidenum">
              <a:rPr lang="en-US" smtClean="0"/>
              <a:pPr/>
              <a:t>‹#›</a:t>
            </a:fld>
            <a:endParaRPr lang="en-US"/>
          </a:p>
        </p:txBody>
      </p:sp>
      <p:sp>
        <p:nvSpPr>
          <p:cNvPr id="22" name="Freeform 21">
            <a:extLst>
              <a:ext uri="{FF2B5EF4-FFF2-40B4-BE49-F238E27FC236}">
                <a16:creationId xmlns:a16="http://schemas.microsoft.com/office/drawing/2014/main" id="{74AFD015-0D1F-3547-8CF1-90942E7ACF2E}"/>
              </a:ext>
            </a:extLst>
          </p:cNvPr>
          <p:cNvSpPr/>
          <p:nvPr userDrawn="1"/>
        </p:nvSpPr>
        <p:spPr>
          <a:xfrm>
            <a:off x="10342177"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Freeform 20">
            <a:extLst>
              <a:ext uri="{FF2B5EF4-FFF2-40B4-BE49-F238E27FC236}">
                <a16:creationId xmlns:a16="http://schemas.microsoft.com/office/drawing/2014/main" id="{B74D8618-1342-4C42-94BD-C150DF3C1928}"/>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4" name="Graphic 3">
            <a:extLst>
              <a:ext uri="{FF2B5EF4-FFF2-40B4-BE49-F238E27FC236}">
                <a16:creationId xmlns:a16="http://schemas.microsoft.com/office/drawing/2014/main" id="{8324AB91-2D33-CDCF-ADEE-A4EE075DB57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405" b="31086"/>
          <a:stretch/>
        </p:blipFill>
        <p:spPr>
          <a:xfrm>
            <a:off x="9982200" y="6417732"/>
            <a:ext cx="1783080" cy="369195"/>
          </a:xfrm>
          <a:prstGeom prst="rect">
            <a:avLst/>
          </a:prstGeom>
        </p:spPr>
      </p:pic>
    </p:spTree>
    <p:extLst>
      <p:ext uri="{BB962C8B-B14F-4D97-AF65-F5344CB8AC3E}">
        <p14:creationId xmlns:p14="http://schemas.microsoft.com/office/powerpoint/2010/main" val="330112568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0" y="1576552"/>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6" y="1576553"/>
            <a:ext cx="4542641" cy="4351283"/>
          </a:xfrm>
        </p:spPr>
        <p:txBody>
          <a:bodyPr/>
          <a:lstStyle/>
          <a:p>
            <a:endParaRPr lang="en-US"/>
          </a:p>
        </p:txBody>
      </p:sp>
      <p:pic>
        <p:nvPicPr>
          <p:cNvPr id="21" name="Graphic 20">
            <a:extLst>
              <a:ext uri="{FF2B5EF4-FFF2-40B4-BE49-F238E27FC236}">
                <a16:creationId xmlns:a16="http://schemas.microsoft.com/office/drawing/2014/main" id="{E1AFEA42-3EE1-094B-87A5-A1149CFA17D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687" t="37615" r="4486" b="37322"/>
          <a:stretch/>
        </p:blipFill>
        <p:spPr>
          <a:xfrm>
            <a:off x="10062633" y="6451600"/>
            <a:ext cx="1627043" cy="269379"/>
          </a:xfrm>
          <a:prstGeom prst="rect">
            <a:avLst/>
          </a:prstGeom>
        </p:spPr>
      </p:pic>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293130"/>
            <a:ext cx="414867" cy="564871"/>
          </a:xfr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19" name="Freeform 18">
            <a:extLst>
              <a:ext uri="{FF2B5EF4-FFF2-40B4-BE49-F238E27FC236}">
                <a16:creationId xmlns:a16="http://schemas.microsoft.com/office/drawing/2014/main" id="{80C5F9C2-BCC4-4F46-B53F-F73C108C9E1F}"/>
              </a:ext>
            </a:extLst>
          </p:cNvPr>
          <p:cNvSpPr/>
          <p:nvPr userDrawn="1"/>
        </p:nvSpPr>
        <p:spPr>
          <a:xfrm>
            <a:off x="11700459" y="446467"/>
            <a:ext cx="491543" cy="479013"/>
          </a:xfrm>
          <a:custGeom>
            <a:avLst/>
            <a:gdLst>
              <a:gd name="connsiteX0" fmla="*/ 0 w 368657"/>
              <a:gd name="connsiteY0" fmla="*/ 179629 h 359260"/>
              <a:gd name="connsiteX1" fmla="*/ 0 w 368657"/>
              <a:gd name="connsiteY1" fmla="*/ 179630 h 359260"/>
              <a:gd name="connsiteX2" fmla="*/ 0 w 368657"/>
              <a:gd name="connsiteY2" fmla="*/ 179630 h 359260"/>
              <a:gd name="connsiteX3" fmla="*/ 179630 w 368657"/>
              <a:gd name="connsiteY3" fmla="*/ 0 h 359260"/>
              <a:gd name="connsiteX4" fmla="*/ 368657 w 368657"/>
              <a:gd name="connsiteY4" fmla="*/ 0 h 359260"/>
              <a:gd name="connsiteX5" fmla="*/ 368657 w 368657"/>
              <a:gd name="connsiteY5" fmla="*/ 359260 h 359260"/>
              <a:gd name="connsiteX6" fmla="*/ 179630 w 368657"/>
              <a:gd name="connsiteY6" fmla="*/ 359259 h 359260"/>
              <a:gd name="connsiteX7" fmla="*/ 14116 w 368657"/>
              <a:gd name="connsiteY7" fmla="*/ 249549 h 359260"/>
              <a:gd name="connsiteX8" fmla="*/ 0 w 368657"/>
              <a:gd name="connsiteY8" fmla="*/ 179630 h 359260"/>
              <a:gd name="connsiteX9" fmla="*/ 14116 w 368657"/>
              <a:gd name="connsiteY9" fmla="*/ 109710 h 359260"/>
              <a:gd name="connsiteX10" fmla="*/ 179630 w 368657"/>
              <a:gd name="connsiteY10" fmla="*/ 0 h 35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657" h="359260">
                <a:moveTo>
                  <a:pt x="0" y="179629"/>
                </a:moveTo>
                <a:lnTo>
                  <a:pt x="0" y="179630"/>
                </a:lnTo>
                <a:lnTo>
                  <a:pt x="0" y="179630"/>
                </a:lnTo>
                <a:close/>
                <a:moveTo>
                  <a:pt x="179630" y="0"/>
                </a:moveTo>
                <a:lnTo>
                  <a:pt x="368657" y="0"/>
                </a:lnTo>
                <a:lnTo>
                  <a:pt x="368657" y="359260"/>
                </a:lnTo>
                <a:lnTo>
                  <a:pt x="179630" y="359259"/>
                </a:lnTo>
                <a:cubicBezTo>
                  <a:pt x="105225" y="359259"/>
                  <a:pt x="41386" y="314021"/>
                  <a:pt x="14116" y="249549"/>
                </a:cubicBezTo>
                <a:lnTo>
                  <a:pt x="0" y="179630"/>
                </a:lnTo>
                <a:lnTo>
                  <a:pt x="14116" y="109710"/>
                </a:lnTo>
                <a:cubicBezTo>
                  <a:pt x="41386" y="45238"/>
                  <a:pt x="105225" y="0"/>
                  <a:pt x="17963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5302165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Title and Content w/Picture no/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0" y="1576552"/>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a:extLst>
              <a:ext uri="{FF2B5EF4-FFF2-40B4-BE49-F238E27FC236}">
                <a16:creationId xmlns:a16="http://schemas.microsoft.com/office/drawing/2014/main" id="{F6C2E4E1-C590-2644-8C95-107E509DCB05}"/>
              </a:ext>
            </a:extLst>
          </p:cNvPr>
          <p:cNvSpPr>
            <a:spLocks noGrp="1"/>
          </p:cNvSpPr>
          <p:nvPr>
            <p:ph type="sldNum" sz="quarter" idx="12"/>
          </p:nvPr>
        </p:nvSpPr>
        <p:spPr>
          <a:xfrm>
            <a:off x="5888567" y="6293130"/>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6" y="1576553"/>
            <a:ext cx="4542641" cy="4351283"/>
          </a:xfrm>
        </p:spPr>
        <p:txBody>
          <a:bodyPr/>
          <a:lstStyle/>
          <a:p>
            <a:endParaRPr lang="en-US"/>
          </a:p>
        </p:txBody>
      </p:sp>
      <p:sp>
        <p:nvSpPr>
          <p:cNvPr id="21" name="Freeform 20">
            <a:extLst>
              <a:ext uri="{FF2B5EF4-FFF2-40B4-BE49-F238E27FC236}">
                <a16:creationId xmlns:a16="http://schemas.microsoft.com/office/drawing/2014/main" id="{C59BA2E4-1225-9E46-AE3D-23BB0E38630E}"/>
              </a:ext>
            </a:extLst>
          </p:cNvPr>
          <p:cNvSpPr/>
          <p:nvPr userDrawn="1"/>
        </p:nvSpPr>
        <p:spPr>
          <a:xfrm>
            <a:off x="11700459" y="446467"/>
            <a:ext cx="491543" cy="479013"/>
          </a:xfrm>
          <a:custGeom>
            <a:avLst/>
            <a:gdLst>
              <a:gd name="connsiteX0" fmla="*/ 0 w 368657"/>
              <a:gd name="connsiteY0" fmla="*/ 179629 h 359260"/>
              <a:gd name="connsiteX1" fmla="*/ 0 w 368657"/>
              <a:gd name="connsiteY1" fmla="*/ 179630 h 359260"/>
              <a:gd name="connsiteX2" fmla="*/ 0 w 368657"/>
              <a:gd name="connsiteY2" fmla="*/ 179630 h 359260"/>
              <a:gd name="connsiteX3" fmla="*/ 179630 w 368657"/>
              <a:gd name="connsiteY3" fmla="*/ 0 h 359260"/>
              <a:gd name="connsiteX4" fmla="*/ 368657 w 368657"/>
              <a:gd name="connsiteY4" fmla="*/ 0 h 359260"/>
              <a:gd name="connsiteX5" fmla="*/ 368657 w 368657"/>
              <a:gd name="connsiteY5" fmla="*/ 359260 h 359260"/>
              <a:gd name="connsiteX6" fmla="*/ 179630 w 368657"/>
              <a:gd name="connsiteY6" fmla="*/ 359259 h 359260"/>
              <a:gd name="connsiteX7" fmla="*/ 14116 w 368657"/>
              <a:gd name="connsiteY7" fmla="*/ 249549 h 359260"/>
              <a:gd name="connsiteX8" fmla="*/ 0 w 368657"/>
              <a:gd name="connsiteY8" fmla="*/ 179630 h 359260"/>
              <a:gd name="connsiteX9" fmla="*/ 14116 w 368657"/>
              <a:gd name="connsiteY9" fmla="*/ 109710 h 359260"/>
              <a:gd name="connsiteX10" fmla="*/ 179630 w 368657"/>
              <a:gd name="connsiteY10" fmla="*/ 0 h 35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657" h="359260">
                <a:moveTo>
                  <a:pt x="0" y="179629"/>
                </a:moveTo>
                <a:lnTo>
                  <a:pt x="0" y="179630"/>
                </a:lnTo>
                <a:lnTo>
                  <a:pt x="0" y="179630"/>
                </a:lnTo>
                <a:close/>
                <a:moveTo>
                  <a:pt x="179630" y="0"/>
                </a:moveTo>
                <a:lnTo>
                  <a:pt x="368657" y="0"/>
                </a:lnTo>
                <a:lnTo>
                  <a:pt x="368657" y="359260"/>
                </a:lnTo>
                <a:lnTo>
                  <a:pt x="179630" y="359259"/>
                </a:lnTo>
                <a:cubicBezTo>
                  <a:pt x="105225" y="359259"/>
                  <a:pt x="41386" y="314021"/>
                  <a:pt x="14116" y="249549"/>
                </a:cubicBezTo>
                <a:lnTo>
                  <a:pt x="0" y="179630"/>
                </a:lnTo>
                <a:lnTo>
                  <a:pt x="14116" y="109710"/>
                </a:lnTo>
                <a:cubicBezTo>
                  <a:pt x="41386" y="45238"/>
                  <a:pt x="105225" y="0"/>
                  <a:pt x="17963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6" name="Oval 15">
            <a:extLst>
              <a:ext uri="{FF2B5EF4-FFF2-40B4-BE49-F238E27FC236}">
                <a16:creationId xmlns:a16="http://schemas.microsoft.com/office/drawing/2014/main" id="{623BEB02-8936-C64C-90E5-34C9FAD17301}"/>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Freeform 19">
            <a:extLst>
              <a:ext uri="{FF2B5EF4-FFF2-40B4-BE49-F238E27FC236}">
                <a16:creationId xmlns:a16="http://schemas.microsoft.com/office/drawing/2014/main" id="{20F1CE2F-F236-0D4F-8B3A-B0E6ECB7570C}"/>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9" name="Graphic 18">
            <a:extLst>
              <a:ext uri="{FF2B5EF4-FFF2-40B4-BE49-F238E27FC236}">
                <a16:creationId xmlns:a16="http://schemas.microsoft.com/office/drawing/2014/main" id="{3673E506-FF6F-1149-B70E-45234714224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405" b="31086"/>
          <a:stretch/>
        </p:blipFill>
        <p:spPr>
          <a:xfrm>
            <a:off x="9982200" y="6417732"/>
            <a:ext cx="1783080" cy="369195"/>
          </a:xfrm>
          <a:prstGeom prst="rect">
            <a:avLst/>
          </a:prstGeom>
        </p:spPr>
      </p:pic>
    </p:spTree>
    <p:extLst>
      <p:ext uri="{BB962C8B-B14F-4D97-AF65-F5344CB8AC3E}">
        <p14:creationId xmlns:p14="http://schemas.microsoft.com/office/powerpoint/2010/main" val="268203993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2_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0" y="1576552"/>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6" y="1576553"/>
            <a:ext cx="4542641" cy="4351283"/>
          </a:xfrm>
        </p:spPr>
        <p:txBody>
          <a:bodyPr/>
          <a:lstStyle/>
          <a:p>
            <a:endParaRPr lang="en-US"/>
          </a:p>
        </p:txBody>
      </p:sp>
      <p:sp>
        <p:nvSpPr>
          <p:cNvPr id="20" name="Rectangle 19">
            <a:extLst>
              <a:ext uri="{FF2B5EF4-FFF2-40B4-BE49-F238E27FC236}">
                <a16:creationId xmlns:a16="http://schemas.microsoft.com/office/drawing/2014/main" id="{3FEA7481-30F1-CC4D-A84F-2128B87986F5}"/>
              </a:ext>
            </a:extLst>
          </p:cNvPr>
          <p:cNvSpPr/>
          <p:nvPr userDrawn="1"/>
        </p:nvSpPr>
        <p:spPr>
          <a:xfrm>
            <a:off x="1" y="6293131"/>
            <a:ext cx="12192000" cy="5648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1" name="Graphic 20">
            <a:extLst>
              <a:ext uri="{FF2B5EF4-FFF2-40B4-BE49-F238E27FC236}">
                <a16:creationId xmlns:a16="http://schemas.microsoft.com/office/drawing/2014/main" id="{E1AFEA42-3EE1-094B-87A5-A1149CFA17D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687" t="37615" r="4486" b="37322"/>
          <a:stretch/>
        </p:blipFill>
        <p:spPr>
          <a:xfrm>
            <a:off x="10062633" y="6451600"/>
            <a:ext cx="1627043" cy="269379"/>
          </a:xfrm>
          <a:prstGeom prst="rect">
            <a:avLst/>
          </a:prstGeom>
        </p:spPr>
      </p:pic>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293130"/>
            <a:ext cx="414867" cy="564871"/>
          </a:xfr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19" name="Freeform 18">
            <a:extLst>
              <a:ext uri="{FF2B5EF4-FFF2-40B4-BE49-F238E27FC236}">
                <a16:creationId xmlns:a16="http://schemas.microsoft.com/office/drawing/2014/main" id="{80C5F9C2-BCC4-4F46-B53F-F73C108C9E1F}"/>
              </a:ext>
            </a:extLst>
          </p:cNvPr>
          <p:cNvSpPr/>
          <p:nvPr userDrawn="1"/>
        </p:nvSpPr>
        <p:spPr>
          <a:xfrm>
            <a:off x="11700459" y="446467"/>
            <a:ext cx="491543" cy="479013"/>
          </a:xfrm>
          <a:custGeom>
            <a:avLst/>
            <a:gdLst>
              <a:gd name="connsiteX0" fmla="*/ 0 w 368657"/>
              <a:gd name="connsiteY0" fmla="*/ 179629 h 359260"/>
              <a:gd name="connsiteX1" fmla="*/ 0 w 368657"/>
              <a:gd name="connsiteY1" fmla="*/ 179630 h 359260"/>
              <a:gd name="connsiteX2" fmla="*/ 0 w 368657"/>
              <a:gd name="connsiteY2" fmla="*/ 179630 h 359260"/>
              <a:gd name="connsiteX3" fmla="*/ 179630 w 368657"/>
              <a:gd name="connsiteY3" fmla="*/ 0 h 359260"/>
              <a:gd name="connsiteX4" fmla="*/ 368657 w 368657"/>
              <a:gd name="connsiteY4" fmla="*/ 0 h 359260"/>
              <a:gd name="connsiteX5" fmla="*/ 368657 w 368657"/>
              <a:gd name="connsiteY5" fmla="*/ 359260 h 359260"/>
              <a:gd name="connsiteX6" fmla="*/ 179630 w 368657"/>
              <a:gd name="connsiteY6" fmla="*/ 359259 h 359260"/>
              <a:gd name="connsiteX7" fmla="*/ 14116 w 368657"/>
              <a:gd name="connsiteY7" fmla="*/ 249549 h 359260"/>
              <a:gd name="connsiteX8" fmla="*/ 0 w 368657"/>
              <a:gd name="connsiteY8" fmla="*/ 179630 h 359260"/>
              <a:gd name="connsiteX9" fmla="*/ 14116 w 368657"/>
              <a:gd name="connsiteY9" fmla="*/ 109710 h 359260"/>
              <a:gd name="connsiteX10" fmla="*/ 179630 w 368657"/>
              <a:gd name="connsiteY10" fmla="*/ 0 h 35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657" h="359260">
                <a:moveTo>
                  <a:pt x="0" y="179629"/>
                </a:moveTo>
                <a:lnTo>
                  <a:pt x="0" y="179630"/>
                </a:lnTo>
                <a:lnTo>
                  <a:pt x="0" y="179630"/>
                </a:lnTo>
                <a:close/>
                <a:moveTo>
                  <a:pt x="179630" y="0"/>
                </a:moveTo>
                <a:lnTo>
                  <a:pt x="368657" y="0"/>
                </a:lnTo>
                <a:lnTo>
                  <a:pt x="368657" y="359260"/>
                </a:lnTo>
                <a:lnTo>
                  <a:pt x="179630" y="359259"/>
                </a:lnTo>
                <a:cubicBezTo>
                  <a:pt x="105225" y="359259"/>
                  <a:pt x="41386" y="314021"/>
                  <a:pt x="14116" y="249549"/>
                </a:cubicBezTo>
                <a:lnTo>
                  <a:pt x="0" y="179630"/>
                </a:lnTo>
                <a:lnTo>
                  <a:pt x="14116" y="109710"/>
                </a:lnTo>
                <a:cubicBezTo>
                  <a:pt x="41386" y="45238"/>
                  <a:pt x="105225" y="0"/>
                  <a:pt x="17963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9" name="bjClassifierImageBottom">
            <a:extLst>
              <a:ext uri="{FF2B5EF4-FFF2-40B4-BE49-F238E27FC236}">
                <a16:creationId xmlns:a16="http://schemas.microsoft.com/office/drawing/2014/main" id="{1D8990EA-8C96-4A40-B1FD-742FC607ADC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500" y="6468336"/>
            <a:ext cx="807790" cy="326164"/>
          </a:xfrm>
          <a:prstGeom prst="rect">
            <a:avLst/>
          </a:prstGeom>
        </p:spPr>
      </p:pic>
    </p:spTree>
    <p:extLst>
      <p:ext uri="{BB962C8B-B14F-4D97-AF65-F5344CB8AC3E}">
        <p14:creationId xmlns:p14="http://schemas.microsoft.com/office/powerpoint/2010/main" val="313376704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2_Title and Content w/Picture no/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0" y="1576552"/>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235E8CC7-D4EC-D441-8699-AB07804E984E}"/>
              </a:ext>
            </a:extLst>
          </p:cNvPr>
          <p:cNvGrpSpPr/>
          <p:nvPr userDrawn="1"/>
        </p:nvGrpSpPr>
        <p:grpSpPr>
          <a:xfrm>
            <a:off x="418835" y="6436346"/>
            <a:ext cx="1155965" cy="299525"/>
            <a:chOff x="326826" y="4827265"/>
            <a:chExt cx="866974" cy="224644"/>
          </a:xfrm>
        </p:grpSpPr>
        <p:grpSp>
          <p:nvGrpSpPr>
            <p:cNvPr id="10" name="Group 9">
              <a:extLst>
                <a:ext uri="{FF2B5EF4-FFF2-40B4-BE49-F238E27FC236}">
                  <a16:creationId xmlns:a16="http://schemas.microsoft.com/office/drawing/2014/main" id="{206DCB4D-AC9D-1A4B-A216-E63CF093D9C7}"/>
                </a:ext>
              </a:extLst>
            </p:cNvPr>
            <p:cNvGrpSpPr/>
            <p:nvPr userDrawn="1"/>
          </p:nvGrpSpPr>
          <p:grpSpPr>
            <a:xfrm>
              <a:off x="326826" y="4827265"/>
              <a:ext cx="241691" cy="224644"/>
              <a:chOff x="387151" y="4122415"/>
              <a:chExt cx="241691" cy="224644"/>
            </a:xfrm>
          </p:grpSpPr>
          <p:sp>
            <p:nvSpPr>
              <p:cNvPr id="12" name="Triangle 11">
                <a:extLst>
                  <a:ext uri="{FF2B5EF4-FFF2-40B4-BE49-F238E27FC236}">
                    <a16:creationId xmlns:a16="http://schemas.microsoft.com/office/drawing/2014/main" id="{753E3630-3FBE-6E4C-8743-7FC846DE057D}"/>
                  </a:ext>
                </a:extLst>
              </p:cNvPr>
              <p:cNvSpPr/>
              <p:nvPr userDrawn="1"/>
            </p:nvSpPr>
            <p:spPr>
              <a:xfrm>
                <a:off x="415727" y="4122415"/>
                <a:ext cx="203591" cy="215444"/>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3" name="TextBox 12">
                <a:extLst>
                  <a:ext uri="{FF2B5EF4-FFF2-40B4-BE49-F238E27FC236}">
                    <a16:creationId xmlns:a16="http://schemas.microsoft.com/office/drawing/2014/main" id="{1CEAEB9D-7ED7-2B40-9B9C-B5B10400E564}"/>
                  </a:ext>
                </a:extLst>
              </p:cNvPr>
              <p:cNvSpPr txBox="1"/>
              <p:nvPr userDrawn="1"/>
            </p:nvSpPr>
            <p:spPr>
              <a:xfrm>
                <a:off x="387151" y="4154650"/>
                <a:ext cx="241691" cy="192409"/>
              </a:xfrm>
              <a:prstGeom prst="rect">
                <a:avLst/>
              </a:prstGeom>
              <a:noFill/>
            </p:spPr>
            <p:txBody>
              <a:bodyPr wrap="square" rtlCol="0">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1067" b="1" i="0">
                    <a:latin typeface="Arial Black" panose="020B0604020202020204" pitchFamily="34" charset="0"/>
                    <a:cs typeface="Arial Black" panose="020B0604020202020204" pitchFamily="34" charset="0"/>
                  </a:rPr>
                  <a:t>C</a:t>
                </a:r>
                <a:endParaRPr lang="en-US" sz="2400"/>
              </a:p>
            </p:txBody>
          </p:sp>
        </p:grpSp>
        <p:sp>
          <p:nvSpPr>
            <p:cNvPr id="11" name="TextBox 10">
              <a:extLst>
                <a:ext uri="{FF2B5EF4-FFF2-40B4-BE49-F238E27FC236}">
                  <a16:creationId xmlns:a16="http://schemas.microsoft.com/office/drawing/2014/main" id="{C3B01DB8-B751-024D-89C1-60E454AEDC32}"/>
                </a:ext>
              </a:extLst>
            </p:cNvPr>
            <p:cNvSpPr txBox="1"/>
            <p:nvPr userDrawn="1"/>
          </p:nvSpPr>
          <p:spPr>
            <a:xfrm>
              <a:off x="558601" y="4929481"/>
              <a:ext cx="635199" cy="70741"/>
            </a:xfrm>
            <a:prstGeom prst="rect">
              <a:avLst/>
            </a:prstGeom>
            <a:noFill/>
          </p:spPr>
          <p:txBody>
            <a:bodyPr wrap="square" lIns="0" tIns="0" rIns="0" bIns="0" rtlCol="0">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613" b="1" i="0">
                  <a:solidFill>
                    <a:schemeClr val="tx2"/>
                  </a:solidFill>
                  <a:latin typeface="Arial" panose="020B0604020202020204" pitchFamily="34" charset="0"/>
                  <a:cs typeface="Arial" panose="020B0604020202020204" pitchFamily="34" charset="0"/>
                </a:rPr>
                <a:t>Confidential</a:t>
              </a:r>
            </a:p>
          </p:txBody>
        </p:sp>
      </p:grpSp>
      <p:sp>
        <p:nvSpPr>
          <p:cNvPr id="14" name="Slide Number Placeholder 5">
            <a:extLst>
              <a:ext uri="{FF2B5EF4-FFF2-40B4-BE49-F238E27FC236}">
                <a16:creationId xmlns:a16="http://schemas.microsoft.com/office/drawing/2014/main" id="{F6C2E4E1-C590-2644-8C95-107E509DCB05}"/>
              </a:ext>
            </a:extLst>
          </p:cNvPr>
          <p:cNvSpPr>
            <a:spLocks noGrp="1"/>
          </p:cNvSpPr>
          <p:nvPr>
            <p:ph type="sldNum" sz="quarter" idx="12"/>
          </p:nvPr>
        </p:nvSpPr>
        <p:spPr>
          <a:xfrm>
            <a:off x="5888567" y="6293130"/>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6" y="1576553"/>
            <a:ext cx="4542641" cy="4351283"/>
          </a:xfrm>
        </p:spPr>
        <p:txBody>
          <a:bodyPr/>
          <a:lstStyle/>
          <a:p>
            <a:endParaRPr lang="en-US"/>
          </a:p>
        </p:txBody>
      </p:sp>
      <p:sp>
        <p:nvSpPr>
          <p:cNvPr id="21" name="Freeform 20">
            <a:extLst>
              <a:ext uri="{FF2B5EF4-FFF2-40B4-BE49-F238E27FC236}">
                <a16:creationId xmlns:a16="http://schemas.microsoft.com/office/drawing/2014/main" id="{C59BA2E4-1225-9E46-AE3D-23BB0E38630E}"/>
              </a:ext>
            </a:extLst>
          </p:cNvPr>
          <p:cNvSpPr/>
          <p:nvPr userDrawn="1"/>
        </p:nvSpPr>
        <p:spPr>
          <a:xfrm>
            <a:off x="11700459" y="446467"/>
            <a:ext cx="491543" cy="479013"/>
          </a:xfrm>
          <a:custGeom>
            <a:avLst/>
            <a:gdLst>
              <a:gd name="connsiteX0" fmla="*/ 0 w 368657"/>
              <a:gd name="connsiteY0" fmla="*/ 179629 h 359260"/>
              <a:gd name="connsiteX1" fmla="*/ 0 w 368657"/>
              <a:gd name="connsiteY1" fmla="*/ 179630 h 359260"/>
              <a:gd name="connsiteX2" fmla="*/ 0 w 368657"/>
              <a:gd name="connsiteY2" fmla="*/ 179630 h 359260"/>
              <a:gd name="connsiteX3" fmla="*/ 179630 w 368657"/>
              <a:gd name="connsiteY3" fmla="*/ 0 h 359260"/>
              <a:gd name="connsiteX4" fmla="*/ 368657 w 368657"/>
              <a:gd name="connsiteY4" fmla="*/ 0 h 359260"/>
              <a:gd name="connsiteX5" fmla="*/ 368657 w 368657"/>
              <a:gd name="connsiteY5" fmla="*/ 359260 h 359260"/>
              <a:gd name="connsiteX6" fmla="*/ 179630 w 368657"/>
              <a:gd name="connsiteY6" fmla="*/ 359259 h 359260"/>
              <a:gd name="connsiteX7" fmla="*/ 14116 w 368657"/>
              <a:gd name="connsiteY7" fmla="*/ 249549 h 359260"/>
              <a:gd name="connsiteX8" fmla="*/ 0 w 368657"/>
              <a:gd name="connsiteY8" fmla="*/ 179630 h 359260"/>
              <a:gd name="connsiteX9" fmla="*/ 14116 w 368657"/>
              <a:gd name="connsiteY9" fmla="*/ 109710 h 359260"/>
              <a:gd name="connsiteX10" fmla="*/ 179630 w 368657"/>
              <a:gd name="connsiteY10" fmla="*/ 0 h 35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657" h="359260">
                <a:moveTo>
                  <a:pt x="0" y="179629"/>
                </a:moveTo>
                <a:lnTo>
                  <a:pt x="0" y="179630"/>
                </a:lnTo>
                <a:lnTo>
                  <a:pt x="0" y="179630"/>
                </a:lnTo>
                <a:close/>
                <a:moveTo>
                  <a:pt x="179630" y="0"/>
                </a:moveTo>
                <a:lnTo>
                  <a:pt x="368657" y="0"/>
                </a:lnTo>
                <a:lnTo>
                  <a:pt x="368657" y="359260"/>
                </a:lnTo>
                <a:lnTo>
                  <a:pt x="179630" y="359259"/>
                </a:lnTo>
                <a:cubicBezTo>
                  <a:pt x="105225" y="359259"/>
                  <a:pt x="41386" y="314021"/>
                  <a:pt x="14116" y="249549"/>
                </a:cubicBezTo>
                <a:lnTo>
                  <a:pt x="0" y="179630"/>
                </a:lnTo>
                <a:lnTo>
                  <a:pt x="14116" y="109710"/>
                </a:lnTo>
                <a:cubicBezTo>
                  <a:pt x="41386" y="45238"/>
                  <a:pt x="105225" y="0"/>
                  <a:pt x="17963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6" name="Oval 15">
            <a:extLst>
              <a:ext uri="{FF2B5EF4-FFF2-40B4-BE49-F238E27FC236}">
                <a16:creationId xmlns:a16="http://schemas.microsoft.com/office/drawing/2014/main" id="{623BEB02-8936-C64C-90E5-34C9FAD17301}"/>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Freeform 19">
            <a:extLst>
              <a:ext uri="{FF2B5EF4-FFF2-40B4-BE49-F238E27FC236}">
                <a16:creationId xmlns:a16="http://schemas.microsoft.com/office/drawing/2014/main" id="{20F1CE2F-F236-0D4F-8B3A-B0E6ECB7570C}"/>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9" name="Graphic 18">
            <a:extLst>
              <a:ext uri="{FF2B5EF4-FFF2-40B4-BE49-F238E27FC236}">
                <a16:creationId xmlns:a16="http://schemas.microsoft.com/office/drawing/2014/main" id="{3673E506-FF6F-1149-B70E-45234714224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405" b="31086"/>
          <a:stretch/>
        </p:blipFill>
        <p:spPr>
          <a:xfrm>
            <a:off x="9982200" y="6417732"/>
            <a:ext cx="1783080" cy="369195"/>
          </a:xfrm>
          <a:prstGeom prst="rect">
            <a:avLst/>
          </a:prstGeom>
        </p:spPr>
      </p:pic>
      <p:pic>
        <p:nvPicPr>
          <p:cNvPr id="37" name="bjClassifierImageBottom">
            <a:extLst>
              <a:ext uri="{FF2B5EF4-FFF2-40B4-BE49-F238E27FC236}">
                <a16:creationId xmlns:a16="http://schemas.microsoft.com/office/drawing/2014/main" id="{D687813F-9E5F-4ECA-87CC-814169C268E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500" y="6468336"/>
            <a:ext cx="807790" cy="326164"/>
          </a:xfrm>
          <a:prstGeom prst="rect">
            <a:avLst/>
          </a:prstGeom>
        </p:spPr>
      </p:pic>
    </p:spTree>
    <p:extLst>
      <p:ext uri="{BB962C8B-B14F-4D97-AF65-F5344CB8AC3E}">
        <p14:creationId xmlns:p14="http://schemas.microsoft.com/office/powerpoint/2010/main" val="144364443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0" y="1576552"/>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293130"/>
            <a:ext cx="414867" cy="564871"/>
          </a:xfr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15" name="Freeform 14">
            <a:extLst>
              <a:ext uri="{FF2B5EF4-FFF2-40B4-BE49-F238E27FC236}">
                <a16:creationId xmlns:a16="http://schemas.microsoft.com/office/drawing/2014/main" id="{A034FCA3-B9CF-4A46-902A-DE88D9E5DFD3}"/>
              </a:ext>
            </a:extLst>
          </p:cNvPr>
          <p:cNvSpPr/>
          <p:nvPr userDrawn="1"/>
        </p:nvSpPr>
        <p:spPr>
          <a:xfrm>
            <a:off x="11700459" y="446467"/>
            <a:ext cx="491543" cy="479013"/>
          </a:xfrm>
          <a:custGeom>
            <a:avLst/>
            <a:gdLst>
              <a:gd name="connsiteX0" fmla="*/ 0 w 368657"/>
              <a:gd name="connsiteY0" fmla="*/ 179629 h 359260"/>
              <a:gd name="connsiteX1" fmla="*/ 0 w 368657"/>
              <a:gd name="connsiteY1" fmla="*/ 179630 h 359260"/>
              <a:gd name="connsiteX2" fmla="*/ 0 w 368657"/>
              <a:gd name="connsiteY2" fmla="*/ 179630 h 359260"/>
              <a:gd name="connsiteX3" fmla="*/ 179630 w 368657"/>
              <a:gd name="connsiteY3" fmla="*/ 0 h 359260"/>
              <a:gd name="connsiteX4" fmla="*/ 368657 w 368657"/>
              <a:gd name="connsiteY4" fmla="*/ 0 h 359260"/>
              <a:gd name="connsiteX5" fmla="*/ 368657 w 368657"/>
              <a:gd name="connsiteY5" fmla="*/ 359260 h 359260"/>
              <a:gd name="connsiteX6" fmla="*/ 179630 w 368657"/>
              <a:gd name="connsiteY6" fmla="*/ 359259 h 359260"/>
              <a:gd name="connsiteX7" fmla="*/ 14116 w 368657"/>
              <a:gd name="connsiteY7" fmla="*/ 249549 h 359260"/>
              <a:gd name="connsiteX8" fmla="*/ 0 w 368657"/>
              <a:gd name="connsiteY8" fmla="*/ 179630 h 359260"/>
              <a:gd name="connsiteX9" fmla="*/ 14116 w 368657"/>
              <a:gd name="connsiteY9" fmla="*/ 109710 h 359260"/>
              <a:gd name="connsiteX10" fmla="*/ 179630 w 368657"/>
              <a:gd name="connsiteY10" fmla="*/ 0 h 35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657" h="359260">
                <a:moveTo>
                  <a:pt x="0" y="179629"/>
                </a:moveTo>
                <a:lnTo>
                  <a:pt x="0" y="179630"/>
                </a:lnTo>
                <a:lnTo>
                  <a:pt x="0" y="179630"/>
                </a:lnTo>
                <a:close/>
                <a:moveTo>
                  <a:pt x="179630" y="0"/>
                </a:moveTo>
                <a:lnTo>
                  <a:pt x="368657" y="0"/>
                </a:lnTo>
                <a:lnTo>
                  <a:pt x="368657" y="359260"/>
                </a:lnTo>
                <a:lnTo>
                  <a:pt x="179630" y="359259"/>
                </a:lnTo>
                <a:cubicBezTo>
                  <a:pt x="105225" y="359259"/>
                  <a:pt x="41386" y="314021"/>
                  <a:pt x="14116" y="249549"/>
                </a:cubicBezTo>
                <a:lnTo>
                  <a:pt x="0" y="179630"/>
                </a:lnTo>
                <a:lnTo>
                  <a:pt x="14116" y="109710"/>
                </a:lnTo>
                <a:cubicBezTo>
                  <a:pt x="41386" y="45238"/>
                  <a:pt x="105225" y="0"/>
                  <a:pt x="17963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9" name="Graphic 8">
            <a:extLst>
              <a:ext uri="{FF2B5EF4-FFF2-40B4-BE49-F238E27FC236}">
                <a16:creationId xmlns:a16="http://schemas.microsoft.com/office/drawing/2014/main" id="{57B04881-B00D-4BBF-A6CB-22548AB0299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405" b="31086"/>
          <a:stretch/>
        </p:blipFill>
        <p:spPr>
          <a:xfrm>
            <a:off x="9982200" y="6417732"/>
            <a:ext cx="1783080" cy="369195"/>
          </a:xfrm>
          <a:prstGeom prst="rect">
            <a:avLst/>
          </a:prstGeom>
        </p:spPr>
      </p:pic>
    </p:spTree>
    <p:extLst>
      <p:ext uri="{BB962C8B-B14F-4D97-AF65-F5344CB8AC3E}">
        <p14:creationId xmlns:p14="http://schemas.microsoft.com/office/powerpoint/2010/main" val="352263101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p:spPr>
        <p:txBody>
          <a:bodyPr lIns="0" tIns="0" rIns="0" bIns="0" anchor="b">
            <a:normAutofit/>
          </a:bodyPr>
          <a:lstStyle>
            <a:lvl1pPr>
              <a:defRPr sz="2933"/>
            </a:lvl1pPr>
          </a:lstStyle>
          <a:p>
            <a:endParaRPr lang="en-US"/>
          </a:p>
        </p:txBody>
      </p:sp>
      <p:sp>
        <p:nvSpPr>
          <p:cNvPr id="25" name="Slide Number Placeholder 5">
            <a:extLst>
              <a:ext uri="{FF2B5EF4-FFF2-40B4-BE49-F238E27FC236}">
                <a16:creationId xmlns:a16="http://schemas.microsoft.com/office/drawing/2014/main" id="{158CE639-514C-2A4F-986C-11AB4BAB7D0E}"/>
              </a:ext>
            </a:extLst>
          </p:cNvPr>
          <p:cNvSpPr>
            <a:spLocks noGrp="1"/>
          </p:cNvSpPr>
          <p:nvPr>
            <p:ph type="sldNum" sz="quarter" idx="12"/>
          </p:nvPr>
        </p:nvSpPr>
        <p:spPr>
          <a:xfrm>
            <a:off x="5888567" y="6293130"/>
            <a:ext cx="414867" cy="564871"/>
          </a:xfrm>
        </p:spPr>
        <p:txBody>
          <a:bodyPr/>
          <a:lstStyle>
            <a:lvl1pPr algn="ctr">
              <a:defRPr sz="800">
                <a:solidFill>
                  <a:schemeClr val="tx1"/>
                </a:solidFill>
              </a:defRPr>
            </a:lvl1pPr>
          </a:lstStyle>
          <a:p>
            <a:fld id="{7D18A8FE-DFC8-4843-AEF2-DE4DB0CF7D65}" type="slidenum">
              <a:rPr lang="en-US" smtClean="0"/>
              <a:pPr/>
              <a:t>‹#›</a:t>
            </a:fld>
            <a:endParaRPr lang="en-US"/>
          </a:p>
        </p:txBody>
      </p:sp>
      <p:sp>
        <p:nvSpPr>
          <p:cNvPr id="14" name="Freeform 13">
            <a:extLst>
              <a:ext uri="{FF2B5EF4-FFF2-40B4-BE49-F238E27FC236}">
                <a16:creationId xmlns:a16="http://schemas.microsoft.com/office/drawing/2014/main" id="{1EF87254-EEF3-1F43-9B4B-3F29E4659176}"/>
              </a:ext>
            </a:extLst>
          </p:cNvPr>
          <p:cNvSpPr/>
          <p:nvPr userDrawn="1"/>
        </p:nvSpPr>
        <p:spPr>
          <a:xfrm>
            <a:off x="11700459" y="446467"/>
            <a:ext cx="491543" cy="479013"/>
          </a:xfrm>
          <a:custGeom>
            <a:avLst/>
            <a:gdLst>
              <a:gd name="connsiteX0" fmla="*/ 0 w 368657"/>
              <a:gd name="connsiteY0" fmla="*/ 179629 h 359260"/>
              <a:gd name="connsiteX1" fmla="*/ 0 w 368657"/>
              <a:gd name="connsiteY1" fmla="*/ 179630 h 359260"/>
              <a:gd name="connsiteX2" fmla="*/ 0 w 368657"/>
              <a:gd name="connsiteY2" fmla="*/ 179630 h 359260"/>
              <a:gd name="connsiteX3" fmla="*/ 179630 w 368657"/>
              <a:gd name="connsiteY3" fmla="*/ 0 h 359260"/>
              <a:gd name="connsiteX4" fmla="*/ 368657 w 368657"/>
              <a:gd name="connsiteY4" fmla="*/ 0 h 359260"/>
              <a:gd name="connsiteX5" fmla="*/ 368657 w 368657"/>
              <a:gd name="connsiteY5" fmla="*/ 359260 h 359260"/>
              <a:gd name="connsiteX6" fmla="*/ 179630 w 368657"/>
              <a:gd name="connsiteY6" fmla="*/ 359259 h 359260"/>
              <a:gd name="connsiteX7" fmla="*/ 14116 w 368657"/>
              <a:gd name="connsiteY7" fmla="*/ 249549 h 359260"/>
              <a:gd name="connsiteX8" fmla="*/ 0 w 368657"/>
              <a:gd name="connsiteY8" fmla="*/ 179630 h 359260"/>
              <a:gd name="connsiteX9" fmla="*/ 14116 w 368657"/>
              <a:gd name="connsiteY9" fmla="*/ 109710 h 359260"/>
              <a:gd name="connsiteX10" fmla="*/ 179630 w 368657"/>
              <a:gd name="connsiteY10" fmla="*/ 0 h 35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657" h="359260">
                <a:moveTo>
                  <a:pt x="0" y="179629"/>
                </a:moveTo>
                <a:lnTo>
                  <a:pt x="0" y="179630"/>
                </a:lnTo>
                <a:lnTo>
                  <a:pt x="0" y="179630"/>
                </a:lnTo>
                <a:close/>
                <a:moveTo>
                  <a:pt x="179630" y="0"/>
                </a:moveTo>
                <a:lnTo>
                  <a:pt x="368657" y="0"/>
                </a:lnTo>
                <a:lnTo>
                  <a:pt x="368657" y="359260"/>
                </a:lnTo>
                <a:lnTo>
                  <a:pt x="179630" y="359259"/>
                </a:lnTo>
                <a:cubicBezTo>
                  <a:pt x="105225" y="359259"/>
                  <a:pt x="41386" y="314021"/>
                  <a:pt x="14116" y="249549"/>
                </a:cubicBezTo>
                <a:lnTo>
                  <a:pt x="0" y="179630"/>
                </a:lnTo>
                <a:lnTo>
                  <a:pt x="14116" y="109710"/>
                </a:lnTo>
                <a:cubicBezTo>
                  <a:pt x="41386" y="45238"/>
                  <a:pt x="105225" y="0"/>
                  <a:pt x="17963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8" name="Graphic 7">
            <a:extLst>
              <a:ext uri="{FF2B5EF4-FFF2-40B4-BE49-F238E27FC236}">
                <a16:creationId xmlns:a16="http://schemas.microsoft.com/office/drawing/2014/main" id="{8DADC014-5FFE-4A38-82B3-BE10256E645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405" b="31086"/>
          <a:stretch/>
        </p:blipFill>
        <p:spPr>
          <a:xfrm>
            <a:off x="9982200" y="6417732"/>
            <a:ext cx="1783080" cy="369195"/>
          </a:xfrm>
          <a:prstGeom prst="rect">
            <a:avLst/>
          </a:prstGeom>
        </p:spPr>
      </p:pic>
    </p:spTree>
    <p:extLst>
      <p:ext uri="{BB962C8B-B14F-4D97-AF65-F5344CB8AC3E}">
        <p14:creationId xmlns:p14="http://schemas.microsoft.com/office/powerpoint/2010/main" val="236235146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Blank w/footer">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7FCDEFF4-4325-524C-80BC-4483EBD52E0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687" t="37615" r="4486" b="37322"/>
          <a:stretch/>
        </p:blipFill>
        <p:spPr>
          <a:xfrm>
            <a:off x="10062633" y="6451600"/>
            <a:ext cx="1627043" cy="269379"/>
          </a:xfrm>
          <a:prstGeom prst="rect">
            <a:avLst/>
          </a:prstGeom>
        </p:spPr>
      </p:pic>
      <p:sp>
        <p:nvSpPr>
          <p:cNvPr id="25" name="Slide Number Placeholder 5">
            <a:extLst>
              <a:ext uri="{FF2B5EF4-FFF2-40B4-BE49-F238E27FC236}">
                <a16:creationId xmlns:a16="http://schemas.microsoft.com/office/drawing/2014/main" id="{6852A224-48B9-7B47-B45D-F751E6BD7A8E}"/>
              </a:ext>
            </a:extLst>
          </p:cNvPr>
          <p:cNvSpPr>
            <a:spLocks noGrp="1"/>
          </p:cNvSpPr>
          <p:nvPr>
            <p:ph type="sldNum" sz="quarter" idx="12"/>
          </p:nvPr>
        </p:nvSpPr>
        <p:spPr>
          <a:xfrm>
            <a:off x="5888567" y="6293130"/>
            <a:ext cx="414867" cy="564871"/>
          </a:xfr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341408630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p:spPr>
        <p:txBody>
          <a:bodyPr lIns="0" tIns="0" rIns="0" bIns="0" anchor="b">
            <a:normAutofit/>
          </a:bodyPr>
          <a:lstStyle>
            <a:lvl1pPr>
              <a:defRPr sz="2933"/>
            </a:lvl1pPr>
          </a:lstStyle>
          <a:p>
            <a:endParaRPr lang="en-US"/>
          </a:p>
        </p:txBody>
      </p:sp>
      <p:sp>
        <p:nvSpPr>
          <p:cNvPr id="25" name="Slide Number Placeholder 5">
            <a:extLst>
              <a:ext uri="{FF2B5EF4-FFF2-40B4-BE49-F238E27FC236}">
                <a16:creationId xmlns:a16="http://schemas.microsoft.com/office/drawing/2014/main" id="{158CE639-514C-2A4F-986C-11AB4BAB7D0E}"/>
              </a:ext>
            </a:extLst>
          </p:cNvPr>
          <p:cNvSpPr>
            <a:spLocks noGrp="1"/>
          </p:cNvSpPr>
          <p:nvPr>
            <p:ph type="sldNum" sz="quarter" idx="12"/>
          </p:nvPr>
        </p:nvSpPr>
        <p:spPr>
          <a:xfrm>
            <a:off x="5888567" y="6293130"/>
            <a:ext cx="414867" cy="564871"/>
          </a:xfr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14" name="Freeform 13">
            <a:extLst>
              <a:ext uri="{FF2B5EF4-FFF2-40B4-BE49-F238E27FC236}">
                <a16:creationId xmlns:a16="http://schemas.microsoft.com/office/drawing/2014/main" id="{1EF87254-EEF3-1F43-9B4B-3F29E4659176}"/>
              </a:ext>
            </a:extLst>
          </p:cNvPr>
          <p:cNvSpPr/>
          <p:nvPr userDrawn="1"/>
        </p:nvSpPr>
        <p:spPr>
          <a:xfrm>
            <a:off x="11700459" y="446467"/>
            <a:ext cx="491543" cy="479013"/>
          </a:xfrm>
          <a:custGeom>
            <a:avLst/>
            <a:gdLst>
              <a:gd name="connsiteX0" fmla="*/ 0 w 368657"/>
              <a:gd name="connsiteY0" fmla="*/ 179629 h 359260"/>
              <a:gd name="connsiteX1" fmla="*/ 0 w 368657"/>
              <a:gd name="connsiteY1" fmla="*/ 179630 h 359260"/>
              <a:gd name="connsiteX2" fmla="*/ 0 w 368657"/>
              <a:gd name="connsiteY2" fmla="*/ 179630 h 359260"/>
              <a:gd name="connsiteX3" fmla="*/ 179630 w 368657"/>
              <a:gd name="connsiteY3" fmla="*/ 0 h 359260"/>
              <a:gd name="connsiteX4" fmla="*/ 368657 w 368657"/>
              <a:gd name="connsiteY4" fmla="*/ 0 h 359260"/>
              <a:gd name="connsiteX5" fmla="*/ 368657 w 368657"/>
              <a:gd name="connsiteY5" fmla="*/ 359260 h 359260"/>
              <a:gd name="connsiteX6" fmla="*/ 179630 w 368657"/>
              <a:gd name="connsiteY6" fmla="*/ 359259 h 359260"/>
              <a:gd name="connsiteX7" fmla="*/ 14116 w 368657"/>
              <a:gd name="connsiteY7" fmla="*/ 249549 h 359260"/>
              <a:gd name="connsiteX8" fmla="*/ 0 w 368657"/>
              <a:gd name="connsiteY8" fmla="*/ 179630 h 359260"/>
              <a:gd name="connsiteX9" fmla="*/ 14116 w 368657"/>
              <a:gd name="connsiteY9" fmla="*/ 109710 h 359260"/>
              <a:gd name="connsiteX10" fmla="*/ 179630 w 368657"/>
              <a:gd name="connsiteY10" fmla="*/ 0 h 35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657" h="359260">
                <a:moveTo>
                  <a:pt x="0" y="179629"/>
                </a:moveTo>
                <a:lnTo>
                  <a:pt x="0" y="179630"/>
                </a:lnTo>
                <a:lnTo>
                  <a:pt x="0" y="179630"/>
                </a:lnTo>
                <a:close/>
                <a:moveTo>
                  <a:pt x="179630" y="0"/>
                </a:moveTo>
                <a:lnTo>
                  <a:pt x="368657" y="0"/>
                </a:lnTo>
                <a:lnTo>
                  <a:pt x="368657" y="359260"/>
                </a:lnTo>
                <a:lnTo>
                  <a:pt x="179630" y="359259"/>
                </a:lnTo>
                <a:cubicBezTo>
                  <a:pt x="105225" y="359259"/>
                  <a:pt x="41386" y="314021"/>
                  <a:pt x="14116" y="249549"/>
                </a:cubicBezTo>
                <a:lnTo>
                  <a:pt x="0" y="179630"/>
                </a:lnTo>
                <a:lnTo>
                  <a:pt x="14116" y="109710"/>
                </a:lnTo>
                <a:cubicBezTo>
                  <a:pt x="41386" y="45238"/>
                  <a:pt x="105225" y="0"/>
                  <a:pt x="17963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9" name="Graphic 8">
            <a:extLst>
              <a:ext uri="{FF2B5EF4-FFF2-40B4-BE49-F238E27FC236}">
                <a16:creationId xmlns:a16="http://schemas.microsoft.com/office/drawing/2014/main" id="{25356831-4BEB-44F2-9E65-83FD3050DF9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405" b="31086"/>
          <a:stretch/>
        </p:blipFill>
        <p:spPr>
          <a:xfrm>
            <a:off x="9982200" y="6417732"/>
            <a:ext cx="1783080" cy="369195"/>
          </a:xfrm>
          <a:prstGeom prst="rect">
            <a:avLst/>
          </a:prstGeom>
        </p:spPr>
      </p:pic>
    </p:spTree>
    <p:extLst>
      <p:ext uri="{BB962C8B-B14F-4D97-AF65-F5344CB8AC3E}">
        <p14:creationId xmlns:p14="http://schemas.microsoft.com/office/powerpoint/2010/main" val="253261091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_Blank w/foot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04AC849-851E-464C-BB32-1A63AE5C5BCB}"/>
              </a:ext>
            </a:extLst>
          </p:cNvPr>
          <p:cNvSpPr/>
          <p:nvPr userDrawn="1"/>
        </p:nvSpPr>
        <p:spPr>
          <a:xfrm>
            <a:off x="1" y="6293131"/>
            <a:ext cx="12192000" cy="5648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9" name="Graphic 18">
            <a:extLst>
              <a:ext uri="{FF2B5EF4-FFF2-40B4-BE49-F238E27FC236}">
                <a16:creationId xmlns:a16="http://schemas.microsoft.com/office/drawing/2014/main" id="{7FCDEFF4-4325-524C-80BC-4483EBD52E0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687" t="37615" r="4486" b="37322"/>
          <a:stretch/>
        </p:blipFill>
        <p:spPr>
          <a:xfrm>
            <a:off x="10062633" y="6451600"/>
            <a:ext cx="1627043" cy="269379"/>
          </a:xfrm>
          <a:prstGeom prst="rect">
            <a:avLst/>
          </a:prstGeom>
        </p:spPr>
      </p:pic>
      <p:sp>
        <p:nvSpPr>
          <p:cNvPr id="25" name="Slide Number Placeholder 5">
            <a:extLst>
              <a:ext uri="{FF2B5EF4-FFF2-40B4-BE49-F238E27FC236}">
                <a16:creationId xmlns:a16="http://schemas.microsoft.com/office/drawing/2014/main" id="{6852A224-48B9-7B47-B45D-F751E6BD7A8E}"/>
              </a:ext>
            </a:extLst>
          </p:cNvPr>
          <p:cNvSpPr>
            <a:spLocks noGrp="1"/>
          </p:cNvSpPr>
          <p:nvPr>
            <p:ph type="sldNum" sz="quarter" idx="12"/>
          </p:nvPr>
        </p:nvSpPr>
        <p:spPr>
          <a:xfrm>
            <a:off x="5888567" y="6293130"/>
            <a:ext cx="414867" cy="564871"/>
          </a:xfr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pic>
        <p:nvPicPr>
          <p:cNvPr id="27" name="bjClassifierImageBottom">
            <a:extLst>
              <a:ext uri="{FF2B5EF4-FFF2-40B4-BE49-F238E27FC236}">
                <a16:creationId xmlns:a16="http://schemas.microsoft.com/office/drawing/2014/main" id="{D21BF3C7-DC6B-4A9C-9ED7-05041694A53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500" y="6468336"/>
            <a:ext cx="807790" cy="326164"/>
          </a:xfrm>
          <a:prstGeom prst="rect">
            <a:avLst/>
          </a:prstGeom>
        </p:spPr>
      </p:pic>
    </p:spTree>
    <p:extLst>
      <p:ext uri="{BB962C8B-B14F-4D97-AF65-F5344CB8AC3E}">
        <p14:creationId xmlns:p14="http://schemas.microsoft.com/office/powerpoint/2010/main" val="386605010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p:spPr>
        <p:txBody>
          <a:bodyPr lIns="0" tIns="0" rIns="0" bIns="0" anchor="b">
            <a:normAutofit/>
          </a:bodyPr>
          <a:lstStyle>
            <a:lvl1pPr>
              <a:defRPr sz="2933"/>
            </a:lvl1pPr>
          </a:lstStyle>
          <a:p>
            <a:endParaRPr lang="en-US"/>
          </a:p>
        </p:txBody>
      </p:sp>
      <p:sp>
        <p:nvSpPr>
          <p:cNvPr id="15" name="Rectangle 14">
            <a:extLst>
              <a:ext uri="{FF2B5EF4-FFF2-40B4-BE49-F238E27FC236}">
                <a16:creationId xmlns:a16="http://schemas.microsoft.com/office/drawing/2014/main" id="{7869CE8E-457C-2B44-A3C4-2AA4AC6914BD}"/>
              </a:ext>
            </a:extLst>
          </p:cNvPr>
          <p:cNvSpPr/>
          <p:nvPr userDrawn="1"/>
        </p:nvSpPr>
        <p:spPr>
          <a:xfrm>
            <a:off x="1" y="6293131"/>
            <a:ext cx="12192000" cy="5648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9" name="Graphic 18">
            <a:extLst>
              <a:ext uri="{FF2B5EF4-FFF2-40B4-BE49-F238E27FC236}">
                <a16:creationId xmlns:a16="http://schemas.microsoft.com/office/drawing/2014/main" id="{E93BCCAD-04B1-844B-A3BA-B5565ADCB21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687" t="37615" r="4486" b="37322"/>
          <a:stretch/>
        </p:blipFill>
        <p:spPr>
          <a:xfrm>
            <a:off x="10062633" y="6451600"/>
            <a:ext cx="1627043" cy="269379"/>
          </a:xfrm>
          <a:prstGeom prst="rect">
            <a:avLst/>
          </a:prstGeom>
        </p:spPr>
      </p:pic>
      <p:sp>
        <p:nvSpPr>
          <p:cNvPr id="25" name="Slide Number Placeholder 5">
            <a:extLst>
              <a:ext uri="{FF2B5EF4-FFF2-40B4-BE49-F238E27FC236}">
                <a16:creationId xmlns:a16="http://schemas.microsoft.com/office/drawing/2014/main" id="{158CE639-514C-2A4F-986C-11AB4BAB7D0E}"/>
              </a:ext>
            </a:extLst>
          </p:cNvPr>
          <p:cNvSpPr>
            <a:spLocks noGrp="1"/>
          </p:cNvSpPr>
          <p:nvPr>
            <p:ph type="sldNum" sz="quarter" idx="12"/>
          </p:nvPr>
        </p:nvSpPr>
        <p:spPr>
          <a:xfrm>
            <a:off x="5888567" y="6293130"/>
            <a:ext cx="414867" cy="564871"/>
          </a:xfr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14" name="Freeform 13">
            <a:extLst>
              <a:ext uri="{FF2B5EF4-FFF2-40B4-BE49-F238E27FC236}">
                <a16:creationId xmlns:a16="http://schemas.microsoft.com/office/drawing/2014/main" id="{1EF87254-EEF3-1F43-9B4B-3F29E4659176}"/>
              </a:ext>
            </a:extLst>
          </p:cNvPr>
          <p:cNvSpPr/>
          <p:nvPr userDrawn="1"/>
        </p:nvSpPr>
        <p:spPr>
          <a:xfrm>
            <a:off x="11700459" y="446467"/>
            <a:ext cx="491543" cy="479013"/>
          </a:xfrm>
          <a:custGeom>
            <a:avLst/>
            <a:gdLst>
              <a:gd name="connsiteX0" fmla="*/ 0 w 368657"/>
              <a:gd name="connsiteY0" fmla="*/ 179629 h 359260"/>
              <a:gd name="connsiteX1" fmla="*/ 0 w 368657"/>
              <a:gd name="connsiteY1" fmla="*/ 179630 h 359260"/>
              <a:gd name="connsiteX2" fmla="*/ 0 w 368657"/>
              <a:gd name="connsiteY2" fmla="*/ 179630 h 359260"/>
              <a:gd name="connsiteX3" fmla="*/ 179630 w 368657"/>
              <a:gd name="connsiteY3" fmla="*/ 0 h 359260"/>
              <a:gd name="connsiteX4" fmla="*/ 368657 w 368657"/>
              <a:gd name="connsiteY4" fmla="*/ 0 h 359260"/>
              <a:gd name="connsiteX5" fmla="*/ 368657 w 368657"/>
              <a:gd name="connsiteY5" fmla="*/ 359260 h 359260"/>
              <a:gd name="connsiteX6" fmla="*/ 179630 w 368657"/>
              <a:gd name="connsiteY6" fmla="*/ 359259 h 359260"/>
              <a:gd name="connsiteX7" fmla="*/ 14116 w 368657"/>
              <a:gd name="connsiteY7" fmla="*/ 249549 h 359260"/>
              <a:gd name="connsiteX8" fmla="*/ 0 w 368657"/>
              <a:gd name="connsiteY8" fmla="*/ 179630 h 359260"/>
              <a:gd name="connsiteX9" fmla="*/ 14116 w 368657"/>
              <a:gd name="connsiteY9" fmla="*/ 109710 h 359260"/>
              <a:gd name="connsiteX10" fmla="*/ 179630 w 368657"/>
              <a:gd name="connsiteY10" fmla="*/ 0 h 35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657" h="359260">
                <a:moveTo>
                  <a:pt x="0" y="179629"/>
                </a:moveTo>
                <a:lnTo>
                  <a:pt x="0" y="179630"/>
                </a:lnTo>
                <a:lnTo>
                  <a:pt x="0" y="179630"/>
                </a:lnTo>
                <a:close/>
                <a:moveTo>
                  <a:pt x="179630" y="0"/>
                </a:moveTo>
                <a:lnTo>
                  <a:pt x="368657" y="0"/>
                </a:lnTo>
                <a:lnTo>
                  <a:pt x="368657" y="359260"/>
                </a:lnTo>
                <a:lnTo>
                  <a:pt x="179630" y="359259"/>
                </a:lnTo>
                <a:cubicBezTo>
                  <a:pt x="105225" y="359259"/>
                  <a:pt x="41386" y="314021"/>
                  <a:pt x="14116" y="249549"/>
                </a:cubicBezTo>
                <a:lnTo>
                  <a:pt x="0" y="179630"/>
                </a:lnTo>
                <a:lnTo>
                  <a:pt x="14116" y="109710"/>
                </a:lnTo>
                <a:cubicBezTo>
                  <a:pt x="41386" y="45238"/>
                  <a:pt x="105225" y="0"/>
                  <a:pt x="17963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61" name="bjClassifierImageBottom">
            <a:extLst>
              <a:ext uri="{FF2B5EF4-FFF2-40B4-BE49-F238E27FC236}">
                <a16:creationId xmlns:a16="http://schemas.microsoft.com/office/drawing/2014/main" id="{317AD571-EA60-4A5D-8750-0938782DCEF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500" y="6468336"/>
            <a:ext cx="807790" cy="326164"/>
          </a:xfrm>
          <a:prstGeom prst="rect">
            <a:avLst/>
          </a:prstGeom>
        </p:spPr>
      </p:pic>
    </p:spTree>
    <p:extLst>
      <p:ext uri="{BB962C8B-B14F-4D97-AF65-F5344CB8AC3E}">
        <p14:creationId xmlns:p14="http://schemas.microsoft.com/office/powerpoint/2010/main" val="233617275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2_Blank w/foot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04AC849-851E-464C-BB32-1A63AE5C5BCB}"/>
              </a:ext>
            </a:extLst>
          </p:cNvPr>
          <p:cNvSpPr/>
          <p:nvPr userDrawn="1"/>
        </p:nvSpPr>
        <p:spPr>
          <a:xfrm>
            <a:off x="1" y="6293131"/>
            <a:ext cx="12192000" cy="5648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9" name="Graphic 18">
            <a:extLst>
              <a:ext uri="{FF2B5EF4-FFF2-40B4-BE49-F238E27FC236}">
                <a16:creationId xmlns:a16="http://schemas.microsoft.com/office/drawing/2014/main" id="{7FCDEFF4-4325-524C-80BC-4483EBD52E0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687" t="37615" r="4486" b="37322"/>
          <a:stretch/>
        </p:blipFill>
        <p:spPr>
          <a:xfrm>
            <a:off x="10062633" y="6451600"/>
            <a:ext cx="1627043" cy="269379"/>
          </a:xfrm>
          <a:prstGeom prst="rect">
            <a:avLst/>
          </a:prstGeom>
        </p:spPr>
      </p:pic>
      <p:sp>
        <p:nvSpPr>
          <p:cNvPr id="25" name="Slide Number Placeholder 5">
            <a:extLst>
              <a:ext uri="{FF2B5EF4-FFF2-40B4-BE49-F238E27FC236}">
                <a16:creationId xmlns:a16="http://schemas.microsoft.com/office/drawing/2014/main" id="{6852A224-48B9-7B47-B45D-F751E6BD7A8E}"/>
              </a:ext>
            </a:extLst>
          </p:cNvPr>
          <p:cNvSpPr>
            <a:spLocks noGrp="1"/>
          </p:cNvSpPr>
          <p:nvPr>
            <p:ph type="sldNum" sz="quarter" idx="12"/>
          </p:nvPr>
        </p:nvSpPr>
        <p:spPr>
          <a:xfrm>
            <a:off x="5888567" y="6293130"/>
            <a:ext cx="414867" cy="564871"/>
          </a:xfr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pic>
        <p:nvPicPr>
          <p:cNvPr id="27" name="bjClassifierImageBottom">
            <a:extLst>
              <a:ext uri="{FF2B5EF4-FFF2-40B4-BE49-F238E27FC236}">
                <a16:creationId xmlns:a16="http://schemas.microsoft.com/office/drawing/2014/main" id="{36E84A54-8981-4009-9FA8-E3B728371F4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500" y="6468336"/>
            <a:ext cx="807790" cy="326164"/>
          </a:xfrm>
          <a:prstGeom prst="rect">
            <a:avLst/>
          </a:prstGeom>
        </p:spPr>
      </p:pic>
    </p:spTree>
    <p:extLst>
      <p:ext uri="{BB962C8B-B14F-4D97-AF65-F5344CB8AC3E}">
        <p14:creationId xmlns:p14="http://schemas.microsoft.com/office/powerpoint/2010/main" val="251715983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userDrawn="1"/>
        </p:nvSpPr>
        <p:spPr>
          <a:xfrm>
            <a:off x="2836647" y="5320773"/>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Freeform 19">
            <a:extLst>
              <a:ext uri="{FF2B5EF4-FFF2-40B4-BE49-F238E27FC236}">
                <a16:creationId xmlns:a16="http://schemas.microsoft.com/office/drawing/2014/main" id="{64DE4D37-4BCA-5F44-81D2-B08FB55C913C}"/>
              </a:ext>
            </a:extLst>
          </p:cNvPr>
          <p:cNvSpPr/>
          <p:nvPr userDrawn="1"/>
        </p:nvSpPr>
        <p:spPr>
          <a:xfrm>
            <a:off x="10342177" y="-1"/>
            <a:ext cx="909296" cy="468852"/>
          </a:xfrm>
          <a:custGeom>
            <a:avLst/>
            <a:gdLst>
              <a:gd name="connsiteX0" fmla="*/ 2151 w 681972"/>
              <a:gd name="connsiteY0" fmla="*/ 0 h 351639"/>
              <a:gd name="connsiteX1" fmla="*/ 679821 w 681972"/>
              <a:gd name="connsiteY1" fmla="*/ 0 h 351639"/>
              <a:gd name="connsiteX2" fmla="*/ 681972 w 681972"/>
              <a:gd name="connsiteY2" fmla="*/ 10653 h 351639"/>
              <a:gd name="connsiteX3" fmla="*/ 340986 w 681972"/>
              <a:gd name="connsiteY3" fmla="*/ 351639 h 351639"/>
              <a:gd name="connsiteX4" fmla="*/ 0 w 681972"/>
              <a:gd name="connsiteY4" fmla="*/ 10653 h 35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9">
                <a:moveTo>
                  <a:pt x="2151" y="0"/>
                </a:moveTo>
                <a:lnTo>
                  <a:pt x="679821" y="0"/>
                </a:lnTo>
                <a:lnTo>
                  <a:pt x="681972" y="10653"/>
                </a:lnTo>
                <a:cubicBezTo>
                  <a:pt x="681972" y="198974"/>
                  <a:pt x="529307" y="351639"/>
                  <a:pt x="340986" y="351639"/>
                </a:cubicBezTo>
                <a:cubicBezTo>
                  <a:pt x="152665" y="351639"/>
                  <a:pt x="0" y="198974"/>
                  <a:pt x="0" y="10653"/>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8" name="Freeform 17">
            <a:extLst>
              <a:ext uri="{FF2B5EF4-FFF2-40B4-BE49-F238E27FC236}">
                <a16:creationId xmlns:a16="http://schemas.microsoft.com/office/drawing/2014/main" id="{5F974661-8C9E-C54D-8F2E-68B306C23B70}"/>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3" name="Rectangle 12">
            <a:extLst>
              <a:ext uri="{FF2B5EF4-FFF2-40B4-BE49-F238E27FC236}">
                <a16:creationId xmlns:a16="http://schemas.microsoft.com/office/drawing/2014/main" id="{2AB84457-27C7-B64B-B70A-AFA54AC59C9A}"/>
              </a:ext>
            </a:extLst>
          </p:cNvPr>
          <p:cNvSpPr/>
          <p:nvPr userDrawn="1"/>
        </p:nvSpPr>
        <p:spPr>
          <a:xfrm>
            <a:off x="1" y="5915056"/>
            <a:ext cx="12192000" cy="94294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4" name="Graphic 23">
            <a:extLst>
              <a:ext uri="{FF2B5EF4-FFF2-40B4-BE49-F238E27FC236}">
                <a16:creationId xmlns:a16="http://schemas.microsoft.com/office/drawing/2014/main" id="{14B9BF78-85C2-6B49-B262-FE4EC24456B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687" t="37615" r="4486" b="37322"/>
          <a:stretch/>
        </p:blipFill>
        <p:spPr>
          <a:xfrm>
            <a:off x="4569359" y="6159979"/>
            <a:ext cx="3070917" cy="508431"/>
          </a:xfrm>
          <a:prstGeom prst="rect">
            <a:avLst/>
          </a:prstGeom>
        </p:spPr>
      </p:pic>
      <p:sp>
        <p:nvSpPr>
          <p:cNvPr id="16" name="TextBox 15">
            <a:extLst>
              <a:ext uri="{FF2B5EF4-FFF2-40B4-BE49-F238E27FC236}">
                <a16:creationId xmlns:a16="http://schemas.microsoft.com/office/drawing/2014/main" id="{D32E45E5-A33E-6849-A738-02AE42A5CCBF}"/>
              </a:ext>
            </a:extLst>
          </p:cNvPr>
          <p:cNvSpPr txBox="1"/>
          <p:nvPr userDrawn="1"/>
        </p:nvSpPr>
        <p:spPr>
          <a:xfrm>
            <a:off x="0" y="2897304"/>
            <a:ext cx="12192000" cy="985648"/>
          </a:xfrm>
          <a:prstGeom prst="rect">
            <a:avLst/>
          </a:prstGeom>
          <a:noFill/>
        </p:spPr>
        <p:txBody>
          <a:bodyPr wrap="square" rtlCol="0" anchor="ctr">
            <a:noAutofit/>
          </a:bodyPr>
          <a:lstStyle/>
          <a:p>
            <a:pPr algn="ctr"/>
            <a:r>
              <a:rPr lang="en-US" sz="4800" b="1">
                <a:solidFill>
                  <a:srgbClr val="171717"/>
                </a:solidFill>
                <a:latin typeface="DengXian" panose="02010600030101010101" pitchFamily="2" charset="-122"/>
                <a:ea typeface="DengXian" panose="02010600030101010101" pitchFamily="2" charset="-122"/>
                <a:cs typeface="Arial" panose="020B0604020202020204" pitchFamily="34" charset="0"/>
              </a:rPr>
              <a:t>Thank you</a:t>
            </a:r>
            <a:endParaRPr lang="en-US" sz="2400">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220105898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type="obj" preserve="1">
  <p:cSld name="Text and Content - Whit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658435522"/>
              </p:ext>
            </p:extLst>
          </p:nvPr>
        </p:nvGraphicFramePr>
        <p:xfrm>
          <a:off x="1589" y="1589"/>
          <a:ext cx="1587" cy="1587"/>
        </p:xfrm>
        <a:graphic>
          <a:graphicData uri="http://schemas.openxmlformats.org/presentationml/2006/ole">
            <mc:AlternateContent xmlns:mc="http://schemas.openxmlformats.org/markup-compatibility/2006">
              <mc:Choice xmlns:v="urn:schemas-microsoft-com:vml" Requires="v">
                <p:oleObj name="think-cell Slide" r:id="rId4" imgW="352" imgH="355" progId="TCLayout.ActiveDocument.1">
                  <p:embed/>
                </p:oleObj>
              </mc:Choice>
              <mc:Fallback>
                <p:oleObj name="think-cell Slide" r:id="rId4" imgW="352" imgH="355" progId="TCLayout.ActiveDocument.1">
                  <p:embed/>
                  <p:pic>
                    <p:nvPicPr>
                      <p:cNvPr id="4" name="Object 3" hidden="1"/>
                      <p:cNvPicPr/>
                      <p:nvPr/>
                    </p:nvPicPr>
                    <p:blipFill>
                      <a:blip r:embed="rId5"/>
                      <a:stretch>
                        <a:fillRect/>
                      </a:stretch>
                    </p:blipFill>
                    <p:spPr>
                      <a:xfrm>
                        <a:off x="1589" y="1589"/>
                        <a:ext cx="1587" cy="1587"/>
                      </a:xfrm>
                      <a:prstGeom prst="rect">
                        <a:avLst/>
                      </a:prstGeom>
                    </p:spPr>
                  </p:pic>
                </p:oleObj>
              </mc:Fallback>
            </mc:AlternateContent>
          </a:graphicData>
        </a:graphic>
      </p:graphicFrame>
      <p:sp>
        <p:nvSpPr>
          <p:cNvPr id="6" name="Rectangle 5" hidden="1"/>
          <p:cNvSpPr/>
          <p:nvPr userDrawn="1">
            <p:custDataLst>
              <p:tags r:id="rId2"/>
            </p:custDataLst>
          </p:nvPr>
        </p:nvSpPr>
        <p:spPr>
          <a:xfrm>
            <a:off x="1" y="1"/>
            <a:ext cx="158751" cy="158751"/>
          </a:xfrm>
          <a:prstGeom prst="rect">
            <a:avLst/>
          </a:prstGeom>
          <a:solidFill>
            <a:schemeClr val="accent1"/>
          </a:solidFill>
          <a:ln w="6350" cap="flat" cmpd="sng" algn="ctr">
            <a:no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US" sz="3200" b="0" i="0" kern="600" spc="31" baseline="0">
              <a:latin typeface="Arial Narrow" panose="020B0606020202030204" pitchFamily="34" charset="0"/>
              <a:ea typeface="+mj-ea"/>
              <a:cs typeface="+mj-cs"/>
              <a:sym typeface="Arial Narrow" panose="020B0606020202030204" pitchFamily="34" charset="0"/>
            </a:endParaRPr>
          </a:p>
        </p:txBody>
      </p:sp>
      <p:sp>
        <p:nvSpPr>
          <p:cNvPr id="2" name="Title 1"/>
          <p:cNvSpPr>
            <a:spLocks noGrp="1"/>
          </p:cNvSpPr>
          <p:nvPr>
            <p:ph type="title" hasCustomPrompt="1"/>
          </p:nvPr>
        </p:nvSpPr>
        <p:spPr>
          <a:xfrm>
            <a:off x="619547" y="446260"/>
            <a:ext cx="10962696" cy="1076155"/>
          </a:xfrm>
        </p:spPr>
        <p:txBody>
          <a:bodyPr/>
          <a:lstStyle>
            <a:lvl1pPr>
              <a:defRPr>
                <a:latin typeface="+mj-lt"/>
                <a:sym typeface="+mj-lt"/>
              </a:defRPr>
            </a:lvl1pPr>
          </a:lstStyle>
          <a:p>
            <a:r>
              <a:rPr lang="en-US"/>
              <a:t>&lt;Title &amp; content layout&gt;</a:t>
            </a:r>
          </a:p>
        </p:txBody>
      </p:sp>
      <p:sp>
        <p:nvSpPr>
          <p:cNvPr id="3" name="Content Placeholder 2"/>
          <p:cNvSpPr>
            <a:spLocks noGrp="1"/>
          </p:cNvSpPr>
          <p:nvPr>
            <p:ph idx="1"/>
          </p:nvPr>
        </p:nvSpPr>
        <p:spPr>
          <a:xfrm>
            <a:off x="619544" y="1853401"/>
            <a:ext cx="10963491" cy="4290227"/>
          </a:xfrm>
        </p:spPr>
        <p:txBody>
          <a:bodyPr/>
          <a:lstStyle>
            <a:lvl1pPr>
              <a:spcBef>
                <a:spcPts val="10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Beacon_IFL_grey RGB 1.6.png"/>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9826834" y="6177223"/>
            <a:ext cx="1435981" cy="511435"/>
          </a:xfrm>
          <a:prstGeom prst="rect">
            <a:avLst/>
          </a:prstGeom>
        </p:spPr>
      </p:pic>
      <p:sp>
        <p:nvSpPr>
          <p:cNvPr id="11" name="TextBox 10"/>
          <p:cNvSpPr txBox="1"/>
          <p:nvPr userDrawn="1"/>
        </p:nvSpPr>
        <p:spPr>
          <a:xfrm>
            <a:off x="11262815" y="6433585"/>
            <a:ext cx="372540" cy="289247"/>
          </a:xfrm>
          <a:prstGeom prst="rect">
            <a:avLst/>
          </a:prstGeom>
        </p:spPr>
        <p:txBody>
          <a:bodyPr vert="horz" lIns="0" tIns="0" rIns="0" bIns="0" rtlCol="0" anchor="t" anchorCtr="0"/>
          <a:lstStyle>
            <a:defPPr>
              <a:defRPr lang="en-US"/>
            </a:defPPr>
            <a:lvl1pPr algn="r" defTabSz="457200">
              <a:defRPr sz="900" kern="600" spc="10">
                <a:solidFill>
                  <a:srgbClr val="37424A"/>
                </a:solidFill>
                <a:latin typeface="Arial Narrow"/>
              </a:defRPr>
            </a:lvl1pPr>
          </a:lstStyle>
          <a:p>
            <a:fld id="{DFCF27A5-1A5B-48D3-A060-2758FFBB1ADD}" type="slidenum">
              <a:rPr lang="en-US" sz="900" smtClean="0">
                <a:sym typeface="Trebuchet MS" panose="020B0603020202020204" pitchFamily="34" charset="0"/>
              </a:rPr>
              <a:pPr/>
              <a:t>‹#›</a:t>
            </a:fld>
            <a:endParaRPr lang="en-US" sz="900">
              <a:sym typeface="Trebuchet MS" panose="020B0603020202020204" pitchFamily="34" charset="0"/>
            </a:endParaRPr>
          </a:p>
        </p:txBody>
      </p:sp>
      <p:sp>
        <p:nvSpPr>
          <p:cNvPr id="5" name="Footer Placeholder 4"/>
          <p:cNvSpPr>
            <a:spLocks noGrp="1"/>
          </p:cNvSpPr>
          <p:nvPr>
            <p:ph type="ftr" sz="quarter" idx="11"/>
          </p:nvPr>
        </p:nvSpPr>
        <p:spPr>
          <a:xfrm>
            <a:off x="619547" y="6433582"/>
            <a:ext cx="3860800" cy="272020"/>
          </a:xfrm>
          <a:prstGeom prst="rect">
            <a:avLst/>
          </a:prstGeom>
        </p:spPr>
        <p:txBody>
          <a:bodyPr/>
          <a:lstStyle>
            <a:lvl1pPr>
              <a:defRPr>
                <a:solidFill>
                  <a:srgbClr val="000000"/>
                </a:solidFill>
              </a:defRPr>
            </a:lvl1pPr>
          </a:lstStyle>
          <a:p>
            <a:endParaRPr lang="en-US"/>
          </a:p>
        </p:txBody>
      </p:sp>
      <p:pic>
        <p:nvPicPr>
          <p:cNvPr id="268" name="bjClassifierImageBottom">
            <a:extLst>
              <a:ext uri="{FF2B5EF4-FFF2-40B4-BE49-F238E27FC236}">
                <a16:creationId xmlns:a16="http://schemas.microsoft.com/office/drawing/2014/main" id="{53B0D29D-E83E-424D-A1DC-1A737B801E29}"/>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3500" y="6468337"/>
            <a:ext cx="792549" cy="326164"/>
          </a:xfrm>
          <a:prstGeom prst="rect">
            <a:avLst/>
          </a:prstGeom>
        </p:spPr>
      </p:pic>
    </p:spTree>
    <p:extLst>
      <p:ext uri="{BB962C8B-B14F-4D97-AF65-F5344CB8AC3E}">
        <p14:creationId xmlns:p14="http://schemas.microsoft.com/office/powerpoint/2010/main" val="39086498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685783">
              <a:defRPr/>
            </a:pPr>
            <a:endParaRPr lang="en-IN">
              <a:solidFill>
                <a:prstClr val="black">
                  <a:tint val="75000"/>
                </a:prstClr>
              </a:solidFill>
            </a:endParaRPr>
          </a:p>
        </p:txBody>
      </p:sp>
      <p:sp>
        <p:nvSpPr>
          <p:cNvPr id="3" name="Footer Placeholder 2"/>
          <p:cNvSpPr>
            <a:spLocks noGrp="1"/>
          </p:cNvSpPr>
          <p:nvPr>
            <p:ph type="ftr" sz="quarter" idx="11"/>
          </p:nvPr>
        </p:nvSpPr>
        <p:spPr/>
        <p:txBody>
          <a:bodyPr/>
          <a:lstStyle/>
          <a:p>
            <a:pPr defTabSz="685783">
              <a:defRPr/>
            </a:pPr>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pPr defTabSz="685783">
              <a:defRPr/>
            </a:pPr>
            <a:fld id="{C57AA887-85A7-4CAD-8D10-B378C2E1B4A8}" type="slidenum">
              <a:rPr lang="en-IN" smtClean="0">
                <a:solidFill>
                  <a:prstClr val="black">
                    <a:tint val="75000"/>
                  </a:prstClr>
                </a:solidFill>
              </a:rPr>
              <a:pPr defTabSz="685783">
                <a:defRPr/>
              </a:pPr>
              <a:t>‹#›</a:t>
            </a:fld>
            <a:endParaRPr lang="en-IN">
              <a:solidFill>
                <a:prstClr val="black">
                  <a:tint val="75000"/>
                </a:prstClr>
              </a:solidFill>
            </a:endParaRPr>
          </a:p>
        </p:txBody>
      </p:sp>
    </p:spTree>
    <p:extLst>
      <p:ext uri="{BB962C8B-B14F-4D97-AF65-F5344CB8AC3E}">
        <p14:creationId xmlns:p14="http://schemas.microsoft.com/office/powerpoint/2010/main" val="529763101"/>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userDrawn="1">
  <p:cSld name="Bio Template">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199" y="1359511"/>
            <a:ext cx="7141028" cy="4568324"/>
          </a:xfrm>
        </p:spPr>
        <p:txBody>
          <a:bodyPr lIns="0" tIns="0" rIns="0" bIns="0"/>
          <a:lstStyle>
            <a:lvl1pPr>
              <a:lnSpc>
                <a:spcPct val="100000"/>
              </a:lnSpc>
              <a:buNone/>
              <a:defRPr sz="2133"/>
            </a:lvl1pPr>
            <a:lvl2pPr>
              <a:lnSpc>
                <a:spcPct val="100000"/>
              </a:lnSpc>
              <a:buNone/>
              <a:defRPr sz="1867"/>
            </a:lvl2pPr>
            <a:lvl3pPr>
              <a:lnSpc>
                <a:spcPct val="100000"/>
              </a:lnSpc>
              <a:buNone/>
              <a:defRPr sz="1867"/>
            </a:lvl3pPr>
            <a:lvl4pPr>
              <a:lnSpc>
                <a:spcPct val="100000"/>
              </a:lnSpc>
              <a:buNone/>
              <a:defRPr sz="1867"/>
            </a:lvl4pPr>
            <a:lvl5pPr>
              <a:lnSpc>
                <a:spcPct val="100000"/>
              </a:lnSpc>
              <a:buNone/>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886114" y="1359587"/>
            <a:ext cx="3812197" cy="3812197"/>
          </a:xfrm>
          <a:prstGeom prst="ellipse">
            <a:avLst/>
          </a:prstGeom>
          <a:noFill/>
        </p:spPr>
        <p:txBody>
          <a:bodyPr/>
          <a:lstStyle/>
          <a:p>
            <a:r>
              <a:rPr lang="en-US"/>
              <a:t>Click icon to add picture</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293130"/>
            <a:ext cx="414867" cy="564871"/>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7" name="Text Placeholder 6">
            <a:extLst>
              <a:ext uri="{FF2B5EF4-FFF2-40B4-BE49-F238E27FC236}">
                <a16:creationId xmlns:a16="http://schemas.microsoft.com/office/drawing/2014/main" id="{42AB9BBF-A7FA-394D-A2E2-93323B4F3A38}"/>
              </a:ext>
            </a:extLst>
          </p:cNvPr>
          <p:cNvSpPr>
            <a:spLocks noGrp="1"/>
          </p:cNvSpPr>
          <p:nvPr>
            <p:ph type="body" sz="quarter" idx="14"/>
          </p:nvPr>
        </p:nvSpPr>
        <p:spPr>
          <a:xfrm>
            <a:off x="457200" y="921934"/>
            <a:ext cx="10396483" cy="407436"/>
          </a:xfrm>
        </p:spPr>
        <p:txBody>
          <a:bodyPr lIns="0" tIns="0" rIns="0" bIns="0">
            <a:noAutofit/>
          </a:bodyPr>
          <a:lstStyle>
            <a:lvl1pPr>
              <a:buNone/>
              <a:defRPr sz="1467"/>
            </a:lvl1pPr>
            <a:lvl2pPr>
              <a:buNone/>
              <a:defRPr/>
            </a:lvl2pPr>
            <a:lvl3pPr>
              <a:buNone/>
              <a:defRPr/>
            </a:lvl3pPr>
            <a:lvl4pPr>
              <a:buNone/>
              <a:defRPr/>
            </a:lvl4pPr>
            <a:lvl5pPr>
              <a:buNone/>
              <a:defRPr/>
            </a:lvl5pPr>
          </a:lstStyle>
          <a:p>
            <a:pPr lvl="0"/>
            <a:r>
              <a:rPr lang="en-US"/>
              <a:t>Click to edit Master text styles</a:t>
            </a:r>
          </a:p>
        </p:txBody>
      </p:sp>
      <p:sp>
        <p:nvSpPr>
          <p:cNvPr id="10" name="Slide Number Placeholder 5">
            <a:extLst>
              <a:ext uri="{FF2B5EF4-FFF2-40B4-BE49-F238E27FC236}">
                <a16:creationId xmlns:a16="http://schemas.microsoft.com/office/drawing/2014/main" id="{9CAD874C-4135-2F4B-9AE3-45F976F86B77}"/>
              </a:ext>
            </a:extLst>
          </p:cNvPr>
          <p:cNvSpPr txBox="1">
            <a:spLocks/>
          </p:cNvSpPr>
          <p:nvPr userDrawn="1"/>
        </p:nvSpPr>
        <p:spPr>
          <a:xfrm>
            <a:off x="5888567" y="6454693"/>
            <a:ext cx="414867" cy="273304"/>
          </a:xfrm>
          <a:prstGeom prst="rect">
            <a:avLst/>
          </a:prstGeom>
        </p:spPr>
        <p:txBody>
          <a:bodyPr/>
          <a:lstStyle>
            <a:defPPr>
              <a:defRPr lang="en-US"/>
            </a:defPPr>
            <a:lvl1pPr marL="0" algn="ctr" defTabSz="457200" rtl="0" eaLnBrk="1" latinLnBrk="0" hangingPunct="1">
              <a:defRPr sz="600" kern="1200">
                <a:solidFill>
                  <a:schemeClr val="tx2">
                    <a:lumMod val="10000"/>
                    <a:lumOff val="90000"/>
                  </a:schemeClr>
                </a:solidFill>
                <a:latin typeface="Montserrat" pitchFamily="2" charset="77"/>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D18A8FE-DFC8-4843-AEF2-DE4DB0CF7D65}" type="slidenum">
              <a:rPr lang="en-US" sz="800" smtClean="0"/>
              <a:pPr/>
              <a:t>‹#›</a:t>
            </a:fld>
            <a:endParaRPr lang="en-US" sz="800"/>
          </a:p>
        </p:txBody>
      </p:sp>
    </p:spTree>
    <p:extLst>
      <p:ext uri="{BB962C8B-B14F-4D97-AF65-F5344CB8AC3E}">
        <p14:creationId xmlns:p14="http://schemas.microsoft.com/office/powerpoint/2010/main" val="237289056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cSld name="1_Title and Content">
    <p:bg>
      <p:bgPr>
        <a:solidFill>
          <a:srgbClr val="FFFFFF"/>
        </a:solidFill>
        <a:effectLst/>
      </p:bgPr>
    </p:bg>
    <p:spTree>
      <p:nvGrpSpPr>
        <p:cNvPr id="1" name=""/>
        <p:cNvGrpSpPr/>
        <p:nvPr/>
      </p:nvGrpSpPr>
      <p:grpSpPr>
        <a:xfrm>
          <a:off x="0" y="0"/>
          <a:ext cx="0" cy="0"/>
          <a:chOff x="0" y="0"/>
          <a:chExt cx="0" cy="0"/>
        </a:xfrm>
      </p:grpSpPr>
      <p:sp>
        <p:nvSpPr>
          <p:cNvPr id="2" name="New shape"/>
          <p:cNvSpPr/>
          <p:nvPr/>
        </p:nvSpPr>
        <p:spPr>
          <a:xfrm>
            <a:off x="11032871" y="442849"/>
            <a:ext cx="486029" cy="486029"/>
          </a:xfrm>
          <a:prstGeom prst="ellipse">
            <a:avLst/>
          </a:prstGeom>
          <a:ln w="12700">
            <a:noFill/>
            <a:prstDash val="solid"/>
            <a:miter/>
          </a:ln>
        </p:spPr>
        <p:style>
          <a:lnRef idx="2">
            <a:schemeClr val="accent1">
              <a:shade val="50000"/>
            </a:schemeClr>
          </a:lnRef>
          <a:fillRef idx="1">
            <a:srgbClr val="54B948"/>
          </a:fillRef>
          <a:effectRef idx="0">
            <a:schemeClr val="accent1"/>
          </a:effectRef>
          <a:fontRef idx="minor">
            <a:schemeClr val="lt1"/>
          </a:fontRef>
        </p:style>
        <p:txBody>
          <a:bodyPr lIns="91440" tIns="53340" rIns="91440" bIns="91440" rtlCol="0" anchor="ctr"/>
          <a:lstStyle>
            <a:defPPr/>
          </a:lstStyle>
          <a:p>
            <a:endParaRPr/>
          </a:p>
        </p:txBody>
      </p:sp>
      <p:sp>
        <p:nvSpPr>
          <p:cNvPr id="3" name="New shape"/>
          <p:cNvSpPr/>
          <p:nvPr/>
        </p:nvSpPr>
        <p:spPr>
          <a:xfrm>
            <a:off x="0" y="442849"/>
            <a:ext cx="254254" cy="486029"/>
          </a:xfrm>
          <a:prstGeom prst="rect">
            <a:avLst/>
          </a:prstGeom>
          <a:noFill/>
          <a:ln>
            <a:noFill/>
            <a:miter/>
          </a:ln>
        </p:spPr>
        <p:style>
          <a:lnRef idx="2">
            <a:schemeClr val="accent1">
              <a:shade val="50000"/>
            </a:schemeClr>
          </a:lnRef>
          <a:fillRef idx="1">
            <a:schemeClr val="accent1"/>
          </a:fillRef>
          <a:effectRef idx="0">
            <a:schemeClr val="accent1"/>
          </a:effectRef>
          <a:fontRef idx="minor">
            <a:schemeClr val="lt1"/>
          </a:fontRef>
        </p:style>
        <p:txBody>
          <a:bodyPr lIns="91440" tIns="53340" rIns="91440" bIns="91440" rtlCol="0" anchor="ctr"/>
          <a:lstStyle>
            <a:defPPr/>
          </a:lstStyle>
          <a:p>
            <a:endParaRPr/>
          </a:p>
        </p:txBody>
      </p:sp>
      <p:pic>
        <p:nvPicPr>
          <p:cNvPr id="4" name="New picture"/>
          <p:cNvPicPr/>
          <p:nvPr/>
        </p:nvPicPr>
        <p:blipFill>
          <a:blip r:embed="rId2"/>
          <a:stretch>
            <a:fillRect/>
          </a:stretch>
        </p:blipFill>
        <p:spPr>
          <a:xfrm>
            <a:off x="0" y="442849"/>
            <a:ext cx="254254" cy="486029"/>
          </a:xfrm>
          <a:prstGeom prst="rect">
            <a:avLst/>
          </a:prstGeom>
        </p:spPr>
      </p:pic>
      <p:sp>
        <p:nvSpPr>
          <p:cNvPr id="5" name="New shape"/>
          <p:cNvSpPr/>
          <p:nvPr/>
        </p:nvSpPr>
        <p:spPr>
          <a:xfrm>
            <a:off x="11698224" y="446405"/>
            <a:ext cx="493649" cy="475361"/>
          </a:xfrm>
          <a:prstGeom prst="rect">
            <a:avLst/>
          </a:prstGeom>
          <a:noFill/>
          <a:ln>
            <a:noFill/>
            <a:miter/>
          </a:ln>
        </p:spPr>
        <p:style>
          <a:lnRef idx="2">
            <a:schemeClr val="accent1">
              <a:shade val="50000"/>
            </a:schemeClr>
          </a:lnRef>
          <a:fillRef idx="1">
            <a:schemeClr val="accent1"/>
          </a:fillRef>
          <a:effectRef idx="0">
            <a:schemeClr val="accent1"/>
          </a:effectRef>
          <a:fontRef idx="minor">
            <a:schemeClr val="lt1"/>
          </a:fontRef>
        </p:style>
        <p:txBody>
          <a:bodyPr lIns="91440" tIns="53340" rIns="91440" bIns="91440" rtlCol="0" anchor="ctr"/>
          <a:lstStyle>
            <a:defPPr/>
          </a:lstStyle>
          <a:p>
            <a:endParaRPr/>
          </a:p>
        </p:txBody>
      </p:sp>
      <p:pic>
        <p:nvPicPr>
          <p:cNvPr id="6" name="New picture"/>
          <p:cNvPicPr/>
          <p:nvPr/>
        </p:nvPicPr>
        <p:blipFill>
          <a:blip r:embed="rId3"/>
          <a:stretch>
            <a:fillRect/>
          </a:stretch>
        </p:blipFill>
        <p:spPr>
          <a:xfrm>
            <a:off x="11698224" y="446405"/>
            <a:ext cx="493649" cy="475361"/>
          </a:xfrm>
          <a:prstGeom prst="rect">
            <a:avLst/>
          </a:prstGeom>
        </p:spPr>
      </p:pic>
      <p:sp>
        <p:nvSpPr>
          <p:cNvPr id="7" name="New shape"/>
          <p:cNvSpPr/>
          <p:nvPr/>
        </p:nvSpPr>
        <p:spPr>
          <a:xfrm>
            <a:off x="9961499" y="6374892"/>
            <a:ext cx="2143125" cy="352425"/>
          </a:xfrm>
          <a:prstGeom prst="rect">
            <a:avLst/>
          </a:prstGeom>
          <a:noFill/>
          <a:ln>
            <a:noFill/>
            <a:miter/>
          </a:ln>
        </p:spPr>
        <p:style>
          <a:lnRef idx="2">
            <a:schemeClr val="accent1">
              <a:shade val="50000"/>
            </a:schemeClr>
          </a:lnRef>
          <a:fillRef idx="1">
            <a:schemeClr val="accent1"/>
          </a:fillRef>
          <a:effectRef idx="0">
            <a:schemeClr val="accent1"/>
          </a:effectRef>
          <a:fontRef idx="minor">
            <a:schemeClr val="lt1"/>
          </a:fontRef>
        </p:style>
        <p:txBody>
          <a:bodyPr lIns="91440" tIns="53340" rIns="91440" bIns="91440" rtlCol="0" anchor="ctr"/>
          <a:lstStyle>
            <a:defPPr/>
          </a:lstStyle>
          <a:p>
            <a:endParaRPr/>
          </a:p>
        </p:txBody>
      </p:sp>
      <p:pic>
        <p:nvPicPr>
          <p:cNvPr id="8" name="New picture"/>
          <p:cNvPicPr/>
          <p:nvPr/>
        </p:nvPicPr>
        <p:blipFill>
          <a:blip r:embed="rId4"/>
          <a:stretch>
            <a:fillRect/>
          </a:stretch>
        </p:blipFill>
        <p:spPr>
          <a:xfrm>
            <a:off x="9961499" y="6374892"/>
            <a:ext cx="2143125" cy="352425"/>
          </a:xfrm>
          <a:prstGeom prst="rect">
            <a:avLst/>
          </a:prstGeom>
        </p:spPr>
      </p:pic>
    </p:spTree>
    <p:extLst>
      <p:ext uri="{BB962C8B-B14F-4D97-AF65-F5344CB8AC3E}">
        <p14:creationId xmlns:p14="http://schemas.microsoft.com/office/powerpoint/2010/main" val="7192352"/>
      </p:ext>
    </p:extLst>
  </p:cSld>
  <p:clrMapOvr>
    <a:masterClrMapping/>
  </p:clrMapOvr>
  <p:transition/>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32" name="Freeform 31">
            <a:extLst>
              <a:ext uri="{FF2B5EF4-FFF2-40B4-BE49-F238E27FC236}">
                <a16:creationId xmlns:a16="http://schemas.microsoft.com/office/drawing/2014/main" id="{7475FFD4-40DC-2340-9879-BB937094514D}"/>
              </a:ext>
            </a:extLst>
          </p:cNvPr>
          <p:cNvSpPr>
            <a:spLocks/>
          </p:cNvSpPr>
          <p:nvPr/>
        </p:nvSpPr>
        <p:spPr>
          <a:xfrm>
            <a:off x="4686532" y="2"/>
            <a:ext cx="7505469" cy="3752604"/>
          </a:xfrm>
          <a:custGeom>
            <a:avLst/>
            <a:gdLst>
              <a:gd name="connsiteX0" fmla="*/ 610619 w 5629102"/>
              <a:gd name="connsiteY0" fmla="*/ 0 h 2814453"/>
              <a:gd name="connsiteX1" fmla="*/ 5629102 w 5629102"/>
              <a:gd name="connsiteY1" fmla="*/ 0 h 2814453"/>
              <a:gd name="connsiteX2" fmla="*/ 5629102 w 5629102"/>
              <a:gd name="connsiteY2" fmla="*/ 2814453 h 2814453"/>
              <a:gd name="connsiteX3" fmla="*/ 1572393 w 5629102"/>
              <a:gd name="connsiteY3" fmla="*/ 2814453 h 2814453"/>
              <a:gd name="connsiteX4" fmla="*/ 0 w 5629102"/>
              <a:gd name="connsiteY4" fmla="*/ 1242060 h 2814453"/>
              <a:gd name="connsiteX5" fmla="*/ 572205 w 5629102"/>
              <a:gd name="connsiteY5" fmla="*/ 28725 h 281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9102" h="2814453">
                <a:moveTo>
                  <a:pt x="610619" y="0"/>
                </a:moveTo>
                <a:lnTo>
                  <a:pt x="5629102" y="0"/>
                </a:lnTo>
                <a:lnTo>
                  <a:pt x="5629102" y="2814453"/>
                </a:lnTo>
                <a:lnTo>
                  <a:pt x="1572393" y="2814453"/>
                </a:lnTo>
                <a:cubicBezTo>
                  <a:pt x="703984" y="2814453"/>
                  <a:pt x="0" y="2110469"/>
                  <a:pt x="0" y="1242060"/>
                </a:cubicBezTo>
                <a:cubicBezTo>
                  <a:pt x="0" y="753580"/>
                  <a:pt x="222745" y="317125"/>
                  <a:pt x="572205" y="28725"/>
                </a:cubicBezTo>
                <a:close/>
              </a:path>
            </a:pathLst>
          </a:custGeom>
          <a:blipFill>
            <a:blip r:embed="rId2"/>
            <a:stretch>
              <a:fillRect l="-12786" r="-12936" b="-6277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3" name="Subtitle 2"/>
          <p:cNvSpPr>
            <a:spLocks noGrp="1"/>
          </p:cNvSpPr>
          <p:nvPr>
            <p:ph type="subTitle" idx="1"/>
          </p:nvPr>
        </p:nvSpPr>
        <p:spPr>
          <a:xfrm>
            <a:off x="457202" y="4818844"/>
            <a:ext cx="9160412" cy="641701"/>
          </a:xfrm>
        </p:spPr>
        <p:txBody>
          <a:bodyPr lIns="0" tIns="0" rIns="0" bIns="0"/>
          <a:lstStyle>
            <a:lvl1pPr marL="0" indent="0" algn="l">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p:nvSpPr>
        <p:spPr>
          <a:xfrm>
            <a:off x="10342182" y="4709626"/>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Freeform 24">
            <a:extLst>
              <a:ext uri="{FF2B5EF4-FFF2-40B4-BE49-F238E27FC236}">
                <a16:creationId xmlns:a16="http://schemas.microsoft.com/office/drawing/2014/main" id="{4B394081-5EE4-324E-B115-5061B4B6B09C}"/>
              </a:ext>
            </a:extLst>
          </p:cNvPr>
          <p:cNvSpPr/>
          <p:nvPr/>
        </p:nvSpPr>
        <p:spPr>
          <a:xfrm>
            <a:off x="2837792"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Rounded Rectangle 20">
            <a:extLst>
              <a:ext uri="{FF2B5EF4-FFF2-40B4-BE49-F238E27FC236}">
                <a16:creationId xmlns:a16="http://schemas.microsoft.com/office/drawing/2014/main" id="{827D105A-509D-A74A-9A2E-5C0427623FA6}"/>
              </a:ext>
            </a:extLst>
          </p:cNvPr>
          <p:cNvSpPr/>
          <p:nvPr/>
        </p:nvSpPr>
        <p:spPr>
          <a:xfrm>
            <a:off x="436179" y="1894703"/>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4"/>
            <a:ext cx="9144000" cy="1354081"/>
          </a:xfrm>
        </p:spPr>
        <p:txBody>
          <a:bodyPr lIns="0" tIns="0" rIns="0" bIns="0" anchor="b"/>
          <a:lstStyle>
            <a:lvl1pPr algn="l">
              <a:defRPr sz="4267"/>
            </a:lvl1pPr>
          </a:lstStyle>
          <a:p>
            <a:r>
              <a:rPr lang="en-US"/>
              <a:t>Click to edit Master title style</a:t>
            </a:r>
          </a:p>
        </p:txBody>
      </p:sp>
      <p:pic>
        <p:nvPicPr>
          <p:cNvPr id="10" name="Graphic 9">
            <a:extLst>
              <a:ext uri="{FF2B5EF4-FFF2-40B4-BE49-F238E27FC236}">
                <a16:creationId xmlns:a16="http://schemas.microsoft.com/office/drawing/2014/main" id="{AA79048B-771A-954F-BBD9-F77599C8B3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52721" y="6158765"/>
            <a:ext cx="3086561" cy="514427"/>
          </a:xfrm>
          <a:prstGeom prst="rect">
            <a:avLst/>
          </a:prstGeom>
        </p:spPr>
      </p:pic>
    </p:spTree>
    <p:extLst>
      <p:ext uri="{BB962C8B-B14F-4D97-AF65-F5344CB8AC3E}">
        <p14:creationId xmlns:p14="http://schemas.microsoft.com/office/powerpoint/2010/main" val="50274573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type="secHead" preserve="1">
  <p:cSld name="Divider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p:nvSpPr>
        <p:spPr>
          <a:xfrm>
            <a:off x="2836648" y="5641961"/>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p:cNvSpPr>
            <a:spLocks noGrp="1"/>
          </p:cNvSpPr>
          <p:nvPr>
            <p:ph type="title"/>
          </p:nvPr>
        </p:nvSpPr>
        <p:spPr>
          <a:xfrm>
            <a:off x="460464" y="2897304"/>
            <a:ext cx="10515600" cy="985648"/>
          </a:xfrm>
        </p:spPr>
        <p:txBody>
          <a:bodyPr lIns="0" tIns="0" rIns="0" bIns="0" anchor="b">
            <a:normAutofit/>
          </a:bodyPr>
          <a:lstStyle>
            <a:lvl1pPr>
              <a:defRPr sz="3733"/>
            </a:lvl1pPr>
          </a:lstStyle>
          <a:p>
            <a:r>
              <a:rPr lang="en-US"/>
              <a:t>Click to edit Master title style</a:t>
            </a:r>
          </a:p>
        </p:txBody>
      </p:sp>
      <p:sp>
        <p:nvSpPr>
          <p:cNvPr id="3" name="Text Placeholder 2"/>
          <p:cNvSpPr>
            <a:spLocks noGrp="1"/>
          </p:cNvSpPr>
          <p:nvPr>
            <p:ph type="body" idx="1"/>
          </p:nvPr>
        </p:nvSpPr>
        <p:spPr>
          <a:xfrm>
            <a:off x="457200" y="4025416"/>
            <a:ext cx="10538293" cy="684208"/>
          </a:xfrm>
        </p:spPr>
        <p:txBody>
          <a:bodyPr lIns="0" tIns="0" rIns="0" bIns="0"/>
          <a:lstStyle>
            <a:lvl1pPr marL="0" indent="0">
              <a:buNone/>
              <a:defRPr sz="2667">
                <a:solidFill>
                  <a:schemeClr val="tx1"/>
                </a:solidFill>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2" name="Freeform 21">
            <a:extLst>
              <a:ext uri="{FF2B5EF4-FFF2-40B4-BE49-F238E27FC236}">
                <a16:creationId xmlns:a16="http://schemas.microsoft.com/office/drawing/2014/main" id="{74AFD015-0D1F-3547-8CF1-90942E7ACF2E}"/>
              </a:ext>
            </a:extLst>
          </p:cNvPr>
          <p:cNvSpPr/>
          <p:nvPr/>
        </p:nvSpPr>
        <p:spPr>
          <a:xfrm>
            <a:off x="10342177"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Freeform 20">
            <a:extLst>
              <a:ext uri="{FF2B5EF4-FFF2-40B4-BE49-F238E27FC236}">
                <a16:creationId xmlns:a16="http://schemas.microsoft.com/office/drawing/2014/main" id="{B74D8618-1342-4C42-94BD-C150DF3C1928}"/>
              </a:ext>
            </a:extLst>
          </p:cNvPr>
          <p:cNvSpPr/>
          <p:nvPr/>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0" name="Graphic 9">
            <a:extLst>
              <a:ext uri="{FF2B5EF4-FFF2-40B4-BE49-F238E27FC236}">
                <a16:creationId xmlns:a16="http://schemas.microsoft.com/office/drawing/2014/main" id="{D3FE0F32-6A39-2143-8C31-4818256ECA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305547491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p:cSld nam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r>
              <a:rPr lang="en-US"/>
              <a:t>Click icon to add picture</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Freeform 13">
            <a:extLst>
              <a:ext uri="{FF2B5EF4-FFF2-40B4-BE49-F238E27FC236}">
                <a16:creationId xmlns:a16="http://schemas.microsoft.com/office/drawing/2014/main" id="{095D3818-F949-6A40-B96A-1EF1AE2FFA3E}"/>
              </a:ext>
            </a:extLst>
          </p:cNvPr>
          <p:cNvSpPr/>
          <p:nvPr/>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0" name="Graphic 9">
            <a:extLst>
              <a:ext uri="{FF2B5EF4-FFF2-40B4-BE49-F238E27FC236}">
                <a16:creationId xmlns:a16="http://schemas.microsoft.com/office/drawing/2014/main" id="{CE7B9CF3-285F-B546-AEF3-9613CFF0358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238702416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4" orient="horz" pos="3180">
          <p15:clr>
            <a:srgbClr val="FBAE4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Confidential—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r>
              <a:rPr lang="en-US"/>
              <a:t>Click icon to add picture</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6" name="Picture 15">
            <a:extLst>
              <a:ext uri="{FF2B5EF4-FFF2-40B4-BE49-F238E27FC236}">
                <a16:creationId xmlns:a16="http://schemas.microsoft.com/office/drawing/2014/main" id="{62A68AA7-1A5F-0D40-A050-282CD59E9A29}"/>
              </a:ext>
            </a:extLst>
          </p:cNvPr>
          <p:cNvPicPr>
            <a:picLocks noChangeAspect="1"/>
          </p:cNvPicPr>
          <p:nvPr/>
        </p:nvPicPr>
        <p:blipFill rotWithShape="1">
          <a:blip r:embed="rId2"/>
          <a:srcRect b="64683"/>
          <a:stretch/>
        </p:blipFill>
        <p:spPr>
          <a:xfrm>
            <a:off x="438397" y="6376974"/>
            <a:ext cx="875601" cy="481028"/>
          </a:xfrm>
          <a:prstGeom prst="rect">
            <a:avLst/>
          </a:prstGeom>
        </p:spPr>
      </p:pic>
      <p:sp>
        <p:nvSpPr>
          <p:cNvPr id="11" name="Freeform 10">
            <a:extLst>
              <a:ext uri="{FF2B5EF4-FFF2-40B4-BE49-F238E27FC236}">
                <a16:creationId xmlns:a16="http://schemas.microsoft.com/office/drawing/2014/main" id="{0AE3A654-AF8F-9C41-8CAA-D5D2E5FA68F3}"/>
              </a:ext>
            </a:extLst>
          </p:cNvPr>
          <p:cNvSpPr/>
          <p:nvPr/>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3" name="Graphic 12">
            <a:extLst>
              <a:ext uri="{FF2B5EF4-FFF2-40B4-BE49-F238E27FC236}">
                <a16:creationId xmlns:a16="http://schemas.microsoft.com/office/drawing/2014/main" id="{3F7914E0-DD0A-7149-8457-7EA2B491BDA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273196501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4" orient="horz" pos="3180">
          <p15:clr>
            <a:srgbClr val="FBAE4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p:cSld name="Proprietary—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r>
              <a:rPr lang="en-US"/>
              <a:t>Click icon to add picture</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6" name="Picture 15">
            <a:extLst>
              <a:ext uri="{FF2B5EF4-FFF2-40B4-BE49-F238E27FC236}">
                <a16:creationId xmlns:a16="http://schemas.microsoft.com/office/drawing/2014/main" id="{3E19D71C-12D7-D147-BD9F-5E37DC4B3B7C}"/>
              </a:ext>
            </a:extLst>
          </p:cNvPr>
          <p:cNvPicPr>
            <a:picLocks noChangeAspect="1"/>
          </p:cNvPicPr>
          <p:nvPr/>
        </p:nvPicPr>
        <p:blipFill rotWithShape="1">
          <a:blip r:embed="rId2"/>
          <a:srcRect t="33079" b="29362"/>
          <a:stretch/>
        </p:blipFill>
        <p:spPr>
          <a:xfrm>
            <a:off x="438397" y="6346433"/>
            <a:ext cx="875601" cy="511569"/>
          </a:xfrm>
          <a:prstGeom prst="rect">
            <a:avLst/>
          </a:prstGeom>
        </p:spPr>
      </p:pic>
      <p:sp>
        <p:nvSpPr>
          <p:cNvPr id="11" name="Freeform 10">
            <a:extLst>
              <a:ext uri="{FF2B5EF4-FFF2-40B4-BE49-F238E27FC236}">
                <a16:creationId xmlns:a16="http://schemas.microsoft.com/office/drawing/2014/main" id="{D1F5E3FD-9EE9-F543-BCED-F7397002C379}"/>
              </a:ext>
            </a:extLst>
          </p:cNvPr>
          <p:cNvSpPr/>
          <p:nvPr/>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3" name="Graphic 12">
            <a:extLst>
              <a:ext uri="{FF2B5EF4-FFF2-40B4-BE49-F238E27FC236}">
                <a16:creationId xmlns:a16="http://schemas.microsoft.com/office/drawing/2014/main" id="{F8617F05-53D1-DA4B-84E3-704184D7814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399707467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p:cSld name="Sensitiv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r>
              <a:rPr lang="en-US"/>
              <a:t>Click icon to add picture</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4" name="Picture 13">
            <a:extLst>
              <a:ext uri="{FF2B5EF4-FFF2-40B4-BE49-F238E27FC236}">
                <a16:creationId xmlns:a16="http://schemas.microsoft.com/office/drawing/2014/main" id="{C1498909-D434-1E45-95DB-0D4FD9B2EB6C}"/>
              </a:ext>
            </a:extLst>
          </p:cNvPr>
          <p:cNvPicPr>
            <a:picLocks noChangeAspect="1"/>
          </p:cNvPicPr>
          <p:nvPr/>
        </p:nvPicPr>
        <p:blipFill rotWithShape="1">
          <a:blip r:embed="rId2"/>
          <a:srcRect t="70280" b="-6870"/>
          <a:stretch/>
        </p:blipFill>
        <p:spPr>
          <a:xfrm>
            <a:off x="438397" y="6359611"/>
            <a:ext cx="875601" cy="498388"/>
          </a:xfrm>
          <a:prstGeom prst="rect">
            <a:avLst/>
          </a:prstGeom>
        </p:spPr>
      </p:pic>
      <p:sp>
        <p:nvSpPr>
          <p:cNvPr id="11" name="Freeform 10">
            <a:extLst>
              <a:ext uri="{FF2B5EF4-FFF2-40B4-BE49-F238E27FC236}">
                <a16:creationId xmlns:a16="http://schemas.microsoft.com/office/drawing/2014/main" id="{1723D2C3-A3F8-5E47-8E0F-AFC4F9E60371}"/>
              </a:ext>
            </a:extLst>
          </p:cNvPr>
          <p:cNvSpPr/>
          <p:nvPr/>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3" name="Graphic 12">
            <a:extLst>
              <a:ext uri="{FF2B5EF4-FFF2-40B4-BE49-F238E27FC236}">
                <a16:creationId xmlns:a16="http://schemas.microsoft.com/office/drawing/2014/main" id="{7F71FB1B-7C3B-3E41-BD7E-680F09B8F0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270017314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8419006E-9FD3-FE49-85B6-81898F97EE8F}"/>
              </a:ext>
            </a:extLst>
          </p:cNvPr>
          <p:cNvSpPr/>
          <p:nvPr/>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1" name="Graphic 10">
            <a:extLst>
              <a:ext uri="{FF2B5EF4-FFF2-40B4-BE49-F238E27FC236}">
                <a16:creationId xmlns:a16="http://schemas.microsoft.com/office/drawing/2014/main" id="{34026742-9308-FF42-829B-88EE7313509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277870031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p:cSld name="Confidential—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3" name="Picture 12">
            <a:extLst>
              <a:ext uri="{FF2B5EF4-FFF2-40B4-BE49-F238E27FC236}">
                <a16:creationId xmlns:a16="http://schemas.microsoft.com/office/drawing/2014/main" id="{80CB42AE-896D-DF4F-B972-EA9A9B95E77C}"/>
              </a:ext>
            </a:extLst>
          </p:cNvPr>
          <p:cNvPicPr>
            <a:picLocks noChangeAspect="1"/>
          </p:cNvPicPr>
          <p:nvPr/>
        </p:nvPicPr>
        <p:blipFill rotWithShape="1">
          <a:blip r:embed="rId2"/>
          <a:srcRect b="64683"/>
          <a:stretch/>
        </p:blipFill>
        <p:spPr>
          <a:xfrm>
            <a:off x="457202" y="6376974"/>
            <a:ext cx="875601" cy="481028"/>
          </a:xfrm>
          <a:prstGeom prst="rect">
            <a:avLst/>
          </a:prstGeom>
        </p:spPr>
      </p:pic>
      <p:sp>
        <p:nvSpPr>
          <p:cNvPr id="10" name="Freeform 9">
            <a:extLst>
              <a:ext uri="{FF2B5EF4-FFF2-40B4-BE49-F238E27FC236}">
                <a16:creationId xmlns:a16="http://schemas.microsoft.com/office/drawing/2014/main" id="{E66CFD98-370D-C349-8E75-45FD459F0A2D}"/>
              </a:ext>
            </a:extLst>
          </p:cNvPr>
          <p:cNvSpPr/>
          <p:nvPr/>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2" name="Graphic 11">
            <a:extLst>
              <a:ext uri="{FF2B5EF4-FFF2-40B4-BE49-F238E27FC236}">
                <a16:creationId xmlns:a16="http://schemas.microsoft.com/office/drawing/2014/main" id="{F6E0B5D4-690A-7C48-8149-CD5B23AE696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26022430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p:cSld name="Proprietary—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3" name="Picture 12">
            <a:extLst>
              <a:ext uri="{FF2B5EF4-FFF2-40B4-BE49-F238E27FC236}">
                <a16:creationId xmlns:a16="http://schemas.microsoft.com/office/drawing/2014/main" id="{3BA5D44A-C379-AA40-8B2A-549744F2562B}"/>
              </a:ext>
            </a:extLst>
          </p:cNvPr>
          <p:cNvPicPr>
            <a:picLocks noChangeAspect="1"/>
          </p:cNvPicPr>
          <p:nvPr/>
        </p:nvPicPr>
        <p:blipFill rotWithShape="1">
          <a:blip r:embed="rId2"/>
          <a:srcRect t="33079" b="29362"/>
          <a:stretch/>
        </p:blipFill>
        <p:spPr>
          <a:xfrm>
            <a:off x="438397" y="6346433"/>
            <a:ext cx="875601" cy="511569"/>
          </a:xfrm>
          <a:prstGeom prst="rect">
            <a:avLst/>
          </a:prstGeom>
        </p:spPr>
      </p:pic>
      <p:sp>
        <p:nvSpPr>
          <p:cNvPr id="10" name="Freeform 9">
            <a:extLst>
              <a:ext uri="{FF2B5EF4-FFF2-40B4-BE49-F238E27FC236}">
                <a16:creationId xmlns:a16="http://schemas.microsoft.com/office/drawing/2014/main" id="{DDF1B54D-E97A-CF47-BE3E-CD6D03235A0D}"/>
              </a:ext>
            </a:extLst>
          </p:cNvPr>
          <p:cNvSpPr/>
          <p:nvPr/>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2" name="Graphic 11">
            <a:extLst>
              <a:ext uri="{FF2B5EF4-FFF2-40B4-BE49-F238E27FC236}">
                <a16:creationId xmlns:a16="http://schemas.microsoft.com/office/drawing/2014/main" id="{273B6AD2-F980-7A45-B71E-6CFFA1D9BCF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77079767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p:cSld name="Sensitiv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3" name="Picture 12">
            <a:extLst>
              <a:ext uri="{FF2B5EF4-FFF2-40B4-BE49-F238E27FC236}">
                <a16:creationId xmlns:a16="http://schemas.microsoft.com/office/drawing/2014/main" id="{0F2D0EB9-631C-3041-A6F6-892C0505696C}"/>
              </a:ext>
            </a:extLst>
          </p:cNvPr>
          <p:cNvPicPr>
            <a:picLocks noChangeAspect="1"/>
          </p:cNvPicPr>
          <p:nvPr/>
        </p:nvPicPr>
        <p:blipFill rotWithShape="1">
          <a:blip r:embed="rId2"/>
          <a:srcRect t="70280" b="-6870"/>
          <a:stretch/>
        </p:blipFill>
        <p:spPr>
          <a:xfrm>
            <a:off x="438397" y="6359611"/>
            <a:ext cx="875601" cy="498388"/>
          </a:xfrm>
          <a:prstGeom prst="rect">
            <a:avLst/>
          </a:prstGeom>
        </p:spPr>
      </p:pic>
      <p:sp>
        <p:nvSpPr>
          <p:cNvPr id="10" name="Freeform 9">
            <a:extLst>
              <a:ext uri="{FF2B5EF4-FFF2-40B4-BE49-F238E27FC236}">
                <a16:creationId xmlns:a16="http://schemas.microsoft.com/office/drawing/2014/main" id="{C9B31F19-03A0-594D-B3E9-CD87376E36D4}"/>
              </a:ext>
            </a:extLst>
          </p:cNvPr>
          <p:cNvSpPr/>
          <p:nvPr/>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2" name="Graphic 11">
            <a:extLst>
              <a:ext uri="{FF2B5EF4-FFF2-40B4-BE49-F238E27FC236}">
                <a16:creationId xmlns:a16="http://schemas.microsoft.com/office/drawing/2014/main" id="{00273CEF-BA73-6440-8762-0183D161BF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177800280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p:cSld name="Bio Template">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199" y="1359511"/>
            <a:ext cx="7141028" cy="4568324"/>
          </a:xfrm>
        </p:spPr>
        <p:txBody>
          <a:bodyPr lIns="0" tIns="0" rIns="0" bIns="0"/>
          <a:lstStyle>
            <a:lvl1pPr>
              <a:lnSpc>
                <a:spcPct val="100000"/>
              </a:lnSpc>
              <a:buNone/>
              <a:defRPr sz="2133"/>
            </a:lvl1pPr>
            <a:lvl2pPr>
              <a:lnSpc>
                <a:spcPct val="100000"/>
              </a:lnSpc>
              <a:buNone/>
              <a:defRPr sz="1867"/>
            </a:lvl2pPr>
            <a:lvl3pPr>
              <a:lnSpc>
                <a:spcPct val="100000"/>
              </a:lnSpc>
              <a:buNone/>
              <a:defRPr sz="1867"/>
            </a:lvl3pPr>
            <a:lvl4pPr>
              <a:lnSpc>
                <a:spcPct val="100000"/>
              </a:lnSpc>
              <a:buNone/>
              <a:defRPr sz="1867"/>
            </a:lvl4pPr>
            <a:lvl5pPr>
              <a:lnSpc>
                <a:spcPct val="100000"/>
              </a:lnSpc>
              <a:buNone/>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886115" y="1359588"/>
            <a:ext cx="3812197" cy="3812197"/>
          </a:xfrm>
          <a:prstGeom prst="ellipse">
            <a:avLst/>
          </a:prstGeom>
          <a:noFill/>
        </p:spPr>
        <p:txBody>
          <a:bodyPr/>
          <a:lstStyle/>
          <a:p>
            <a:r>
              <a:rPr lang="en-US"/>
              <a:t>Click icon to add picture</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7" name="Text Placeholder 6">
            <a:extLst>
              <a:ext uri="{FF2B5EF4-FFF2-40B4-BE49-F238E27FC236}">
                <a16:creationId xmlns:a16="http://schemas.microsoft.com/office/drawing/2014/main" id="{42AB9BBF-A7FA-394D-A2E2-93323B4F3A38}"/>
              </a:ext>
            </a:extLst>
          </p:cNvPr>
          <p:cNvSpPr>
            <a:spLocks noGrp="1"/>
          </p:cNvSpPr>
          <p:nvPr>
            <p:ph type="body" sz="quarter" idx="14"/>
          </p:nvPr>
        </p:nvSpPr>
        <p:spPr>
          <a:xfrm>
            <a:off x="457201" y="921935"/>
            <a:ext cx="10396483" cy="407436"/>
          </a:xfrm>
        </p:spPr>
        <p:txBody>
          <a:bodyPr lIns="0" tIns="0" rIns="0" bIns="0">
            <a:noAutofit/>
          </a:bodyPr>
          <a:lstStyle>
            <a:lvl1pPr>
              <a:buNone/>
              <a:defRPr sz="1467"/>
            </a:lvl1pPr>
            <a:lvl2pPr>
              <a:buNone/>
              <a:defRPr/>
            </a:lvl2pPr>
            <a:lvl3pPr>
              <a:buNone/>
              <a:defRPr/>
            </a:lvl3pPr>
            <a:lvl4pPr>
              <a:buNone/>
              <a:defRPr/>
            </a:lvl4pPr>
            <a:lvl5pPr>
              <a:buNone/>
              <a:defRPr/>
            </a:lvl5pPr>
          </a:lstStyle>
          <a:p>
            <a:pPr lvl="0"/>
            <a:r>
              <a:rPr lang="en-US"/>
              <a:t>Click to edit Master text styles</a:t>
            </a:r>
          </a:p>
        </p:txBody>
      </p:sp>
      <p:pic>
        <p:nvPicPr>
          <p:cNvPr id="13" name="Graphic 12">
            <a:extLst>
              <a:ext uri="{FF2B5EF4-FFF2-40B4-BE49-F238E27FC236}">
                <a16:creationId xmlns:a16="http://schemas.microsoft.com/office/drawing/2014/main" id="{653E79F9-7B01-D041-ACD4-33CB057C9E0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246164557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r>
              <a:rPr lang="en-US"/>
              <a:t>Click to edit Master title style</a:t>
            </a:r>
          </a:p>
        </p:txBody>
      </p:sp>
      <p:sp>
        <p:nvSpPr>
          <p:cNvPr id="25" name="Slide Number Placeholder 5">
            <a:extLst>
              <a:ext uri="{FF2B5EF4-FFF2-40B4-BE49-F238E27FC236}">
                <a16:creationId xmlns:a16="http://schemas.microsoft.com/office/drawing/2014/main" id="{158CE639-514C-2A4F-986C-11AB4BAB7D0E}"/>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6" name="Oval 25">
            <a:extLst>
              <a:ext uri="{FF2B5EF4-FFF2-40B4-BE49-F238E27FC236}">
                <a16:creationId xmlns:a16="http://schemas.microsoft.com/office/drawing/2014/main" id="{4A0EEAD3-5327-AA4E-8829-661E2638DF2F}"/>
              </a:ext>
            </a:extLst>
          </p:cNvPr>
          <p:cNvSpPr/>
          <p:nvPr/>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8" name="Freeform 7">
            <a:extLst>
              <a:ext uri="{FF2B5EF4-FFF2-40B4-BE49-F238E27FC236}">
                <a16:creationId xmlns:a16="http://schemas.microsoft.com/office/drawing/2014/main" id="{70F3D363-33B2-1C4F-91D8-A055D064E0FA}"/>
              </a:ext>
            </a:extLst>
          </p:cNvPr>
          <p:cNvSpPr/>
          <p:nvPr/>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0" name="Graphic 9">
            <a:extLst>
              <a:ext uri="{FF2B5EF4-FFF2-40B4-BE49-F238E27FC236}">
                <a16:creationId xmlns:a16="http://schemas.microsoft.com/office/drawing/2014/main" id="{95015CD8-BC94-7143-91D3-2AEA503EE1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204200724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p:cSld name="Blank w/footer">
    <p:spTree>
      <p:nvGrpSpPr>
        <p:cNvPr id="1" name=""/>
        <p:cNvGrpSpPr/>
        <p:nvPr/>
      </p:nvGrpSpPr>
      <p:grpSpPr>
        <a:xfrm>
          <a:off x="0" y="0"/>
          <a:ext cx="0" cy="0"/>
          <a:chOff x="0" y="0"/>
          <a:chExt cx="0" cy="0"/>
        </a:xfrm>
      </p:grpSpPr>
      <p:sp>
        <p:nvSpPr>
          <p:cNvPr id="25" name="Slide Number Placeholder 5">
            <a:extLst>
              <a:ext uri="{FF2B5EF4-FFF2-40B4-BE49-F238E27FC236}">
                <a16:creationId xmlns:a16="http://schemas.microsoft.com/office/drawing/2014/main" id="{6852A224-48B9-7B47-B45D-F751E6BD7A8E}"/>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4" name="Graphic 3">
            <a:extLst>
              <a:ext uri="{FF2B5EF4-FFF2-40B4-BE49-F238E27FC236}">
                <a16:creationId xmlns:a16="http://schemas.microsoft.com/office/drawing/2014/main" id="{22C35CE9-D192-D04E-B6EC-488A5CBC0B2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110500550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p:cSld name="Thank You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p:nvSpPr>
        <p:spPr>
          <a:xfrm>
            <a:off x="2836648" y="5320774"/>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Freeform 19">
            <a:extLst>
              <a:ext uri="{FF2B5EF4-FFF2-40B4-BE49-F238E27FC236}">
                <a16:creationId xmlns:a16="http://schemas.microsoft.com/office/drawing/2014/main" id="{64DE4D37-4BCA-5F44-81D2-B08FB55C913C}"/>
              </a:ext>
            </a:extLst>
          </p:cNvPr>
          <p:cNvSpPr/>
          <p:nvPr/>
        </p:nvSpPr>
        <p:spPr>
          <a:xfrm>
            <a:off x="10342177" y="-1"/>
            <a:ext cx="909296" cy="468852"/>
          </a:xfrm>
          <a:custGeom>
            <a:avLst/>
            <a:gdLst>
              <a:gd name="connsiteX0" fmla="*/ 2151 w 681972"/>
              <a:gd name="connsiteY0" fmla="*/ 0 h 351639"/>
              <a:gd name="connsiteX1" fmla="*/ 679821 w 681972"/>
              <a:gd name="connsiteY1" fmla="*/ 0 h 351639"/>
              <a:gd name="connsiteX2" fmla="*/ 681972 w 681972"/>
              <a:gd name="connsiteY2" fmla="*/ 10653 h 351639"/>
              <a:gd name="connsiteX3" fmla="*/ 340986 w 681972"/>
              <a:gd name="connsiteY3" fmla="*/ 351639 h 351639"/>
              <a:gd name="connsiteX4" fmla="*/ 0 w 681972"/>
              <a:gd name="connsiteY4" fmla="*/ 10653 h 35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9">
                <a:moveTo>
                  <a:pt x="2151" y="0"/>
                </a:moveTo>
                <a:lnTo>
                  <a:pt x="679821" y="0"/>
                </a:lnTo>
                <a:lnTo>
                  <a:pt x="681972" y="10653"/>
                </a:lnTo>
                <a:cubicBezTo>
                  <a:pt x="681972" y="198974"/>
                  <a:pt x="529307" y="351639"/>
                  <a:pt x="340986" y="351639"/>
                </a:cubicBezTo>
                <a:cubicBezTo>
                  <a:pt x="152665" y="351639"/>
                  <a:pt x="0" y="198974"/>
                  <a:pt x="0" y="10653"/>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8" name="Freeform 17">
            <a:extLst>
              <a:ext uri="{FF2B5EF4-FFF2-40B4-BE49-F238E27FC236}">
                <a16:creationId xmlns:a16="http://schemas.microsoft.com/office/drawing/2014/main" id="{5F974661-8C9E-C54D-8F2E-68B306C23B70}"/>
              </a:ext>
            </a:extLst>
          </p:cNvPr>
          <p:cNvSpPr/>
          <p:nvPr/>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6" name="TextBox 15">
            <a:extLst>
              <a:ext uri="{FF2B5EF4-FFF2-40B4-BE49-F238E27FC236}">
                <a16:creationId xmlns:a16="http://schemas.microsoft.com/office/drawing/2014/main" id="{D32E45E5-A33E-6849-A738-02AE42A5CCBF}"/>
              </a:ext>
            </a:extLst>
          </p:cNvPr>
          <p:cNvSpPr txBox="1"/>
          <p:nvPr/>
        </p:nvSpPr>
        <p:spPr>
          <a:xfrm>
            <a:off x="0" y="2897304"/>
            <a:ext cx="12192000" cy="985648"/>
          </a:xfrm>
          <a:prstGeom prst="rect">
            <a:avLst/>
          </a:prstGeom>
          <a:noFill/>
        </p:spPr>
        <p:txBody>
          <a:bodyPr wrap="square" rtlCol="0" anchor="ctr">
            <a:noAutofit/>
          </a:bodyPr>
          <a:lstStyle/>
          <a:p>
            <a:pPr algn="ctr"/>
            <a:r>
              <a:rPr lang="en-US" sz="4800" b="1">
                <a:solidFill>
                  <a:srgbClr val="171717"/>
                </a:solidFill>
                <a:latin typeface="Arial" panose="020B0604020202020204" pitchFamily="34" charset="0"/>
                <a:ea typeface="+mj-ea"/>
                <a:cs typeface="Arial" panose="020B0604020202020204" pitchFamily="34" charset="0"/>
              </a:rPr>
              <a:t>Thank you</a:t>
            </a:r>
            <a:endParaRPr lang="en-US" sz="2400"/>
          </a:p>
        </p:txBody>
      </p:sp>
      <p:pic>
        <p:nvPicPr>
          <p:cNvPr id="7" name="Graphic 6">
            <a:extLst>
              <a:ext uri="{FF2B5EF4-FFF2-40B4-BE49-F238E27FC236}">
                <a16:creationId xmlns:a16="http://schemas.microsoft.com/office/drawing/2014/main" id="{CED9E700-D112-DA41-BB71-D718751A784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52721" y="6158765"/>
            <a:ext cx="3086561" cy="514427"/>
          </a:xfrm>
          <a:prstGeom prst="rect">
            <a:avLst/>
          </a:prstGeom>
        </p:spPr>
      </p:pic>
    </p:spTree>
    <p:extLst>
      <p:ext uri="{BB962C8B-B14F-4D97-AF65-F5344CB8AC3E}">
        <p14:creationId xmlns:p14="http://schemas.microsoft.com/office/powerpoint/2010/main" val="40491467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userDrawn="1">
            <p:custDataLst>
              <p:tags r:id="rId1"/>
            </p:custDataLst>
            <p:extLst>
              <p:ext uri="{D42A27DB-BD31-4B8C-83A1-F6EECF244321}">
                <p14:modId xmlns:p14="http://schemas.microsoft.com/office/powerpoint/2010/main" val="3175752558"/>
              </p:ext>
            </p:extLst>
          </p:nvPr>
        </p:nvGraphicFramePr>
        <p:xfrm>
          <a:off x="1589" y="1589"/>
          <a:ext cx="1587"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8" name="Object 7" hidden="1"/>
                      <p:cNvPicPr/>
                      <p:nvPr/>
                    </p:nvPicPr>
                    <p:blipFill>
                      <a:blip r:embed="rId4"/>
                      <a:stretch>
                        <a:fillRect/>
                      </a:stretch>
                    </p:blipFill>
                    <p:spPr>
                      <a:xfrm>
                        <a:off x="1589" y="1589"/>
                        <a:ext cx="1587" cy="1587"/>
                      </a:xfrm>
                      <a:prstGeom prst="rect">
                        <a:avLst/>
                      </a:prstGeom>
                    </p:spPr>
                  </p:pic>
                </p:oleObj>
              </mc:Fallback>
            </mc:AlternateContent>
          </a:graphicData>
        </a:graphic>
      </p:graphicFrame>
      <p:sp>
        <p:nvSpPr>
          <p:cNvPr id="13" name="Rectangle 12"/>
          <p:cNvSpPr/>
          <p:nvPr userDrawn="1"/>
        </p:nvSpPr>
        <p:spPr>
          <a:xfrm>
            <a:off x="11465057" y="6385301"/>
            <a:ext cx="391937" cy="4726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335008" y="510387"/>
            <a:ext cx="11521987" cy="498483"/>
          </a:xfrm>
        </p:spPr>
        <p:txBody>
          <a:bodyPr lIns="0" tIns="0" rIns="0" bIns="0" anchor="t" anchorCtr="0">
            <a:spAutoFit/>
          </a:bodyPr>
          <a:lstStyle>
            <a:lvl1pPr>
              <a:defRPr sz="3599" b="0">
                <a:solidFill>
                  <a:schemeClr val="accent4"/>
                </a:solidFill>
                <a:latin typeface="+mn-lt"/>
              </a:defRPr>
            </a:lvl1pPr>
          </a:lstStyle>
          <a:p>
            <a:r>
              <a:rPr lang="en-US"/>
              <a:t>Click to edit Master title style</a:t>
            </a:r>
          </a:p>
        </p:txBody>
      </p:sp>
      <p:sp>
        <p:nvSpPr>
          <p:cNvPr id="3" name="Content Placeholder 2"/>
          <p:cNvSpPr>
            <a:spLocks noGrp="1"/>
          </p:cNvSpPr>
          <p:nvPr>
            <p:ph idx="1"/>
          </p:nvPr>
        </p:nvSpPr>
        <p:spPr>
          <a:xfrm>
            <a:off x="335008" y="1616113"/>
            <a:ext cx="11521987" cy="4560851"/>
          </a:xfrm>
        </p:spPr>
        <p:txBody>
          <a:bodyPr>
            <a:norm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35007" y="6452190"/>
            <a:ext cx="2743200" cy="365125"/>
          </a:xfrm>
        </p:spPr>
        <p:txBody>
          <a:bodyPr/>
          <a:lstStyle>
            <a:lvl1pPr>
              <a:defRPr sz="1000"/>
            </a:lvl1pPr>
          </a:lstStyle>
          <a:p>
            <a:fld id="{C8EAA725-CC0B-4A16-AE77-83A5B67A2992}" type="datetime1">
              <a:rPr lang="en-US" smtClean="0"/>
              <a:t>9/17/2025</a:t>
            </a:fld>
            <a:endParaRPr lang="en-US"/>
          </a:p>
        </p:txBody>
      </p:sp>
      <p:sp>
        <p:nvSpPr>
          <p:cNvPr id="5" name="Footer Placeholder 4"/>
          <p:cNvSpPr>
            <a:spLocks noGrp="1"/>
          </p:cNvSpPr>
          <p:nvPr>
            <p:ph type="ftr" sz="quarter" idx="11"/>
          </p:nvPr>
        </p:nvSpPr>
        <p:spPr>
          <a:xfrm>
            <a:off x="4038601" y="6452190"/>
            <a:ext cx="4114800" cy="365125"/>
          </a:xfrm>
        </p:spPr>
        <p:txBody>
          <a:bodyPr/>
          <a:lstStyle>
            <a:lvl1pPr>
              <a:defRPr sz="1000"/>
            </a:lvl1pPr>
          </a:lstStyle>
          <a:p>
            <a:endParaRPr lang="en-US"/>
          </a:p>
        </p:txBody>
      </p:sp>
      <p:sp>
        <p:nvSpPr>
          <p:cNvPr id="6" name="Slide Number Placeholder 5"/>
          <p:cNvSpPr>
            <a:spLocks noGrp="1"/>
          </p:cNvSpPr>
          <p:nvPr>
            <p:ph type="sldNum" sz="quarter" idx="12"/>
          </p:nvPr>
        </p:nvSpPr>
        <p:spPr>
          <a:xfrm>
            <a:off x="11465057" y="6452190"/>
            <a:ext cx="391937" cy="365125"/>
          </a:xfrm>
        </p:spPr>
        <p:txBody>
          <a:bodyPr/>
          <a:lstStyle>
            <a:lvl1pPr algn="ctr">
              <a:defRPr sz="1000">
                <a:solidFill>
                  <a:schemeClr val="accent4"/>
                </a:solidFill>
              </a:defRPr>
            </a:lvl1pPr>
          </a:lstStyle>
          <a:p>
            <a:fld id="{B1EEA229-0096-49BD-81C1-58B039421B74}" type="slidenum">
              <a:rPr lang="en-US" smtClean="0"/>
              <a:pPr/>
              <a:t>‹#›</a:t>
            </a:fld>
            <a:endParaRPr lang="en-US"/>
          </a:p>
        </p:txBody>
      </p:sp>
      <p:sp>
        <p:nvSpPr>
          <p:cNvPr id="9" name="Text Placeholder 8"/>
          <p:cNvSpPr>
            <a:spLocks noGrp="1"/>
          </p:cNvSpPr>
          <p:nvPr userDrawn="1">
            <p:ph type="body" sz="quarter" idx="13"/>
          </p:nvPr>
        </p:nvSpPr>
        <p:spPr>
          <a:xfrm>
            <a:off x="335008" y="1001704"/>
            <a:ext cx="11521987" cy="317427"/>
          </a:xfrm>
        </p:spPr>
        <p:txBody>
          <a:bodyPr lIns="0" tIns="0" rIns="0" bIns="0">
            <a:noAutofit/>
          </a:bodyPr>
          <a:lstStyle>
            <a:lvl1pPr marL="0" indent="0" algn="l" defTabSz="914104" rtl="0" eaLnBrk="1" latinLnBrk="0" hangingPunct="1">
              <a:lnSpc>
                <a:spcPct val="90000"/>
              </a:lnSpc>
              <a:spcBef>
                <a:spcPct val="0"/>
              </a:spcBef>
              <a:buNone/>
              <a:defRPr lang="en-US" sz="2000" b="0" kern="1200" dirty="0" smtClean="0">
                <a:solidFill>
                  <a:schemeClr val="accent5"/>
                </a:solidFill>
                <a:latin typeface="+mn-lt"/>
                <a:ea typeface="+mj-ea"/>
                <a:cs typeface="+mj-cs"/>
              </a:defRPr>
            </a:lvl1pPr>
            <a:lvl2pPr marL="457051" indent="0" algn="l" defTabSz="914104" rtl="0" eaLnBrk="1" latinLnBrk="0" hangingPunct="1">
              <a:lnSpc>
                <a:spcPct val="90000"/>
              </a:lnSpc>
              <a:spcBef>
                <a:spcPct val="0"/>
              </a:spcBef>
              <a:buNone/>
              <a:defRPr lang="en-US" sz="2799" b="0" kern="1200" dirty="0" smtClean="0">
                <a:solidFill>
                  <a:schemeClr val="accent4"/>
                </a:solidFill>
                <a:latin typeface="+mn-lt"/>
                <a:ea typeface="+mj-ea"/>
                <a:cs typeface="+mj-cs"/>
              </a:defRPr>
            </a:lvl2pPr>
            <a:lvl3pPr marL="914104" indent="0" algn="l" defTabSz="914104" rtl="0" eaLnBrk="1" latinLnBrk="0" hangingPunct="1">
              <a:lnSpc>
                <a:spcPct val="90000"/>
              </a:lnSpc>
              <a:spcBef>
                <a:spcPct val="0"/>
              </a:spcBef>
              <a:buNone/>
              <a:defRPr lang="en-US" sz="2799" b="0" kern="1200" dirty="0" smtClean="0">
                <a:solidFill>
                  <a:schemeClr val="accent4"/>
                </a:solidFill>
                <a:latin typeface="+mn-lt"/>
                <a:ea typeface="+mj-ea"/>
                <a:cs typeface="+mj-cs"/>
              </a:defRPr>
            </a:lvl3pPr>
            <a:lvl4pPr marL="1371155" indent="0" algn="l" defTabSz="914104" rtl="0" eaLnBrk="1" latinLnBrk="0" hangingPunct="1">
              <a:lnSpc>
                <a:spcPct val="90000"/>
              </a:lnSpc>
              <a:spcBef>
                <a:spcPct val="0"/>
              </a:spcBef>
              <a:buNone/>
              <a:defRPr lang="en-US" sz="2799" b="0" kern="1200" dirty="0" smtClean="0">
                <a:solidFill>
                  <a:schemeClr val="accent4"/>
                </a:solidFill>
                <a:latin typeface="+mn-lt"/>
                <a:ea typeface="+mj-ea"/>
                <a:cs typeface="+mj-cs"/>
              </a:defRPr>
            </a:lvl4pPr>
            <a:lvl5pPr marL="1828205" indent="0" algn="l" defTabSz="914104" rtl="0" eaLnBrk="1" latinLnBrk="0" hangingPunct="1">
              <a:lnSpc>
                <a:spcPct val="90000"/>
              </a:lnSpc>
              <a:spcBef>
                <a:spcPct val="0"/>
              </a:spcBef>
              <a:buNone/>
              <a:defRPr lang="en-US" sz="2799" b="0" kern="1200" dirty="0">
                <a:solidFill>
                  <a:schemeClr val="accent4"/>
                </a:solidFill>
                <a:latin typeface="+mn-lt"/>
                <a:ea typeface="+mj-ea"/>
                <a:cs typeface="+mj-cs"/>
              </a:defRPr>
            </a:lvl5pPr>
          </a:lstStyle>
          <a:p>
            <a:pPr lvl="0"/>
            <a:r>
              <a:rPr lang="en-US"/>
              <a:t>Click to edit Master text styles</a:t>
            </a:r>
          </a:p>
        </p:txBody>
      </p:sp>
    </p:spTree>
    <p:extLst>
      <p:ext uri="{BB962C8B-B14F-4D97-AF65-F5344CB8AC3E}">
        <p14:creationId xmlns:p14="http://schemas.microsoft.com/office/powerpoint/2010/main" val="494564047"/>
      </p:ext>
    </p:extLst>
  </p:cSld>
  <p:clrMapOvr>
    <a:masterClrMapping/>
  </p:clrMapOvr>
  <p:extLst>
    <p:ext uri="{DCECCB84-F9BA-43D5-87BE-67443E8EF086}">
      <p15:sldGuideLst xmlns:p15="http://schemas.microsoft.com/office/powerpoint/2012/main">
        <p15:guide id="1" orient="horz" pos="686">
          <p15:clr>
            <a:srgbClr val="FBAE40"/>
          </p15:clr>
        </p15:guide>
        <p15:guide id="2" pos="211">
          <p15:clr>
            <a:srgbClr val="FBAE40"/>
          </p15:clr>
        </p15:guide>
        <p15:guide id="3" pos="7468">
          <p15:clr>
            <a:srgbClr val="FBAE40"/>
          </p15:clr>
        </p15:guide>
        <p15:guide id="4" orient="horz" pos="913">
          <p15:clr>
            <a:srgbClr val="FBAE40"/>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showMasterSp="0" userDrawn="1">
  <p:cSld name="3_Blank w/foot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04AC849-851E-464C-BB32-1A63AE5C5BCB}"/>
              </a:ext>
            </a:extLst>
          </p:cNvPr>
          <p:cNvSpPr/>
          <p:nvPr userDrawn="1"/>
        </p:nvSpPr>
        <p:spPr>
          <a:xfrm>
            <a:off x="1" y="6293131"/>
            <a:ext cx="12192000" cy="5648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Slide Number Placeholder 5">
            <a:extLst>
              <a:ext uri="{FF2B5EF4-FFF2-40B4-BE49-F238E27FC236}">
                <a16:creationId xmlns:a16="http://schemas.microsoft.com/office/drawing/2014/main" id="{6852A224-48B9-7B47-B45D-F751E6BD7A8E}"/>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3" name="Picture Placeholder 2">
            <a:extLst>
              <a:ext uri="{FF2B5EF4-FFF2-40B4-BE49-F238E27FC236}">
                <a16:creationId xmlns:a16="http://schemas.microsoft.com/office/drawing/2014/main" id="{62232DF8-F106-704B-8477-66785B07AB3E}"/>
              </a:ext>
            </a:extLst>
          </p:cNvPr>
          <p:cNvSpPr>
            <a:spLocks noGrp="1"/>
          </p:cNvSpPr>
          <p:nvPr>
            <p:ph type="pic" sz="quarter" idx="13"/>
          </p:nvPr>
        </p:nvSpPr>
        <p:spPr>
          <a:xfrm>
            <a:off x="0" y="280"/>
            <a:ext cx="12192000" cy="6292851"/>
          </a:xfrm>
          <a:solidFill>
            <a:schemeClr val="bg2"/>
          </a:solidFill>
        </p:spPr>
        <p:txBody>
          <a:bodyPr tIns="1920240" rIns="0"/>
          <a:lstStyle>
            <a:lvl1pPr marL="0" indent="0" algn="ctr">
              <a:buNone/>
              <a:defRPr/>
            </a:lvl1pPr>
          </a:lstStyle>
          <a:p>
            <a:r>
              <a:rPr lang="de-DE"/>
              <a:t>Bild durch Klicken auf Symbol hinzufügen</a:t>
            </a:r>
            <a:endParaRPr lang="en-US"/>
          </a:p>
        </p:txBody>
      </p:sp>
      <p:pic>
        <p:nvPicPr>
          <p:cNvPr id="6" name="Graphic 12">
            <a:extLst>
              <a:ext uri="{FF2B5EF4-FFF2-40B4-BE49-F238E27FC236}">
                <a16:creationId xmlns:a16="http://schemas.microsoft.com/office/drawing/2014/main" id="{C29D1352-8422-4F4E-A99D-FAB5A11FC5B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0237942" y="6393756"/>
            <a:ext cx="1451813" cy="362953"/>
          </a:xfrm>
          <a:prstGeom prst="rect">
            <a:avLst/>
          </a:prstGeom>
        </p:spPr>
      </p:pic>
    </p:spTree>
    <p:extLst>
      <p:ext uri="{BB962C8B-B14F-4D97-AF65-F5344CB8AC3E}">
        <p14:creationId xmlns:p14="http://schemas.microsoft.com/office/powerpoint/2010/main" val="415575077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preserve="1" userDrawn="1">
  <p:cSld name="Title Slide w/ Imag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E552F7F-5002-C341-BB47-A22086A095D9}"/>
              </a:ext>
            </a:extLst>
          </p:cNvPr>
          <p:cNvSpPr/>
          <p:nvPr userDrawn="1"/>
        </p:nvSpPr>
        <p:spPr>
          <a:xfrm>
            <a:off x="1" y="5915056"/>
            <a:ext cx="12192000" cy="94294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 name="Subtitle 2"/>
          <p:cNvSpPr>
            <a:spLocks noGrp="1"/>
          </p:cNvSpPr>
          <p:nvPr>
            <p:ph type="subTitle" idx="1"/>
          </p:nvPr>
        </p:nvSpPr>
        <p:spPr>
          <a:xfrm>
            <a:off x="457201" y="4818843"/>
            <a:ext cx="9160412" cy="641701"/>
          </a:xfrm>
          <a:prstGeom prst="rect">
            <a:avLst/>
          </a:prstGeom>
        </p:spPr>
        <p:txBody>
          <a:bodyPr lIns="0" tIns="0" rIns="0" bIns="0"/>
          <a:lstStyle>
            <a:lvl1pPr marL="0" indent="0" algn="l">
              <a:buNone/>
              <a:defRPr sz="2400" b="0">
                <a:solidFill>
                  <a:schemeClr val="accent1"/>
                </a:solidFill>
                <a:latin typeface="Montserrat" pitchFamily="2"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1" y="4709625"/>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1894702"/>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3"/>
            <a:ext cx="9144000" cy="1354081"/>
          </a:xfrm>
          <a:prstGeom prst="rect">
            <a:avLst/>
          </a:prstGeom>
        </p:spPr>
        <p:txBody>
          <a:bodyPr lIns="0" tIns="0" rIns="0" bIns="0" anchor="b"/>
          <a:lstStyle>
            <a:lvl1pPr algn="l">
              <a:defRPr sz="4267">
                <a:latin typeface="+mj-lt"/>
              </a:defRPr>
            </a:lvl1pPr>
          </a:lstStyle>
          <a:p>
            <a:r>
              <a:rPr lang="en-US"/>
              <a:t>Click to edit Master title style</a:t>
            </a:r>
          </a:p>
        </p:txBody>
      </p:sp>
      <p:pic>
        <p:nvPicPr>
          <p:cNvPr id="13" name="Graphic 12">
            <a:extLst>
              <a:ext uri="{FF2B5EF4-FFF2-40B4-BE49-F238E27FC236}">
                <a16:creationId xmlns:a16="http://schemas.microsoft.com/office/drawing/2014/main" id="{4B195F15-6C9D-BF45-98B2-25703312DD26}"/>
              </a:ext>
            </a:extLst>
          </p:cNvPr>
          <p:cNvPicPr>
            <a:picLocks noChangeAspect="1"/>
          </p:cNvPicPr>
          <p:nvPr userDrawn="1"/>
        </p:nvPicPr>
        <p:blipFill>
          <a:blip r:embed="rId2"/>
          <a:srcRect/>
          <a:stretch/>
        </p:blipFill>
        <p:spPr>
          <a:xfrm>
            <a:off x="4870315" y="6060351"/>
            <a:ext cx="2451372" cy="612843"/>
          </a:xfrm>
          <a:prstGeom prst="rect">
            <a:avLst/>
          </a:prstGeom>
        </p:spPr>
      </p:pic>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4876800" y="1"/>
            <a:ext cx="7315200" cy="3272359"/>
          </a:xfrm>
          <a:custGeom>
            <a:avLst/>
            <a:gdLst>
              <a:gd name="connsiteX0" fmla="*/ 0 w 2373837"/>
              <a:gd name="connsiteY0" fmla="*/ 0 h 3161925"/>
              <a:gd name="connsiteX1" fmla="*/ 1186919 w 2373837"/>
              <a:gd name="connsiteY1" fmla="*/ 0 h 3161925"/>
              <a:gd name="connsiteX2" fmla="*/ 2373838 w 2373837"/>
              <a:gd name="connsiteY2" fmla="*/ 1580963 h 3161925"/>
              <a:gd name="connsiteX3" fmla="*/ 1186919 w 2373837"/>
              <a:gd name="connsiteY3" fmla="*/ 3161926 h 3161925"/>
              <a:gd name="connsiteX4" fmla="*/ 0 w 2373837"/>
              <a:gd name="connsiteY4" fmla="*/ 3161925 h 3161925"/>
              <a:gd name="connsiteX5" fmla="*/ 0 w 2373837"/>
              <a:gd name="connsiteY5" fmla="*/ 0 h 3161925"/>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338328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27432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18288 w 5757118"/>
              <a:gd name="connsiteY4" fmla="*/ 3143637 h 3161926"/>
              <a:gd name="connsiteX5" fmla="*/ 0 w 5757118"/>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71069"/>
              <a:gd name="connsiteX1" fmla="*/ 4570199 w 5757118"/>
              <a:gd name="connsiteY1" fmla="*/ 0 h 3171069"/>
              <a:gd name="connsiteX2" fmla="*/ 5757118 w 5757118"/>
              <a:gd name="connsiteY2" fmla="*/ 1580963 h 3171069"/>
              <a:gd name="connsiteX3" fmla="*/ 4570199 w 5757118"/>
              <a:gd name="connsiteY3" fmla="*/ 3161926 h 3171069"/>
              <a:gd name="connsiteX4" fmla="*/ 0 w 5757118"/>
              <a:gd name="connsiteY4" fmla="*/ 3171069 h 3171069"/>
              <a:gd name="connsiteX5" fmla="*/ 0 w 5757118"/>
              <a:gd name="connsiteY5" fmla="*/ 9144 h 3171069"/>
              <a:gd name="connsiteX0" fmla="*/ 0 w 5763988"/>
              <a:gd name="connsiteY0" fmla="*/ 0 h 3171069"/>
              <a:gd name="connsiteX1" fmla="*/ 4577069 w 5763988"/>
              <a:gd name="connsiteY1" fmla="*/ 0 h 3171069"/>
              <a:gd name="connsiteX2" fmla="*/ 5763988 w 5763988"/>
              <a:gd name="connsiteY2" fmla="*/ 1580963 h 3171069"/>
              <a:gd name="connsiteX3" fmla="*/ 4577069 w 5763988"/>
              <a:gd name="connsiteY3" fmla="*/ 3161926 h 3171069"/>
              <a:gd name="connsiteX4" fmla="*/ 6870 w 5763988"/>
              <a:gd name="connsiteY4" fmla="*/ 3171069 h 3171069"/>
              <a:gd name="connsiteX5" fmla="*/ 0 w 5763988"/>
              <a:gd name="connsiteY5" fmla="*/ 0 h 317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3988" h="3171069">
                <a:moveTo>
                  <a:pt x="0" y="0"/>
                </a:moveTo>
                <a:lnTo>
                  <a:pt x="4577069" y="0"/>
                </a:lnTo>
                <a:cubicBezTo>
                  <a:pt x="5232586" y="0"/>
                  <a:pt x="5763988" y="707821"/>
                  <a:pt x="5763988" y="1580963"/>
                </a:cubicBezTo>
                <a:cubicBezTo>
                  <a:pt x="5763988" y="2454105"/>
                  <a:pt x="5232586" y="3161926"/>
                  <a:pt x="4577069" y="3161926"/>
                </a:cubicBezTo>
                <a:lnTo>
                  <a:pt x="6870" y="3171069"/>
                </a:lnTo>
                <a:lnTo>
                  <a:pt x="0" y="0"/>
                </a:lnTo>
                <a:close/>
              </a:path>
            </a:pathLst>
          </a:custGeom>
          <a:solidFill>
            <a:schemeClr val="bg2"/>
          </a:solidFill>
        </p:spPr>
        <p:txBody>
          <a:bodyPr vert="horz" lIns="0" tIns="914400" rIns="0" anchor="t" anchorCtr="0">
            <a:normAutofit/>
          </a:bodyPr>
          <a:lstStyle>
            <a:lvl1pPr marL="0" indent="0" algn="ctr">
              <a:buNone/>
              <a:defRPr sz="1867">
                <a:latin typeface="Montserrat" pitchFamily="2" charset="77"/>
              </a:defRPr>
            </a:lvl1pPr>
          </a:lstStyle>
          <a:p>
            <a:r>
              <a:rPr lang="en-US"/>
              <a:t>Click icon to add picture</a:t>
            </a:r>
          </a:p>
        </p:txBody>
      </p:sp>
    </p:spTree>
    <p:extLst>
      <p:ext uri="{BB962C8B-B14F-4D97-AF65-F5344CB8AC3E}">
        <p14:creationId xmlns:p14="http://schemas.microsoft.com/office/powerpoint/2010/main" val="412527685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userDrawn="1">
  <p:cSld name="Title Slide - no imag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E552F7F-5002-C341-BB47-A22086A095D9}"/>
              </a:ext>
            </a:extLst>
          </p:cNvPr>
          <p:cNvSpPr/>
          <p:nvPr userDrawn="1"/>
        </p:nvSpPr>
        <p:spPr>
          <a:xfrm>
            <a:off x="1" y="5915056"/>
            <a:ext cx="12192000" cy="94294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 name="Subtitle 2"/>
          <p:cNvSpPr>
            <a:spLocks noGrp="1"/>
          </p:cNvSpPr>
          <p:nvPr>
            <p:ph type="subTitle" idx="1"/>
          </p:nvPr>
        </p:nvSpPr>
        <p:spPr>
          <a:xfrm>
            <a:off x="457201" y="2787299"/>
            <a:ext cx="9160412" cy="641701"/>
          </a:xfrm>
          <a:prstGeom prst="rect">
            <a:avLst/>
          </a:prstGeom>
        </p:spPr>
        <p:txBody>
          <a:bodyPr lIns="0" tIns="0" rIns="0" bIns="0"/>
          <a:lstStyle>
            <a:lvl1pPr marL="0" indent="0" algn="l">
              <a:buNone/>
              <a:defRPr sz="2400" b="0">
                <a:solidFill>
                  <a:schemeClr val="accent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1" y="4709625"/>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3848286"/>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1336729"/>
            <a:ext cx="9144000" cy="1354081"/>
          </a:xfrm>
          <a:prstGeom prst="rect">
            <a:avLst/>
          </a:prstGeom>
        </p:spPr>
        <p:txBody>
          <a:bodyPr lIns="0" tIns="0" rIns="0" bIns="0" anchor="b"/>
          <a:lstStyle>
            <a:lvl1pPr algn="l">
              <a:defRPr sz="4267">
                <a:latin typeface="+mj-lt"/>
              </a:defRPr>
            </a:lvl1pPr>
          </a:lstStyle>
          <a:p>
            <a:r>
              <a:rPr lang="en-US"/>
              <a:t>Click to edit Master title style</a:t>
            </a:r>
          </a:p>
        </p:txBody>
      </p:sp>
      <p:pic>
        <p:nvPicPr>
          <p:cNvPr id="9" name="Graphic 12">
            <a:extLst>
              <a:ext uri="{FF2B5EF4-FFF2-40B4-BE49-F238E27FC236}">
                <a16:creationId xmlns:a16="http://schemas.microsoft.com/office/drawing/2014/main" id="{C6219213-CB4F-B848-9FFC-001E1F149546}"/>
              </a:ext>
            </a:extLst>
          </p:cNvPr>
          <p:cNvPicPr>
            <a:picLocks noChangeAspect="1"/>
          </p:cNvPicPr>
          <p:nvPr userDrawn="1"/>
        </p:nvPicPr>
        <p:blipFill>
          <a:blip r:embed="rId2"/>
          <a:srcRect/>
          <a:stretch/>
        </p:blipFill>
        <p:spPr>
          <a:xfrm>
            <a:off x="4870315" y="6060351"/>
            <a:ext cx="2451372" cy="612843"/>
          </a:xfrm>
          <a:prstGeom prst="rect">
            <a:avLst/>
          </a:prstGeom>
        </p:spPr>
      </p:pic>
    </p:spTree>
    <p:extLst>
      <p:ext uri="{BB962C8B-B14F-4D97-AF65-F5344CB8AC3E}">
        <p14:creationId xmlns:p14="http://schemas.microsoft.com/office/powerpoint/2010/main" val="363502157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preserve="1" userDrawn="1">
  <p:cSld name="Title Slide - Full Photo">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0" y="0"/>
            <a:ext cx="12192000" cy="5915056"/>
          </a:xfrm>
          <a:prstGeom prst="rect">
            <a:avLst/>
          </a:pr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11" name="Content Placeholder 9">
            <a:extLst>
              <a:ext uri="{FF2B5EF4-FFF2-40B4-BE49-F238E27FC236}">
                <a16:creationId xmlns:a16="http://schemas.microsoft.com/office/drawing/2014/main" id="{20A3A4E7-56B1-0B44-98D4-AC2327493BF0}"/>
              </a:ext>
            </a:extLst>
          </p:cNvPr>
          <p:cNvSpPr>
            <a:spLocks noGrp="1"/>
          </p:cNvSpPr>
          <p:nvPr>
            <p:ph sz="quarter" idx="14" hasCustomPrompt="1"/>
          </p:nvPr>
        </p:nvSpPr>
        <p:spPr>
          <a:xfrm>
            <a:off x="587881" y="2070570"/>
            <a:ext cx="3411097" cy="3323383"/>
          </a:xfrm>
          <a:prstGeom prst="ellipse">
            <a:avLst/>
          </a:prstGeom>
          <a:solidFill>
            <a:schemeClr val="accent1"/>
          </a:solidFill>
        </p:spPr>
        <p:txBody>
          <a:bodyPr tIns="0" anchor="ctr">
            <a:normAutofit/>
          </a:bodyPr>
          <a:lstStyle>
            <a:lvl1pPr marL="0" indent="0" algn="ctr">
              <a:buNone/>
              <a:defRPr sz="1867" b="1">
                <a:noFill/>
              </a:defRPr>
            </a:lvl1pPr>
            <a:lvl2pPr algn="ctr">
              <a:defRPr/>
            </a:lvl2pPr>
            <a:lvl3pPr algn="ctr">
              <a:defRPr/>
            </a:lvl3pPr>
            <a:lvl4pPr algn="ctr">
              <a:defRPr/>
            </a:lvl4pPr>
            <a:lvl5pPr marL="1151438" indent="0" algn="ctr">
              <a:buNone/>
              <a:defRPr/>
            </a:lvl5pPr>
          </a:lstStyle>
          <a:p>
            <a:pPr lvl="0"/>
            <a:r>
              <a:rPr lang="en-US"/>
              <a:t> </a:t>
            </a:r>
          </a:p>
        </p:txBody>
      </p:sp>
      <p:sp>
        <p:nvSpPr>
          <p:cNvPr id="22" name="Rectangle 21">
            <a:extLst>
              <a:ext uri="{FF2B5EF4-FFF2-40B4-BE49-F238E27FC236}">
                <a16:creationId xmlns:a16="http://schemas.microsoft.com/office/drawing/2014/main" id="{AE552F7F-5002-C341-BB47-A22086A095D9}"/>
              </a:ext>
            </a:extLst>
          </p:cNvPr>
          <p:cNvSpPr/>
          <p:nvPr userDrawn="1"/>
        </p:nvSpPr>
        <p:spPr>
          <a:xfrm>
            <a:off x="1" y="5915056"/>
            <a:ext cx="12192000" cy="94294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 name="Subtitle 2"/>
          <p:cNvSpPr>
            <a:spLocks noGrp="1"/>
          </p:cNvSpPr>
          <p:nvPr>
            <p:ph type="subTitle" idx="1"/>
          </p:nvPr>
        </p:nvSpPr>
        <p:spPr>
          <a:xfrm>
            <a:off x="1430807" y="4230109"/>
            <a:ext cx="2060139" cy="474891"/>
          </a:xfrm>
          <a:prstGeom prst="rect">
            <a:avLst/>
          </a:prstGeom>
        </p:spPr>
        <p:txBody>
          <a:bodyPr lIns="0" tIns="0" rIns="0" bIns="0">
            <a:noAutofit/>
          </a:bodyPr>
          <a:lstStyle>
            <a:lvl1pPr marL="0" indent="0" algn="l">
              <a:buNone/>
              <a:defRPr sz="1333"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1430541" y="2957880"/>
            <a:ext cx="4849175" cy="1190949"/>
          </a:xfrm>
          <a:prstGeom prst="rect">
            <a:avLst/>
          </a:prstGeom>
        </p:spPr>
        <p:txBody>
          <a:bodyPr lIns="0" tIns="0" rIns="0" bIns="0" anchor="b">
            <a:noAutofit/>
          </a:bodyPr>
          <a:lstStyle>
            <a:lvl1pPr algn="l">
              <a:defRPr sz="4267">
                <a:solidFill>
                  <a:schemeClr val="bg1"/>
                </a:solidFill>
              </a:defRPr>
            </a:lvl1pPr>
          </a:lstStyle>
          <a:p>
            <a:r>
              <a:rPr lang="en-US"/>
              <a:t>Click to edit Master title style</a:t>
            </a:r>
          </a:p>
        </p:txBody>
      </p:sp>
      <p:pic>
        <p:nvPicPr>
          <p:cNvPr id="8" name="Graphic 12">
            <a:extLst>
              <a:ext uri="{FF2B5EF4-FFF2-40B4-BE49-F238E27FC236}">
                <a16:creationId xmlns:a16="http://schemas.microsoft.com/office/drawing/2014/main" id="{948D3E60-DAA4-1D4C-BB9D-5B629BEA747F}"/>
              </a:ext>
            </a:extLst>
          </p:cNvPr>
          <p:cNvPicPr>
            <a:picLocks noChangeAspect="1"/>
          </p:cNvPicPr>
          <p:nvPr userDrawn="1"/>
        </p:nvPicPr>
        <p:blipFill>
          <a:blip r:embed="rId2"/>
          <a:srcRect/>
          <a:stretch/>
        </p:blipFill>
        <p:spPr>
          <a:xfrm>
            <a:off x="4870315" y="6060351"/>
            <a:ext cx="2451372" cy="612843"/>
          </a:xfrm>
          <a:prstGeom prst="rect">
            <a:avLst/>
          </a:prstGeom>
        </p:spPr>
      </p:pic>
    </p:spTree>
    <p:extLst>
      <p:ext uri="{BB962C8B-B14F-4D97-AF65-F5344CB8AC3E}">
        <p14:creationId xmlns:p14="http://schemas.microsoft.com/office/powerpoint/2010/main" val="301618097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showMasterSp="0" preserve="1" userDrawn="1">
  <p:cSld name="2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BC3BA54-B2B6-4576-A4DD-A3A892F3D272}"/>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0" name="Graphic 12">
            <a:extLst>
              <a:ext uri="{FF2B5EF4-FFF2-40B4-BE49-F238E27FC236}">
                <a16:creationId xmlns:a16="http://schemas.microsoft.com/office/drawing/2014/main" id="{8E0C513D-380B-4D32-B4A1-6DB4FD0F6DE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25" name="Freeform 24">
            <a:extLst>
              <a:ext uri="{FF2B5EF4-FFF2-40B4-BE49-F238E27FC236}">
                <a16:creationId xmlns:a16="http://schemas.microsoft.com/office/drawing/2014/main" id="{A4991716-09B9-F64E-83D9-0061B1AFB6AE}"/>
              </a:ext>
            </a:extLst>
          </p:cNvPr>
          <p:cNvSpPr/>
          <p:nvPr userDrawn="1"/>
        </p:nvSpPr>
        <p:spPr>
          <a:xfrm flipH="1">
            <a:off x="1" y="303001"/>
            <a:ext cx="6006052" cy="5784361"/>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6" name="Title 1">
            <a:extLst>
              <a:ext uri="{FF2B5EF4-FFF2-40B4-BE49-F238E27FC236}">
                <a16:creationId xmlns:a16="http://schemas.microsoft.com/office/drawing/2014/main" id="{DFE91F92-DB73-544B-BDA2-B92A4AA8E93F}"/>
              </a:ext>
            </a:extLst>
          </p:cNvPr>
          <p:cNvSpPr>
            <a:spLocks noGrp="1"/>
          </p:cNvSpPr>
          <p:nvPr>
            <p:ph type="ctrTitle" hasCustomPrompt="1"/>
          </p:nvPr>
        </p:nvSpPr>
        <p:spPr>
          <a:xfrm>
            <a:off x="806765" y="2516136"/>
            <a:ext cx="4849175" cy="1190949"/>
          </a:xfrm>
          <a:prstGeom prst="rect">
            <a:avLst/>
          </a:prstGeom>
        </p:spPr>
        <p:txBody>
          <a:bodyPr lIns="0" tIns="0" rIns="0" bIns="0" anchor="ctr">
            <a:noAutofit/>
          </a:bodyPr>
          <a:lstStyle>
            <a:lvl1pPr algn="l">
              <a:defRPr sz="8000">
                <a:solidFill>
                  <a:schemeClr val="bg1"/>
                </a:solidFill>
              </a:defRPr>
            </a:lvl1pPr>
          </a:lstStyle>
          <a:p>
            <a:r>
              <a:rPr lang="en-US"/>
              <a:t>Agenda</a:t>
            </a:r>
          </a:p>
        </p:txBody>
      </p:sp>
      <p:sp>
        <p:nvSpPr>
          <p:cNvPr id="27" name="Content Placeholder 2">
            <a:extLst>
              <a:ext uri="{FF2B5EF4-FFF2-40B4-BE49-F238E27FC236}">
                <a16:creationId xmlns:a16="http://schemas.microsoft.com/office/drawing/2014/main" id="{47BB16EF-5084-734D-ADED-AB7E02187756}"/>
              </a:ext>
            </a:extLst>
          </p:cNvPr>
          <p:cNvSpPr>
            <a:spLocks noGrp="1"/>
          </p:cNvSpPr>
          <p:nvPr>
            <p:ph idx="1"/>
          </p:nvPr>
        </p:nvSpPr>
        <p:spPr>
          <a:xfrm>
            <a:off x="7192113" y="973840"/>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06252D9D-0971-C24C-9545-B5F03FDE24B6}"/>
              </a:ext>
            </a:extLst>
          </p:cNvPr>
          <p:cNvSpPr>
            <a:spLocks noGrp="1"/>
          </p:cNvSpPr>
          <p:nvPr>
            <p:ph type="sldNum" sz="quarter" idx="10"/>
          </p:nvPr>
        </p:nvSpPr>
        <p:spPr/>
        <p:txBody>
          <a:bodyPr/>
          <a:lstStyle/>
          <a:p>
            <a:fld id="{7D18A8FE-DFC8-4843-AEF2-DE4DB0CF7D65}" type="slidenum">
              <a:rPr lang="en-US" smtClean="0"/>
              <a:pPr/>
              <a:t>‹#›</a:t>
            </a:fld>
            <a:endParaRPr lang="en-US"/>
          </a:p>
        </p:txBody>
      </p:sp>
    </p:spTree>
    <p:extLst>
      <p:ext uri="{BB962C8B-B14F-4D97-AF65-F5344CB8AC3E}">
        <p14:creationId xmlns:p14="http://schemas.microsoft.com/office/powerpoint/2010/main" val="1947783511"/>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AE00B763-DE7E-044D-A945-0FE19D231DD8}"/>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Text Placeholder 4">
            <a:extLst>
              <a:ext uri="{FF2B5EF4-FFF2-40B4-BE49-F238E27FC236}">
                <a16:creationId xmlns:a16="http://schemas.microsoft.com/office/drawing/2014/main" id="{4E842926-97FE-FE49-B035-46F50CFF0A0F}"/>
              </a:ext>
            </a:extLst>
          </p:cNvPr>
          <p:cNvSpPr>
            <a:spLocks noGrp="1"/>
          </p:cNvSpPr>
          <p:nvPr>
            <p:ph type="body" sz="quarter" idx="13"/>
          </p:nvPr>
        </p:nvSpPr>
        <p:spPr>
          <a:xfrm>
            <a:off x="457201" y="1569462"/>
            <a:ext cx="11241111" cy="4352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4403420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AE00B763-DE7E-044D-A945-0FE19D231DD8}"/>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Text Placeholder 4">
            <a:extLst>
              <a:ext uri="{FF2B5EF4-FFF2-40B4-BE49-F238E27FC236}">
                <a16:creationId xmlns:a16="http://schemas.microsoft.com/office/drawing/2014/main" id="{9EB482E0-6F56-CB4E-8202-06CABEF8F541}"/>
              </a:ext>
            </a:extLst>
          </p:cNvPr>
          <p:cNvSpPr>
            <a:spLocks noGrp="1"/>
          </p:cNvSpPr>
          <p:nvPr>
            <p:ph type="body" sz="quarter" idx="13"/>
          </p:nvPr>
        </p:nvSpPr>
        <p:spPr>
          <a:xfrm>
            <a:off x="457201" y="1569462"/>
            <a:ext cx="11241617" cy="4352972"/>
          </a:xfrm>
        </p:spPr>
        <p:txBody>
          <a:bodyPr numCol="2" spcCol="36576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295937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57.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AADC39F7-C004-42C8-8747-8DBBB40A4094}"/>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9" name="Graphic 12">
            <a:extLst>
              <a:ext uri="{FF2B5EF4-FFF2-40B4-BE49-F238E27FC236}">
                <a16:creationId xmlns:a16="http://schemas.microsoft.com/office/drawing/2014/main" id="{C0F5C8E5-F253-40D4-9060-CFA80746CAE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26" name="Freeform 25">
            <a:extLst>
              <a:ext uri="{FF2B5EF4-FFF2-40B4-BE49-F238E27FC236}">
                <a16:creationId xmlns:a16="http://schemas.microsoft.com/office/drawing/2014/main" id="{37728E0E-A727-3344-B4A0-02F610225340}"/>
              </a:ext>
            </a:extLst>
          </p:cNvPr>
          <p:cNvSpPr/>
          <p:nvPr userDrawn="1"/>
        </p:nvSpPr>
        <p:spPr>
          <a:xfrm>
            <a:off x="-262147" y="335795"/>
            <a:ext cx="7585276"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7" name="Picture Placeholder 34">
            <a:extLst>
              <a:ext uri="{FF2B5EF4-FFF2-40B4-BE49-F238E27FC236}">
                <a16:creationId xmlns:a16="http://schemas.microsoft.com/office/drawing/2014/main" id="{981ADB33-36C2-4B41-9424-2D0E0E629A69}"/>
              </a:ext>
            </a:extLst>
          </p:cNvPr>
          <p:cNvSpPr>
            <a:spLocks noGrp="1"/>
          </p:cNvSpPr>
          <p:nvPr>
            <p:ph type="pic" sz="quarter" idx="16"/>
          </p:nvPr>
        </p:nvSpPr>
        <p:spPr>
          <a:xfrm rot="10800000" flipH="1" flipV="1">
            <a:off x="-6972" y="807640"/>
            <a:ext cx="6588376" cy="4699859"/>
          </a:xfrm>
          <a:custGeom>
            <a:avLst/>
            <a:gdLst>
              <a:gd name="connsiteX0" fmla="*/ 0 w 4941282"/>
              <a:gd name="connsiteY0" fmla="*/ 0 h 3877383"/>
              <a:gd name="connsiteX1" fmla="*/ 3153638 w 4941282"/>
              <a:gd name="connsiteY1" fmla="*/ 0 h 3877383"/>
              <a:gd name="connsiteX2" fmla="*/ 4941282 w 4941282"/>
              <a:gd name="connsiteY2" fmla="*/ 1936127 h 3877383"/>
              <a:gd name="connsiteX3" fmla="*/ 3153638 w 4941282"/>
              <a:gd name="connsiteY3" fmla="*/ 3872253 h 3877383"/>
              <a:gd name="connsiteX4" fmla="*/ 0 w 4941282"/>
              <a:gd name="connsiteY4" fmla="*/ 3877383 h 3877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1282" h="3877383">
                <a:moveTo>
                  <a:pt x="0" y="0"/>
                </a:moveTo>
                <a:lnTo>
                  <a:pt x="3153638" y="0"/>
                </a:lnTo>
                <a:cubicBezTo>
                  <a:pt x="4140926" y="0"/>
                  <a:pt x="4941282" y="866833"/>
                  <a:pt x="4941282" y="1936127"/>
                </a:cubicBezTo>
                <a:cubicBezTo>
                  <a:pt x="4941282" y="3005420"/>
                  <a:pt x="4140926" y="3872253"/>
                  <a:pt x="3153638" y="3872253"/>
                </a:cubicBezTo>
                <a:lnTo>
                  <a:pt x="0" y="3877383"/>
                </a:lnTo>
                <a:close/>
              </a:path>
            </a:pathLst>
          </a:custGeom>
          <a:solidFill>
            <a:schemeClr val="bg2"/>
          </a:solidFill>
        </p:spPr>
        <p:txBody>
          <a:bodyPr vert="horz" wrap="square" lIns="0" tIns="914400" rIns="0" anchor="t" anchorCtr="0">
            <a:noAutofit/>
          </a:bodyPr>
          <a:lstStyle>
            <a:lvl1pPr marL="0" indent="0" algn="ctr">
              <a:buNone/>
              <a:defRPr sz="1867"/>
            </a:lvl1pPr>
          </a:lstStyle>
          <a:p>
            <a:r>
              <a:rPr lang="en-US"/>
              <a:t>Click icon to add picture</a:t>
            </a:r>
          </a:p>
        </p:txBody>
      </p:sp>
      <p:sp>
        <p:nvSpPr>
          <p:cNvPr id="11" name="Oval 10">
            <a:extLst>
              <a:ext uri="{FF2B5EF4-FFF2-40B4-BE49-F238E27FC236}">
                <a16:creationId xmlns:a16="http://schemas.microsoft.com/office/drawing/2014/main" id="{339B9D6A-F5CA-C347-BC53-A21EB0BA6D14}"/>
              </a:ext>
            </a:extLst>
          </p:cNvPr>
          <p:cNvSpPr/>
          <p:nvPr userDrawn="1"/>
        </p:nvSpPr>
        <p:spPr>
          <a:xfrm>
            <a:off x="5754545" y="618923"/>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652201" y="1490953"/>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045263" y="2427241"/>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7058426" y="3522341"/>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638209" y="4485513"/>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Oval 15">
            <a:extLst>
              <a:ext uri="{FF2B5EF4-FFF2-40B4-BE49-F238E27FC236}">
                <a16:creationId xmlns:a16="http://schemas.microsoft.com/office/drawing/2014/main" id="{68E5A7B6-8EDC-E247-96FE-94990C14B37F}"/>
              </a:ext>
            </a:extLst>
          </p:cNvPr>
          <p:cNvSpPr/>
          <p:nvPr userDrawn="1"/>
        </p:nvSpPr>
        <p:spPr>
          <a:xfrm>
            <a:off x="5708599" y="5343855"/>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394021" y="619249"/>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241558" y="149127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655300" y="2427567"/>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668461" y="3522667"/>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7227566" y="4485512"/>
            <a:ext cx="3689452" cy="406400"/>
          </a:xfrm>
        </p:spPr>
        <p:txBody>
          <a:bodyPr anchor="ctr"/>
          <a:lstStyle/>
          <a:p>
            <a:pPr lvl="0"/>
            <a:r>
              <a:rPr lang="en-US"/>
              <a:t>Click to edit Master text styles</a:t>
            </a:r>
          </a:p>
        </p:txBody>
      </p:sp>
      <p:sp>
        <p:nvSpPr>
          <p:cNvPr id="23" name="Text Placeholder 17">
            <a:extLst>
              <a:ext uri="{FF2B5EF4-FFF2-40B4-BE49-F238E27FC236}">
                <a16:creationId xmlns:a16="http://schemas.microsoft.com/office/drawing/2014/main" id="{524C2451-9287-FD48-B032-D09424DB2174}"/>
              </a:ext>
            </a:extLst>
          </p:cNvPr>
          <p:cNvSpPr>
            <a:spLocks noGrp="1"/>
          </p:cNvSpPr>
          <p:nvPr>
            <p:ph type="body" sz="quarter" idx="15"/>
          </p:nvPr>
        </p:nvSpPr>
        <p:spPr>
          <a:xfrm>
            <a:off x="6348074" y="5344181"/>
            <a:ext cx="3689452" cy="406400"/>
          </a:xfrm>
        </p:spPr>
        <p:txBody>
          <a:bodyPr anchor="ctr"/>
          <a:lstStyle/>
          <a:p>
            <a:pPr lvl="0"/>
            <a:r>
              <a:rPr lang="en-US"/>
              <a:t>Click to edit Master text styles</a:t>
            </a:r>
          </a:p>
        </p:txBody>
      </p:sp>
      <p:sp>
        <p:nvSpPr>
          <p:cNvPr id="2" name="Slide Number Placeholder 1">
            <a:extLst>
              <a:ext uri="{FF2B5EF4-FFF2-40B4-BE49-F238E27FC236}">
                <a16:creationId xmlns:a16="http://schemas.microsoft.com/office/drawing/2014/main" id="{984C82C6-579B-3242-983A-EE336D54136A}"/>
              </a:ext>
            </a:extLst>
          </p:cNvPr>
          <p:cNvSpPr>
            <a:spLocks noGrp="1"/>
          </p:cNvSpPr>
          <p:nvPr>
            <p:ph type="sldNum" sz="quarter" idx="17"/>
          </p:nvPr>
        </p:nvSpPr>
        <p:spPr/>
        <p:txBody>
          <a:bodyPr/>
          <a:lstStyle/>
          <a:p>
            <a:fld id="{7D18A8FE-DFC8-4843-AEF2-DE4DB0CF7D65}" type="slidenum">
              <a:rPr lang="en-US" smtClean="0"/>
              <a:pPr/>
              <a:t>‹#›</a:t>
            </a:fld>
            <a:endParaRPr lang="en-US"/>
          </a:p>
        </p:txBody>
      </p:sp>
    </p:spTree>
    <p:extLst>
      <p:ext uri="{BB962C8B-B14F-4D97-AF65-F5344CB8AC3E}">
        <p14:creationId xmlns:p14="http://schemas.microsoft.com/office/powerpoint/2010/main" val="1729714111"/>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E205B56B-8584-4D06-89CD-E6F57E5C9028}"/>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9" name="Graphic 12">
            <a:extLst>
              <a:ext uri="{FF2B5EF4-FFF2-40B4-BE49-F238E27FC236}">
                <a16:creationId xmlns:a16="http://schemas.microsoft.com/office/drawing/2014/main" id="{9CF1D0CB-25DE-4DB1-946B-E3FD4F8898C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25" name="Freeform 24">
            <a:extLst>
              <a:ext uri="{FF2B5EF4-FFF2-40B4-BE49-F238E27FC236}">
                <a16:creationId xmlns:a16="http://schemas.microsoft.com/office/drawing/2014/main" id="{CED53280-3164-824A-8AA0-5CA6139715BA}"/>
              </a:ext>
            </a:extLst>
          </p:cNvPr>
          <p:cNvSpPr/>
          <p:nvPr userDrawn="1"/>
        </p:nvSpPr>
        <p:spPr>
          <a:xfrm>
            <a:off x="1" y="835265"/>
            <a:ext cx="6546455" cy="4706913"/>
          </a:xfrm>
          <a:custGeom>
            <a:avLst/>
            <a:gdLst>
              <a:gd name="connsiteX0" fmla="*/ 0 w 4909841"/>
              <a:gd name="connsiteY0" fmla="*/ 0 h 3883204"/>
              <a:gd name="connsiteX1" fmla="*/ 2968240 w 4909841"/>
              <a:gd name="connsiteY1" fmla="*/ 0 h 3883204"/>
              <a:gd name="connsiteX2" fmla="*/ 4909841 w 4909841"/>
              <a:gd name="connsiteY2" fmla="*/ 1941603 h 3883204"/>
              <a:gd name="connsiteX3" fmla="*/ 4909835 w 4909841"/>
              <a:gd name="connsiteY3" fmla="*/ 1941603 h 3883204"/>
              <a:gd name="connsiteX4" fmla="*/ 2968234 w 4909841"/>
              <a:gd name="connsiteY4" fmla="*/ 3883204 h 3883204"/>
              <a:gd name="connsiteX5" fmla="*/ 0 w 4909841"/>
              <a:gd name="connsiteY5" fmla="*/ 3883202 h 3883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9841" h="3883204">
                <a:moveTo>
                  <a:pt x="0" y="0"/>
                </a:moveTo>
                <a:lnTo>
                  <a:pt x="2968240" y="0"/>
                </a:lnTo>
                <a:cubicBezTo>
                  <a:pt x="4040554" y="0"/>
                  <a:pt x="4909841" y="869287"/>
                  <a:pt x="4909841" y="1941603"/>
                </a:cubicBezTo>
                <a:lnTo>
                  <a:pt x="4909835" y="1941603"/>
                </a:lnTo>
                <a:cubicBezTo>
                  <a:pt x="4909835" y="3013917"/>
                  <a:pt x="4040548" y="3883204"/>
                  <a:pt x="2968234" y="3883204"/>
                </a:cubicBezTo>
                <a:lnTo>
                  <a:pt x="0" y="388320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7" name="Freeform 26">
            <a:extLst>
              <a:ext uri="{FF2B5EF4-FFF2-40B4-BE49-F238E27FC236}">
                <a16:creationId xmlns:a16="http://schemas.microsoft.com/office/drawing/2014/main" id="{3B6753E6-29D3-694C-9B47-66001F631396}"/>
              </a:ext>
            </a:extLst>
          </p:cNvPr>
          <p:cNvSpPr/>
          <p:nvPr userDrawn="1"/>
        </p:nvSpPr>
        <p:spPr>
          <a:xfrm>
            <a:off x="-8350" y="370770"/>
            <a:ext cx="7265465"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8" name="Slide Number Placeholder 1">
            <a:extLst>
              <a:ext uri="{FF2B5EF4-FFF2-40B4-BE49-F238E27FC236}">
                <a16:creationId xmlns:a16="http://schemas.microsoft.com/office/drawing/2014/main" id="{6437396B-10D1-774E-9AE7-704156B3B8E1}"/>
              </a:ext>
            </a:extLst>
          </p:cNvPr>
          <p:cNvSpPr>
            <a:spLocks noGrp="1"/>
          </p:cNvSpPr>
          <p:nvPr>
            <p:ph type="sldNum" sz="quarter" idx="17"/>
          </p:nvPr>
        </p:nvSpPr>
        <p:spPr>
          <a:xfrm>
            <a:off x="5888567" y="6454693"/>
            <a:ext cx="414867" cy="273304"/>
          </a:xfrm>
        </p:spPr>
        <p:txBody>
          <a:bodyPr/>
          <a:lstStyle/>
          <a:p>
            <a:fld id="{7D18A8FE-DFC8-4843-AEF2-DE4DB0CF7D65}" type="slidenum">
              <a:rPr lang="en-US" smtClean="0"/>
              <a:pPr/>
              <a:t>‹#›</a:t>
            </a:fld>
            <a:endParaRPr lang="en-US"/>
          </a:p>
        </p:txBody>
      </p:sp>
      <p:sp>
        <p:nvSpPr>
          <p:cNvPr id="11" name="Oval 10">
            <a:extLst>
              <a:ext uri="{FF2B5EF4-FFF2-40B4-BE49-F238E27FC236}">
                <a16:creationId xmlns:a16="http://schemas.microsoft.com/office/drawing/2014/main" id="{339B9D6A-F5CA-C347-BC53-A21EB0BA6D14}"/>
              </a:ext>
            </a:extLst>
          </p:cNvPr>
          <p:cNvSpPr/>
          <p:nvPr userDrawn="1"/>
        </p:nvSpPr>
        <p:spPr>
          <a:xfrm>
            <a:off x="5688946" y="618923"/>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617726" y="1490953"/>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6998181" y="2393838"/>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7024781" y="3522341"/>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591126" y="4485513"/>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Oval 15">
            <a:extLst>
              <a:ext uri="{FF2B5EF4-FFF2-40B4-BE49-F238E27FC236}">
                <a16:creationId xmlns:a16="http://schemas.microsoft.com/office/drawing/2014/main" id="{68E5A7B6-8EDC-E247-96FE-94990C14B37F}"/>
              </a:ext>
            </a:extLst>
          </p:cNvPr>
          <p:cNvSpPr/>
          <p:nvPr userDrawn="1"/>
        </p:nvSpPr>
        <p:spPr>
          <a:xfrm>
            <a:off x="5688946" y="5343855"/>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328422" y="619249"/>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207083" y="149127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608217" y="2394164"/>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634816" y="3522667"/>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7180483" y="4485512"/>
            <a:ext cx="3689452" cy="406400"/>
          </a:xfrm>
        </p:spPr>
        <p:txBody>
          <a:bodyPr anchor="ctr"/>
          <a:lstStyle/>
          <a:p>
            <a:pPr lvl="0"/>
            <a:r>
              <a:rPr lang="en-US"/>
              <a:t>Click to edit Master text styles</a:t>
            </a:r>
          </a:p>
        </p:txBody>
      </p:sp>
      <p:sp>
        <p:nvSpPr>
          <p:cNvPr id="23" name="Text Placeholder 17">
            <a:extLst>
              <a:ext uri="{FF2B5EF4-FFF2-40B4-BE49-F238E27FC236}">
                <a16:creationId xmlns:a16="http://schemas.microsoft.com/office/drawing/2014/main" id="{524C2451-9287-FD48-B032-D09424DB2174}"/>
              </a:ext>
            </a:extLst>
          </p:cNvPr>
          <p:cNvSpPr>
            <a:spLocks noGrp="1"/>
          </p:cNvSpPr>
          <p:nvPr>
            <p:ph type="body" sz="quarter" idx="15"/>
          </p:nvPr>
        </p:nvSpPr>
        <p:spPr>
          <a:xfrm>
            <a:off x="6328421" y="5344181"/>
            <a:ext cx="3689452" cy="406400"/>
          </a:xfrm>
        </p:spPr>
        <p:txBody>
          <a:bodyPr anchor="ctr"/>
          <a:lstStyle/>
          <a:p>
            <a:pPr lvl="0"/>
            <a:r>
              <a:rPr lang="en-US"/>
              <a:t>Click to edit Master text styles</a:t>
            </a:r>
          </a:p>
        </p:txBody>
      </p:sp>
      <p:sp>
        <p:nvSpPr>
          <p:cNvPr id="5" name="Text Placeholder 4">
            <a:extLst>
              <a:ext uri="{FF2B5EF4-FFF2-40B4-BE49-F238E27FC236}">
                <a16:creationId xmlns:a16="http://schemas.microsoft.com/office/drawing/2014/main" id="{2E9C3374-2761-FA4E-8E97-DB8C2B7D86F8}"/>
              </a:ext>
            </a:extLst>
          </p:cNvPr>
          <p:cNvSpPr>
            <a:spLocks noGrp="1"/>
          </p:cNvSpPr>
          <p:nvPr>
            <p:ph type="body" sz="quarter" idx="16"/>
          </p:nvPr>
        </p:nvSpPr>
        <p:spPr>
          <a:xfrm>
            <a:off x="717046" y="1420342"/>
            <a:ext cx="4518121" cy="3399367"/>
          </a:xfrm>
        </p:spPr>
        <p:txBody>
          <a:bodyPr anchor="ctr">
            <a:normAutofit/>
          </a:bodyPr>
          <a:lstStyle>
            <a:lvl1pPr>
              <a:defRPr sz="3733" b="1">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771181422"/>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Sp="0" preserve="1" userDrawn="1">
  <p:cSld name="3_Custom Layou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5AE62E4-8A72-4A2A-988A-0520905FA729}"/>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7" name="Graphic 12">
            <a:extLst>
              <a:ext uri="{FF2B5EF4-FFF2-40B4-BE49-F238E27FC236}">
                <a16:creationId xmlns:a16="http://schemas.microsoft.com/office/drawing/2014/main" id="{1B225DFB-BE69-4F3F-B201-3BA5DD121C1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32" name="Freeform 31">
            <a:extLst>
              <a:ext uri="{FF2B5EF4-FFF2-40B4-BE49-F238E27FC236}">
                <a16:creationId xmlns:a16="http://schemas.microsoft.com/office/drawing/2014/main" id="{03C1C5D1-536D-AD42-ADF1-44F2EFD99432}"/>
              </a:ext>
            </a:extLst>
          </p:cNvPr>
          <p:cNvSpPr/>
          <p:nvPr userDrawn="1"/>
        </p:nvSpPr>
        <p:spPr>
          <a:xfrm>
            <a:off x="-253797" y="335795"/>
            <a:ext cx="7585276"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8" name="Title 7">
            <a:extLst>
              <a:ext uri="{FF2B5EF4-FFF2-40B4-BE49-F238E27FC236}">
                <a16:creationId xmlns:a16="http://schemas.microsoft.com/office/drawing/2014/main" id="{9C6B559C-6BA8-2744-9FFD-AC23A0A1BCDA}"/>
              </a:ext>
            </a:extLst>
          </p:cNvPr>
          <p:cNvSpPr>
            <a:spLocks noGrp="1"/>
          </p:cNvSpPr>
          <p:nvPr>
            <p:ph type="title"/>
          </p:nvPr>
        </p:nvSpPr>
        <p:spPr>
          <a:xfrm>
            <a:off x="571018" y="1365061"/>
            <a:ext cx="4629873" cy="3603529"/>
          </a:xfrm>
        </p:spPr>
        <p:txBody>
          <a:bodyPr anchor="ctr"/>
          <a:lstStyle>
            <a:lvl1pPr>
              <a:defRPr>
                <a:solidFill>
                  <a:schemeClr val="bg1"/>
                </a:solidFill>
              </a:defRPr>
            </a:lvl1pPr>
          </a:lstStyle>
          <a:p>
            <a:r>
              <a:rPr lang="en-US"/>
              <a:t>Click to edit Master title style</a:t>
            </a:r>
          </a:p>
        </p:txBody>
      </p:sp>
      <p:sp>
        <p:nvSpPr>
          <p:cNvPr id="11" name="Oval 10">
            <a:extLst>
              <a:ext uri="{FF2B5EF4-FFF2-40B4-BE49-F238E27FC236}">
                <a16:creationId xmlns:a16="http://schemas.microsoft.com/office/drawing/2014/main" id="{339B9D6A-F5CA-C347-BC53-A21EB0BA6D14}"/>
              </a:ext>
            </a:extLst>
          </p:cNvPr>
          <p:cNvSpPr/>
          <p:nvPr userDrawn="1"/>
        </p:nvSpPr>
        <p:spPr>
          <a:xfrm>
            <a:off x="6375723" y="1134503"/>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101405" y="2993905"/>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377877" y="4765062"/>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7015199" y="113482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711441" y="2994231"/>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6967234" y="4765061"/>
            <a:ext cx="3689452" cy="406400"/>
          </a:xfrm>
        </p:spPr>
        <p:txBody>
          <a:bodyPr anchor="ctr"/>
          <a:lstStyle/>
          <a:p>
            <a:pPr lvl="0"/>
            <a:r>
              <a:rPr lang="en-US"/>
              <a:t>Click to edit Master text styles</a:t>
            </a:r>
          </a:p>
        </p:txBody>
      </p:sp>
      <p:sp>
        <p:nvSpPr>
          <p:cNvPr id="35" name="Picture Placeholder 34">
            <a:extLst>
              <a:ext uri="{FF2B5EF4-FFF2-40B4-BE49-F238E27FC236}">
                <a16:creationId xmlns:a16="http://schemas.microsoft.com/office/drawing/2014/main" id="{DB06BBE2-9184-784A-BD49-15A7348C7260}"/>
              </a:ext>
            </a:extLst>
          </p:cNvPr>
          <p:cNvSpPr>
            <a:spLocks noGrp="1"/>
          </p:cNvSpPr>
          <p:nvPr>
            <p:ph type="pic" sz="quarter" idx="16"/>
          </p:nvPr>
        </p:nvSpPr>
        <p:spPr>
          <a:xfrm rot="10800000" flipH="1" flipV="1">
            <a:off x="-6972" y="807640"/>
            <a:ext cx="6588376" cy="4699859"/>
          </a:xfrm>
          <a:custGeom>
            <a:avLst/>
            <a:gdLst>
              <a:gd name="connsiteX0" fmla="*/ 0 w 4941282"/>
              <a:gd name="connsiteY0" fmla="*/ 0 h 3877383"/>
              <a:gd name="connsiteX1" fmla="*/ 3153638 w 4941282"/>
              <a:gd name="connsiteY1" fmla="*/ 0 h 3877383"/>
              <a:gd name="connsiteX2" fmla="*/ 4941282 w 4941282"/>
              <a:gd name="connsiteY2" fmla="*/ 1936127 h 3877383"/>
              <a:gd name="connsiteX3" fmla="*/ 3153638 w 4941282"/>
              <a:gd name="connsiteY3" fmla="*/ 3872253 h 3877383"/>
              <a:gd name="connsiteX4" fmla="*/ 0 w 4941282"/>
              <a:gd name="connsiteY4" fmla="*/ 3877383 h 3877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1282" h="3877383">
                <a:moveTo>
                  <a:pt x="0" y="0"/>
                </a:moveTo>
                <a:lnTo>
                  <a:pt x="3153638" y="0"/>
                </a:lnTo>
                <a:cubicBezTo>
                  <a:pt x="4140926" y="0"/>
                  <a:pt x="4941282" y="866833"/>
                  <a:pt x="4941282" y="1936127"/>
                </a:cubicBezTo>
                <a:cubicBezTo>
                  <a:pt x="4941282" y="3005420"/>
                  <a:pt x="4140926" y="3872253"/>
                  <a:pt x="3153638" y="3872253"/>
                </a:cubicBezTo>
                <a:lnTo>
                  <a:pt x="0" y="3877383"/>
                </a:lnTo>
                <a:close/>
              </a:path>
            </a:pathLst>
          </a:custGeom>
          <a:solidFill>
            <a:schemeClr val="bg2"/>
          </a:solidFill>
        </p:spPr>
        <p:txBody>
          <a:bodyPr vert="horz" wrap="square" lIns="0" tIns="914400" rIns="0" anchor="t" anchorCtr="0">
            <a:noAutofit/>
          </a:bodyPr>
          <a:lstStyle>
            <a:lvl1pPr marL="0" indent="0" algn="ctr">
              <a:buNone/>
              <a:defRPr sz="1867"/>
            </a:lvl1pPr>
          </a:lstStyle>
          <a:p>
            <a:r>
              <a:rPr lang="en-US"/>
              <a:t>Click icon to add picture</a:t>
            </a:r>
          </a:p>
        </p:txBody>
      </p:sp>
      <p:sp>
        <p:nvSpPr>
          <p:cNvPr id="2" name="Slide Number Placeholder 1">
            <a:extLst>
              <a:ext uri="{FF2B5EF4-FFF2-40B4-BE49-F238E27FC236}">
                <a16:creationId xmlns:a16="http://schemas.microsoft.com/office/drawing/2014/main" id="{288B998B-CC89-3840-B310-6D92165A7878}"/>
              </a:ext>
            </a:extLst>
          </p:cNvPr>
          <p:cNvSpPr>
            <a:spLocks noGrp="1"/>
          </p:cNvSpPr>
          <p:nvPr>
            <p:ph type="sldNum" sz="quarter" idx="17"/>
          </p:nvPr>
        </p:nvSpPr>
        <p:spPr/>
        <p:txBody>
          <a:bodyPr/>
          <a:lstStyle/>
          <a:p>
            <a:fld id="{7D18A8FE-DFC8-4843-AEF2-DE4DB0CF7D65}" type="slidenum">
              <a:rPr lang="en-US" smtClean="0"/>
              <a:pPr/>
              <a:t>‹#›</a:t>
            </a:fld>
            <a:endParaRPr lang="en-US"/>
          </a:p>
        </p:txBody>
      </p:sp>
    </p:spTree>
    <p:extLst>
      <p:ext uri="{BB962C8B-B14F-4D97-AF65-F5344CB8AC3E}">
        <p14:creationId xmlns:p14="http://schemas.microsoft.com/office/powerpoint/2010/main" val="1895050006"/>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preserve="1" userDrawn="1">
  <p:cSld name="4_Custom Layout">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14FEE92A-34E2-45DA-9629-6CBFE66DDA07}"/>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5" name="Graphic 12">
            <a:extLst>
              <a:ext uri="{FF2B5EF4-FFF2-40B4-BE49-F238E27FC236}">
                <a16:creationId xmlns:a16="http://schemas.microsoft.com/office/drawing/2014/main" id="{CCA2786B-901C-4285-95EC-35CBC584433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26" name="Freeform 25">
            <a:extLst>
              <a:ext uri="{FF2B5EF4-FFF2-40B4-BE49-F238E27FC236}">
                <a16:creationId xmlns:a16="http://schemas.microsoft.com/office/drawing/2014/main" id="{9A5FF9B7-D734-F44B-B6EB-90019FA057EB}"/>
              </a:ext>
            </a:extLst>
          </p:cNvPr>
          <p:cNvSpPr/>
          <p:nvPr userDrawn="1"/>
        </p:nvSpPr>
        <p:spPr>
          <a:xfrm>
            <a:off x="1" y="835265"/>
            <a:ext cx="6546455" cy="4706913"/>
          </a:xfrm>
          <a:custGeom>
            <a:avLst/>
            <a:gdLst>
              <a:gd name="connsiteX0" fmla="*/ 0 w 4909841"/>
              <a:gd name="connsiteY0" fmla="*/ 0 h 3883204"/>
              <a:gd name="connsiteX1" fmla="*/ 2968240 w 4909841"/>
              <a:gd name="connsiteY1" fmla="*/ 0 h 3883204"/>
              <a:gd name="connsiteX2" fmla="*/ 4909841 w 4909841"/>
              <a:gd name="connsiteY2" fmla="*/ 1941603 h 3883204"/>
              <a:gd name="connsiteX3" fmla="*/ 4909835 w 4909841"/>
              <a:gd name="connsiteY3" fmla="*/ 1941603 h 3883204"/>
              <a:gd name="connsiteX4" fmla="*/ 2968234 w 4909841"/>
              <a:gd name="connsiteY4" fmla="*/ 3883204 h 3883204"/>
              <a:gd name="connsiteX5" fmla="*/ 0 w 4909841"/>
              <a:gd name="connsiteY5" fmla="*/ 3883202 h 3883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9841" h="3883204">
                <a:moveTo>
                  <a:pt x="0" y="0"/>
                </a:moveTo>
                <a:lnTo>
                  <a:pt x="2968240" y="0"/>
                </a:lnTo>
                <a:cubicBezTo>
                  <a:pt x="4040554" y="0"/>
                  <a:pt x="4909841" y="869287"/>
                  <a:pt x="4909841" y="1941603"/>
                </a:cubicBezTo>
                <a:lnTo>
                  <a:pt x="4909835" y="1941603"/>
                </a:lnTo>
                <a:cubicBezTo>
                  <a:pt x="4909835" y="3013917"/>
                  <a:pt x="4040548" y="3883204"/>
                  <a:pt x="2968234" y="3883204"/>
                </a:cubicBezTo>
                <a:lnTo>
                  <a:pt x="0" y="388320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Oval 10">
            <a:extLst>
              <a:ext uri="{FF2B5EF4-FFF2-40B4-BE49-F238E27FC236}">
                <a16:creationId xmlns:a16="http://schemas.microsoft.com/office/drawing/2014/main" id="{339B9D6A-F5CA-C347-BC53-A21EB0BA6D14}"/>
              </a:ext>
            </a:extLst>
          </p:cNvPr>
          <p:cNvSpPr/>
          <p:nvPr userDrawn="1"/>
        </p:nvSpPr>
        <p:spPr>
          <a:xfrm>
            <a:off x="6055955" y="929953"/>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776922" y="1900623"/>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035391" y="2993227"/>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6831863" y="4083389"/>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119885" y="5054387"/>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695431" y="930279"/>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366279" y="190094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645428" y="2993553"/>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441899" y="4083715"/>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6709242" y="5054387"/>
            <a:ext cx="3689452" cy="406400"/>
          </a:xfrm>
        </p:spPr>
        <p:txBody>
          <a:bodyPr anchor="ctr"/>
          <a:lstStyle/>
          <a:p>
            <a:pPr lvl="0"/>
            <a:r>
              <a:rPr lang="en-US"/>
              <a:t>Click to edit Master text styles</a:t>
            </a:r>
          </a:p>
        </p:txBody>
      </p:sp>
      <p:sp>
        <p:nvSpPr>
          <p:cNvPr id="32" name="Freeform 31">
            <a:extLst>
              <a:ext uri="{FF2B5EF4-FFF2-40B4-BE49-F238E27FC236}">
                <a16:creationId xmlns:a16="http://schemas.microsoft.com/office/drawing/2014/main" id="{03C1C5D1-536D-AD42-ADF1-44F2EFD99432}"/>
              </a:ext>
            </a:extLst>
          </p:cNvPr>
          <p:cNvSpPr/>
          <p:nvPr userDrawn="1"/>
        </p:nvSpPr>
        <p:spPr>
          <a:xfrm>
            <a:off x="-8350" y="370770"/>
            <a:ext cx="7265465"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Text Placeholder 4">
            <a:extLst>
              <a:ext uri="{FF2B5EF4-FFF2-40B4-BE49-F238E27FC236}">
                <a16:creationId xmlns:a16="http://schemas.microsoft.com/office/drawing/2014/main" id="{2E9C3374-2761-FA4E-8E97-DB8C2B7D86F8}"/>
              </a:ext>
            </a:extLst>
          </p:cNvPr>
          <p:cNvSpPr>
            <a:spLocks noGrp="1"/>
          </p:cNvSpPr>
          <p:nvPr>
            <p:ph type="body" sz="quarter" idx="16"/>
          </p:nvPr>
        </p:nvSpPr>
        <p:spPr>
          <a:xfrm>
            <a:off x="717046" y="1543699"/>
            <a:ext cx="4518121" cy="3090333"/>
          </a:xfrm>
        </p:spPr>
        <p:txBody>
          <a:bodyPr anchor="ctr">
            <a:normAutofit/>
          </a:bodyPr>
          <a:lstStyle>
            <a:lvl1pPr>
              <a:defRPr sz="3733" b="1">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 name="Slide Number Placeholder 1">
            <a:extLst>
              <a:ext uri="{FF2B5EF4-FFF2-40B4-BE49-F238E27FC236}">
                <a16:creationId xmlns:a16="http://schemas.microsoft.com/office/drawing/2014/main" id="{6B5FCE06-47E5-7F4F-A101-9C9BF7B1C09B}"/>
              </a:ext>
            </a:extLst>
          </p:cNvPr>
          <p:cNvSpPr>
            <a:spLocks noGrp="1"/>
          </p:cNvSpPr>
          <p:nvPr>
            <p:ph type="sldNum" sz="quarter" idx="17"/>
          </p:nvPr>
        </p:nvSpPr>
        <p:spPr/>
        <p:txBody>
          <a:bodyPr/>
          <a:lstStyle/>
          <a:p>
            <a:fld id="{7D18A8FE-DFC8-4843-AEF2-DE4DB0CF7D65}" type="slidenum">
              <a:rPr lang="en-US" smtClean="0"/>
              <a:pPr/>
              <a:t>‹#›</a:t>
            </a:fld>
            <a:endParaRPr lang="en-US"/>
          </a:p>
        </p:txBody>
      </p:sp>
    </p:spTree>
    <p:extLst>
      <p:ext uri="{BB962C8B-B14F-4D97-AF65-F5344CB8AC3E}">
        <p14:creationId xmlns:p14="http://schemas.microsoft.com/office/powerpoint/2010/main" val="3054838905"/>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type="secHead" preserve="1">
  <p:cSld name="Divider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userDrawn="1"/>
        </p:nvSpPr>
        <p:spPr>
          <a:xfrm>
            <a:off x="2836647" y="5641959"/>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Rectangle 9">
            <a:extLst>
              <a:ext uri="{FF2B5EF4-FFF2-40B4-BE49-F238E27FC236}">
                <a16:creationId xmlns:a16="http://schemas.microsoft.com/office/drawing/2014/main" id="{C03DB85C-E318-4432-80E3-72F32C67905D}"/>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2" name="Graphic 12">
            <a:extLst>
              <a:ext uri="{FF2B5EF4-FFF2-40B4-BE49-F238E27FC236}">
                <a16:creationId xmlns:a16="http://schemas.microsoft.com/office/drawing/2014/main" id="{19809693-F2E3-42A1-87E3-A2739FFDAD8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2" name="Title 1"/>
          <p:cNvSpPr>
            <a:spLocks noGrp="1"/>
          </p:cNvSpPr>
          <p:nvPr>
            <p:ph type="title"/>
          </p:nvPr>
        </p:nvSpPr>
        <p:spPr>
          <a:xfrm>
            <a:off x="460464" y="2897304"/>
            <a:ext cx="10515600" cy="985648"/>
          </a:xfrm>
          <a:prstGeom prst="rect">
            <a:avLst/>
          </a:prstGeom>
        </p:spPr>
        <p:txBody>
          <a:bodyPr lIns="0" tIns="0" rIns="0" bIns="0" anchor="b">
            <a:normAutofit/>
          </a:bodyPr>
          <a:lstStyle>
            <a:lvl1pPr>
              <a:defRPr sz="3733"/>
            </a:lvl1pPr>
          </a:lstStyle>
          <a:p>
            <a:endParaRPr lang="en-US"/>
          </a:p>
        </p:txBody>
      </p:sp>
      <p:sp>
        <p:nvSpPr>
          <p:cNvPr id="3" name="Text Placeholder 2"/>
          <p:cNvSpPr>
            <a:spLocks noGrp="1"/>
          </p:cNvSpPr>
          <p:nvPr>
            <p:ph type="body" idx="1"/>
          </p:nvPr>
        </p:nvSpPr>
        <p:spPr>
          <a:xfrm>
            <a:off x="457200" y="4025416"/>
            <a:ext cx="10538293" cy="684208"/>
          </a:xfrm>
          <a:prstGeom prst="rect">
            <a:avLst/>
          </a:prstGeom>
        </p:spPr>
        <p:txBody>
          <a:bodyPr lIns="0" tIns="0" rIns="0" bIns="0"/>
          <a:lstStyle>
            <a:lvl1pPr marL="0" indent="0">
              <a:buNone/>
              <a:defRPr sz="2667">
                <a:solidFill>
                  <a:schemeClr val="accent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endParaRPr lang="en-US"/>
          </a:p>
        </p:txBody>
      </p:sp>
      <p:sp>
        <p:nvSpPr>
          <p:cNvPr id="6" name="Slide Number Placeholder 5"/>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2" name="Freeform 21">
            <a:extLst>
              <a:ext uri="{FF2B5EF4-FFF2-40B4-BE49-F238E27FC236}">
                <a16:creationId xmlns:a16="http://schemas.microsoft.com/office/drawing/2014/main" id="{74AFD015-0D1F-3547-8CF1-90942E7ACF2E}"/>
              </a:ext>
            </a:extLst>
          </p:cNvPr>
          <p:cNvSpPr/>
          <p:nvPr userDrawn="1"/>
        </p:nvSpPr>
        <p:spPr>
          <a:xfrm>
            <a:off x="10342177"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Freeform 20">
            <a:extLst>
              <a:ext uri="{FF2B5EF4-FFF2-40B4-BE49-F238E27FC236}">
                <a16:creationId xmlns:a16="http://schemas.microsoft.com/office/drawing/2014/main" id="{B74D8618-1342-4C42-94BD-C150DF3C1928}"/>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9347670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2_Divider Slide_Imag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FAF5E5E-6EA4-4A43-983D-0C48CA9B0753}"/>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4" name="Graphic 12">
            <a:extLst>
              <a:ext uri="{FF2B5EF4-FFF2-40B4-BE49-F238E27FC236}">
                <a16:creationId xmlns:a16="http://schemas.microsoft.com/office/drawing/2014/main" id="{B0DFB78E-CD69-4F4C-AE45-6F40FCF86C6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3" name="Subtitle 2"/>
          <p:cNvSpPr>
            <a:spLocks noGrp="1"/>
          </p:cNvSpPr>
          <p:nvPr>
            <p:ph type="subTitle" idx="1"/>
          </p:nvPr>
        </p:nvSpPr>
        <p:spPr>
          <a:xfrm>
            <a:off x="457201" y="4818843"/>
            <a:ext cx="9160412" cy="641701"/>
          </a:xfrm>
          <a:prstGeom prst="rect">
            <a:avLst/>
          </a:prstGeom>
        </p:spPr>
        <p:txBody>
          <a:bodyPr lIns="0" tIns="0" rIns="0" bIns="0"/>
          <a:lstStyle>
            <a:lvl1pPr marL="0" indent="0" algn="l">
              <a:buNone/>
              <a:defRPr sz="2400" b="0">
                <a:solidFill>
                  <a:schemeClr val="accent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1" y="4709625"/>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1894702"/>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3"/>
            <a:ext cx="9144000" cy="1354081"/>
          </a:xfrm>
          <a:prstGeom prst="rect">
            <a:avLst/>
          </a:prstGeom>
        </p:spPr>
        <p:txBody>
          <a:bodyPr lIns="0" tIns="0" rIns="0" bIns="0" anchor="b"/>
          <a:lstStyle>
            <a:lvl1pPr algn="l">
              <a:defRPr sz="4267"/>
            </a:lvl1pPr>
          </a:lstStyle>
          <a:p>
            <a:r>
              <a:rPr lang="en-US"/>
              <a:t>Click to edit Master title style</a:t>
            </a:r>
          </a:p>
        </p:txBody>
      </p:sp>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4876800" y="1"/>
            <a:ext cx="7315200" cy="3272359"/>
          </a:xfrm>
          <a:custGeom>
            <a:avLst/>
            <a:gdLst>
              <a:gd name="connsiteX0" fmla="*/ 0 w 2373837"/>
              <a:gd name="connsiteY0" fmla="*/ 0 h 3161925"/>
              <a:gd name="connsiteX1" fmla="*/ 1186919 w 2373837"/>
              <a:gd name="connsiteY1" fmla="*/ 0 h 3161925"/>
              <a:gd name="connsiteX2" fmla="*/ 2373838 w 2373837"/>
              <a:gd name="connsiteY2" fmla="*/ 1580963 h 3161925"/>
              <a:gd name="connsiteX3" fmla="*/ 1186919 w 2373837"/>
              <a:gd name="connsiteY3" fmla="*/ 3161926 h 3161925"/>
              <a:gd name="connsiteX4" fmla="*/ 0 w 2373837"/>
              <a:gd name="connsiteY4" fmla="*/ 3161925 h 3161925"/>
              <a:gd name="connsiteX5" fmla="*/ 0 w 2373837"/>
              <a:gd name="connsiteY5" fmla="*/ 0 h 3161925"/>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338328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27432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18288 w 5757118"/>
              <a:gd name="connsiteY4" fmla="*/ 3143637 h 3161926"/>
              <a:gd name="connsiteX5" fmla="*/ 0 w 5757118"/>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71069"/>
              <a:gd name="connsiteX1" fmla="*/ 4570199 w 5757118"/>
              <a:gd name="connsiteY1" fmla="*/ 0 h 3171069"/>
              <a:gd name="connsiteX2" fmla="*/ 5757118 w 5757118"/>
              <a:gd name="connsiteY2" fmla="*/ 1580963 h 3171069"/>
              <a:gd name="connsiteX3" fmla="*/ 4570199 w 5757118"/>
              <a:gd name="connsiteY3" fmla="*/ 3161926 h 3171069"/>
              <a:gd name="connsiteX4" fmla="*/ 0 w 5757118"/>
              <a:gd name="connsiteY4" fmla="*/ 3171069 h 3171069"/>
              <a:gd name="connsiteX5" fmla="*/ 0 w 5757118"/>
              <a:gd name="connsiteY5" fmla="*/ 9144 h 3171069"/>
              <a:gd name="connsiteX0" fmla="*/ 0 w 5763988"/>
              <a:gd name="connsiteY0" fmla="*/ 0 h 3171069"/>
              <a:gd name="connsiteX1" fmla="*/ 4577069 w 5763988"/>
              <a:gd name="connsiteY1" fmla="*/ 0 h 3171069"/>
              <a:gd name="connsiteX2" fmla="*/ 5763988 w 5763988"/>
              <a:gd name="connsiteY2" fmla="*/ 1580963 h 3171069"/>
              <a:gd name="connsiteX3" fmla="*/ 4577069 w 5763988"/>
              <a:gd name="connsiteY3" fmla="*/ 3161926 h 3171069"/>
              <a:gd name="connsiteX4" fmla="*/ 6870 w 5763988"/>
              <a:gd name="connsiteY4" fmla="*/ 3171069 h 3171069"/>
              <a:gd name="connsiteX5" fmla="*/ 0 w 5763988"/>
              <a:gd name="connsiteY5" fmla="*/ 0 h 317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3988" h="3171069">
                <a:moveTo>
                  <a:pt x="0" y="0"/>
                </a:moveTo>
                <a:lnTo>
                  <a:pt x="4577069" y="0"/>
                </a:lnTo>
                <a:cubicBezTo>
                  <a:pt x="5232586" y="0"/>
                  <a:pt x="5763988" y="707821"/>
                  <a:pt x="5763988" y="1580963"/>
                </a:cubicBezTo>
                <a:cubicBezTo>
                  <a:pt x="5763988" y="2454105"/>
                  <a:pt x="5232586" y="3161926"/>
                  <a:pt x="4577069" y="3161926"/>
                </a:cubicBezTo>
                <a:lnTo>
                  <a:pt x="6870" y="3171069"/>
                </a:lnTo>
                <a:lnTo>
                  <a:pt x="0" y="0"/>
                </a:lnTo>
                <a:close/>
              </a:path>
            </a:pathLst>
          </a:cu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2" name="Slide Number Placeholder 1">
            <a:extLst>
              <a:ext uri="{FF2B5EF4-FFF2-40B4-BE49-F238E27FC236}">
                <a16:creationId xmlns:a16="http://schemas.microsoft.com/office/drawing/2014/main" id="{80F8139F-D3FB-6848-B5A2-E54BDCB7E90D}"/>
              </a:ext>
            </a:extLst>
          </p:cNvPr>
          <p:cNvSpPr>
            <a:spLocks noGrp="1"/>
          </p:cNvSpPr>
          <p:nvPr>
            <p:ph type="sldNum" sz="quarter" idx="11"/>
          </p:nvPr>
        </p:nvSpPr>
        <p:spPr/>
        <p:txBody>
          <a:bodyPr/>
          <a:lstStyle/>
          <a:p>
            <a:fld id="{7D18A8FE-DFC8-4843-AEF2-DE4DB0CF7D65}" type="slidenum">
              <a:rPr lang="en-US" smtClean="0"/>
              <a:pPr/>
              <a:t>‹#›</a:t>
            </a:fld>
            <a:endParaRPr lang="en-US"/>
          </a:p>
        </p:txBody>
      </p:sp>
    </p:spTree>
    <p:extLst>
      <p:ext uri="{BB962C8B-B14F-4D97-AF65-F5344CB8AC3E}">
        <p14:creationId xmlns:p14="http://schemas.microsoft.com/office/powerpoint/2010/main" val="64277586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reserve="1" userDrawn="1">
  <p:cSld name="1_Divider Slide - Full Photo">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0" y="0"/>
            <a:ext cx="12192000" cy="6292464"/>
          </a:xfrm>
          <a:prstGeom prst="rect">
            <a:avLst/>
          </a:pr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10" name="Rectangle 9">
            <a:extLst>
              <a:ext uri="{FF2B5EF4-FFF2-40B4-BE49-F238E27FC236}">
                <a16:creationId xmlns:a16="http://schemas.microsoft.com/office/drawing/2014/main" id="{74B4345B-A524-488C-A063-AB52E74E7720}"/>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3" name="Graphic 12">
            <a:extLst>
              <a:ext uri="{FF2B5EF4-FFF2-40B4-BE49-F238E27FC236}">
                <a16:creationId xmlns:a16="http://schemas.microsoft.com/office/drawing/2014/main" id="{00BDBE5C-FAEC-4355-B53C-CB04DD0C3F3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11" name="Content Placeholder 9">
            <a:extLst>
              <a:ext uri="{FF2B5EF4-FFF2-40B4-BE49-F238E27FC236}">
                <a16:creationId xmlns:a16="http://schemas.microsoft.com/office/drawing/2014/main" id="{20A3A4E7-56B1-0B44-98D4-AC2327493BF0}"/>
              </a:ext>
            </a:extLst>
          </p:cNvPr>
          <p:cNvSpPr>
            <a:spLocks noGrp="1"/>
          </p:cNvSpPr>
          <p:nvPr>
            <p:ph sz="quarter" idx="14" hasCustomPrompt="1"/>
          </p:nvPr>
        </p:nvSpPr>
        <p:spPr>
          <a:xfrm>
            <a:off x="587881" y="2070570"/>
            <a:ext cx="3411097" cy="3323383"/>
          </a:xfrm>
          <a:prstGeom prst="ellipse">
            <a:avLst/>
          </a:prstGeom>
          <a:solidFill>
            <a:schemeClr val="accent1"/>
          </a:solidFill>
        </p:spPr>
        <p:txBody>
          <a:bodyPr tIns="0" anchor="ctr">
            <a:normAutofit/>
          </a:bodyPr>
          <a:lstStyle>
            <a:lvl1pPr marL="0" indent="0" algn="ctr">
              <a:buNone/>
              <a:defRPr sz="1867" b="1">
                <a:noFill/>
              </a:defRPr>
            </a:lvl1pPr>
            <a:lvl2pPr algn="ctr">
              <a:defRPr/>
            </a:lvl2pPr>
            <a:lvl3pPr algn="ctr">
              <a:defRPr/>
            </a:lvl3pPr>
            <a:lvl4pPr algn="ctr">
              <a:defRPr/>
            </a:lvl4pPr>
            <a:lvl5pPr marL="1151438" indent="0" algn="ctr">
              <a:buNone/>
              <a:defRPr/>
            </a:lvl5pPr>
          </a:lstStyle>
          <a:p>
            <a:pPr lvl="0"/>
            <a:r>
              <a:rPr lang="en-US"/>
              <a:t> </a:t>
            </a:r>
          </a:p>
        </p:txBody>
      </p:sp>
      <p:sp>
        <p:nvSpPr>
          <p:cNvPr id="3" name="Subtitle 2"/>
          <p:cNvSpPr>
            <a:spLocks noGrp="1"/>
          </p:cNvSpPr>
          <p:nvPr>
            <p:ph type="subTitle" idx="1"/>
          </p:nvPr>
        </p:nvSpPr>
        <p:spPr>
          <a:xfrm>
            <a:off x="1430807" y="4230109"/>
            <a:ext cx="2060139" cy="474891"/>
          </a:xfrm>
          <a:prstGeom prst="rect">
            <a:avLst/>
          </a:prstGeom>
        </p:spPr>
        <p:txBody>
          <a:bodyPr lIns="0" tIns="0" rIns="0" bIns="0">
            <a:noAutofit/>
          </a:bodyPr>
          <a:lstStyle>
            <a:lvl1pPr marL="0" indent="0" algn="l">
              <a:buNone/>
              <a:defRPr sz="1333"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1430541" y="2957880"/>
            <a:ext cx="4849175" cy="1190949"/>
          </a:xfrm>
          <a:prstGeom prst="rect">
            <a:avLst/>
          </a:prstGeom>
        </p:spPr>
        <p:txBody>
          <a:bodyPr lIns="0" tIns="0" rIns="0" bIns="0" anchor="b">
            <a:noAutofit/>
          </a:bodyPr>
          <a:lstStyle>
            <a:lvl1pPr algn="l">
              <a:defRPr sz="4267">
                <a:solidFill>
                  <a:schemeClr val="bg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BEDB81BC-F9B1-D74F-B19E-0D8326A820AA}"/>
              </a:ext>
            </a:extLst>
          </p:cNvPr>
          <p:cNvSpPr>
            <a:spLocks noGrp="1"/>
          </p:cNvSpPr>
          <p:nvPr>
            <p:ph type="sldNum" sz="quarter" idx="15"/>
          </p:nvPr>
        </p:nvSpPr>
        <p:spPr/>
        <p:txBody>
          <a:bodyPr/>
          <a:lstStyle/>
          <a:p>
            <a:fld id="{7D18A8FE-DFC8-4843-AEF2-DE4DB0CF7D65}" type="slidenum">
              <a:rPr lang="en-US" smtClean="0"/>
              <a:pPr/>
              <a:t>‹#›</a:t>
            </a:fld>
            <a:endParaRPr lang="en-US"/>
          </a:p>
        </p:txBody>
      </p:sp>
    </p:spTree>
    <p:extLst>
      <p:ext uri="{BB962C8B-B14F-4D97-AF65-F5344CB8AC3E}">
        <p14:creationId xmlns:p14="http://schemas.microsoft.com/office/powerpoint/2010/main" val="377583301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100000"/>
              </a:lnSpc>
              <a:spcBef>
                <a:spcPts val="1000"/>
              </a:spcBef>
              <a:spcAft>
                <a:spcPts val="0"/>
              </a:spcAft>
              <a:buClr>
                <a:srgbClr val="E20177"/>
              </a:buClr>
              <a:buSzPct val="120000"/>
              <a:buFont typeface="Arial" panose="020B0604020202020204" pitchFamily="34" charset="0"/>
              <a:buNone/>
              <a:tabLst/>
              <a:defRPr sz="2133">
                <a:latin typeface="Montserrat" pitchFamily="2" charset="77"/>
              </a:defRPr>
            </a:lvl1pPr>
            <a:lvl2pPr marL="609585" marR="0" indent="-243834" algn="l" defTabSz="914377" rtl="0" eaLnBrk="1" fontAlgn="auto" latinLnBrk="0" hangingPunct="1">
              <a:lnSpc>
                <a:spcPct val="100000"/>
              </a:lnSpc>
              <a:spcBef>
                <a:spcPts val="500"/>
              </a:spcBef>
              <a:spcAft>
                <a:spcPts val="0"/>
              </a:spcAft>
              <a:buClr>
                <a:srgbClr val="E20177"/>
              </a:buClr>
              <a:buSzPct val="120000"/>
              <a:buFont typeface="Arial" panose="020B0604020202020204" pitchFamily="34" charset="0"/>
              <a:buChar char="•"/>
              <a:tabLst/>
              <a:defRPr sz="1867">
                <a:latin typeface="Montserrat" pitchFamily="2" charset="77"/>
              </a:defRPr>
            </a:lvl2pPr>
            <a:lvl3pPr marL="853419" marR="0" indent="-243834" algn="l" defTabSz="914377" rtl="0" eaLnBrk="1" fontAlgn="auto" latinLnBrk="0" hangingPunct="1">
              <a:lnSpc>
                <a:spcPct val="100000"/>
              </a:lnSpc>
              <a:spcBef>
                <a:spcPts val="500"/>
              </a:spcBef>
              <a:spcAft>
                <a:spcPts val="0"/>
              </a:spcAft>
              <a:buClr>
                <a:srgbClr val="E20177"/>
              </a:buClr>
              <a:buSzPct val="100000"/>
              <a:buFont typeface="Courier New" panose="02070309020205020404" pitchFamily="49" charset="0"/>
              <a:buChar char="o"/>
              <a:tabLst/>
              <a:defRPr sz="1867">
                <a:latin typeface="Montserrat" pitchFamily="2" charset="77"/>
              </a:defRPr>
            </a:lvl3pPr>
            <a:lvl4pPr marL="1219170" marR="0" indent="-243834" algn="l" defTabSz="914377" rtl="0" eaLnBrk="1" fontAlgn="auto" latinLnBrk="0" hangingPunct="1">
              <a:lnSpc>
                <a:spcPct val="100000"/>
              </a:lnSpc>
              <a:spcBef>
                <a:spcPts val="500"/>
              </a:spcBef>
              <a:spcAft>
                <a:spcPts val="0"/>
              </a:spcAft>
              <a:buClr>
                <a:srgbClr val="171717"/>
              </a:buClr>
              <a:buSzPct val="100000"/>
              <a:buFont typeface="Arial" panose="020B0604020202020204" pitchFamily="34" charset="0"/>
              <a:buChar char="•"/>
              <a:tabLst/>
              <a:defRPr sz="1867">
                <a:latin typeface="Montserrat" pitchFamily="2" charset="77"/>
              </a:defRPr>
            </a:lvl4pPr>
            <a:lvl5pPr marL="0" marR="0" indent="0" algn="l" defTabSz="914377" rtl="0" eaLnBrk="1" fontAlgn="auto" latinLnBrk="0" hangingPunct="1">
              <a:lnSpc>
                <a:spcPct val="100000"/>
              </a:lnSpc>
              <a:spcBef>
                <a:spcPts val="500"/>
              </a:spcBef>
              <a:spcAft>
                <a:spcPts val="200"/>
              </a:spcAft>
              <a:buClr>
                <a:srgbClr val="E20177"/>
              </a:buClr>
              <a:buSzTx/>
              <a:buFont typeface="Arial" panose="020B0604020202020204" pitchFamily="34" charset="0"/>
              <a:buNone/>
              <a:tabLst/>
              <a:defRPr sz="1867">
                <a:latin typeface="Montserrat" pitchFamily="2" charset="77"/>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hasCustomPrompt="1"/>
          </p:nvPr>
        </p:nvSpPr>
        <p:spPr>
          <a:xfrm>
            <a:off x="7147036"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27243476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Confidential—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Freeform 11">
            <a:extLst>
              <a:ext uri="{FF2B5EF4-FFF2-40B4-BE49-F238E27FC236}">
                <a16:creationId xmlns:a16="http://schemas.microsoft.com/office/drawing/2014/main" id="{BDDDF61E-FD84-D34B-9DB5-46D76844A801}"/>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6" name="Picture Placeholder 14">
            <a:extLst>
              <a:ext uri="{FF2B5EF4-FFF2-40B4-BE49-F238E27FC236}">
                <a16:creationId xmlns:a16="http://schemas.microsoft.com/office/drawing/2014/main" id="{58E796D9-DAF5-D74D-8402-673E835AE59B}"/>
              </a:ext>
            </a:extLst>
          </p:cNvPr>
          <p:cNvSpPr>
            <a:spLocks noGrp="1"/>
          </p:cNvSpPr>
          <p:nvPr>
            <p:ph type="pic" sz="quarter" idx="13" hasCustomPrompt="1"/>
          </p:nvPr>
        </p:nvSpPr>
        <p:spPr>
          <a:xfrm>
            <a:off x="7147036"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305104656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Proprietary—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Freeform 11">
            <a:extLst>
              <a:ext uri="{FF2B5EF4-FFF2-40B4-BE49-F238E27FC236}">
                <a16:creationId xmlns:a16="http://schemas.microsoft.com/office/drawing/2014/main" id="{0935410A-4452-764D-8477-13AF6ADB3609}"/>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Picture Placeholder 14">
            <a:extLst>
              <a:ext uri="{FF2B5EF4-FFF2-40B4-BE49-F238E27FC236}">
                <a16:creationId xmlns:a16="http://schemas.microsoft.com/office/drawing/2014/main" id="{3DB5542F-9D9E-F141-A555-16DFFDE653E4}"/>
              </a:ext>
            </a:extLst>
          </p:cNvPr>
          <p:cNvSpPr>
            <a:spLocks noGrp="1"/>
          </p:cNvSpPr>
          <p:nvPr>
            <p:ph type="pic" sz="quarter" idx="13" hasCustomPrompt="1"/>
          </p:nvPr>
        </p:nvSpPr>
        <p:spPr>
          <a:xfrm>
            <a:off x="7147036"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48512227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Sensitiv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Freeform 11">
            <a:extLst>
              <a:ext uri="{FF2B5EF4-FFF2-40B4-BE49-F238E27FC236}">
                <a16:creationId xmlns:a16="http://schemas.microsoft.com/office/drawing/2014/main" id="{6E90D1E2-3FBB-1041-A715-785BFD621F5D}"/>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Picture Placeholder 14">
            <a:extLst>
              <a:ext uri="{FF2B5EF4-FFF2-40B4-BE49-F238E27FC236}">
                <a16:creationId xmlns:a16="http://schemas.microsoft.com/office/drawing/2014/main" id="{D959CE95-45F1-114D-AF89-17853692DC90}"/>
              </a:ext>
            </a:extLst>
          </p:cNvPr>
          <p:cNvSpPr>
            <a:spLocks noGrp="1"/>
          </p:cNvSpPr>
          <p:nvPr>
            <p:ph type="pic" sz="quarter" idx="13" hasCustomPrompt="1"/>
          </p:nvPr>
        </p:nvSpPr>
        <p:spPr>
          <a:xfrm>
            <a:off x="7147036"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35311020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Confidential—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a:noFill/>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11243259" cy="4351283"/>
          </a:xfrm>
          <a:prstGeom prst="rect">
            <a:avLst/>
          </a:prstGeom>
          <a:noFill/>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9E242888-0328-0E4A-98EE-9774852A1A73}"/>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04139433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Proprietary—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11243259"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BF67232A-40F8-1A47-9CDC-7290008F23C1}"/>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40630108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Sensitiv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11243259"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0263CF2F-B018-3343-B44E-89447650A7B9}"/>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89070404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Bio Template">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hasCustomPrompt="1"/>
          </p:nvPr>
        </p:nvSpPr>
        <p:spPr>
          <a:xfrm>
            <a:off x="7833486" y="1578866"/>
            <a:ext cx="4130463" cy="4130463"/>
          </a:xfrm>
          <a:prstGeom prst="ellipse">
            <a:avLst/>
          </a:prstGeom>
          <a:solidFill>
            <a:schemeClr val="bg2"/>
          </a:solidFill>
        </p:spPr>
        <p:txBody>
          <a:bodyPr tIns="640080">
            <a:normAutofit/>
          </a:bodyPr>
          <a:lstStyle>
            <a:lvl1pPr marL="0" indent="0" algn="ctr">
              <a:buNone/>
              <a:defRPr sz="1867"/>
            </a:lvl1pPr>
          </a:lstStyle>
          <a:p>
            <a:r>
              <a:rPr lang="en-US"/>
              <a:t>Click icon to add photo</a:t>
            </a: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7" name="Text Placeholder 6">
            <a:extLst>
              <a:ext uri="{FF2B5EF4-FFF2-40B4-BE49-F238E27FC236}">
                <a16:creationId xmlns:a16="http://schemas.microsoft.com/office/drawing/2014/main" id="{42AB9BBF-A7FA-394D-A2E2-93323B4F3A38}"/>
              </a:ext>
            </a:extLst>
          </p:cNvPr>
          <p:cNvSpPr>
            <a:spLocks noGrp="1"/>
          </p:cNvSpPr>
          <p:nvPr>
            <p:ph type="body" sz="quarter" idx="14"/>
          </p:nvPr>
        </p:nvSpPr>
        <p:spPr>
          <a:xfrm>
            <a:off x="457200" y="1031611"/>
            <a:ext cx="10396483" cy="407436"/>
          </a:xfrm>
          <a:prstGeom prst="rect">
            <a:avLst/>
          </a:prstGeom>
        </p:spPr>
        <p:txBody>
          <a:bodyPr lIns="0" tIns="0" rIns="0" bIns="0">
            <a:noAutofit/>
          </a:bodyPr>
          <a:lstStyle>
            <a:lvl1pPr>
              <a:buNone/>
              <a:defRPr sz="1867" b="1">
                <a:solidFill>
                  <a:schemeClr val="accent1"/>
                </a:solidFill>
              </a:defRPr>
            </a:lvl1pPr>
            <a:lvl2pPr>
              <a:buNone/>
              <a:defRPr/>
            </a:lvl2pPr>
            <a:lvl3pPr>
              <a:buNone/>
              <a:defRPr/>
            </a:lvl3pPr>
            <a:lvl4pPr>
              <a:buNone/>
              <a:defRPr/>
            </a:lvl4pPr>
            <a:lvl5pPr>
              <a:buNone/>
              <a:defRPr/>
            </a:lvl5pPr>
          </a:lstStyle>
          <a:p>
            <a:pPr lvl="0"/>
            <a:endParaRPr lang="en-US"/>
          </a:p>
        </p:txBody>
      </p:sp>
      <p:sp>
        <p:nvSpPr>
          <p:cNvPr id="13" name="Content Placeholder 2">
            <a:extLst>
              <a:ext uri="{FF2B5EF4-FFF2-40B4-BE49-F238E27FC236}">
                <a16:creationId xmlns:a16="http://schemas.microsoft.com/office/drawing/2014/main" id="{10427BEF-5B47-724A-9C16-0A84E9E3CE09}"/>
              </a:ext>
            </a:extLst>
          </p:cNvPr>
          <p:cNvSpPr>
            <a:spLocks noGrp="1"/>
          </p:cNvSpPr>
          <p:nvPr>
            <p:ph idx="15" hasCustomPrompt="1"/>
          </p:nvPr>
        </p:nvSpPr>
        <p:spPr>
          <a:xfrm>
            <a:off x="457200" y="1576552"/>
            <a:ext cx="7141027"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a:extLst>
              <a:ext uri="{FF2B5EF4-FFF2-40B4-BE49-F238E27FC236}">
                <a16:creationId xmlns:a16="http://schemas.microsoft.com/office/drawing/2014/main" id="{C8A6CFA9-BBCE-4882-8617-533B5B4809FE}"/>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198838685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25" name="Slide Number Placeholder 5">
            <a:extLst>
              <a:ext uri="{FF2B5EF4-FFF2-40B4-BE49-F238E27FC236}">
                <a16:creationId xmlns:a16="http://schemas.microsoft.com/office/drawing/2014/main" id="{158CE639-514C-2A4F-986C-11AB4BAB7D0E}"/>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5CC28A6F-B179-B644-B0A5-418F10E7689D}"/>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424348685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Blank w/foote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4282AEE-1FD5-402C-88B0-E25AE9E6C744}"/>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407554717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74.xml><?xml version="1.0" encoding="utf-8"?>
<p:sldLayout xmlns:a="http://schemas.openxmlformats.org/drawingml/2006/main" xmlns:r="http://schemas.openxmlformats.org/officeDocument/2006/relationships" xmlns:p="http://schemas.openxmlformats.org/presentationml/2006/main" showMasterSp="0" preserve="1" userDrawn="1">
  <p:cSld name="5_Blank w/foot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9F1554E-EAE4-4B4F-BD0C-EE22B6F11A19}"/>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8" name="Graphic 12">
            <a:extLst>
              <a:ext uri="{FF2B5EF4-FFF2-40B4-BE49-F238E27FC236}">
                <a16:creationId xmlns:a16="http://schemas.microsoft.com/office/drawing/2014/main" id="{2EA73D7A-E2A4-4A3A-85B0-9E9498CAF8E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6" name="Slide Number Placeholder 5">
            <a:extLst>
              <a:ext uri="{FF2B5EF4-FFF2-40B4-BE49-F238E27FC236}">
                <a16:creationId xmlns:a16="http://schemas.microsoft.com/office/drawing/2014/main" id="{1D14F37A-76DE-4025-85E4-675016AEFF62}"/>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194552655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8" name="Text Placeholder 70">
            <a:extLst>
              <a:ext uri="{FF2B5EF4-FFF2-40B4-BE49-F238E27FC236}">
                <a16:creationId xmlns:a16="http://schemas.microsoft.com/office/drawing/2014/main" id="{AE067FBA-294B-D849-BC89-744E5234FFE1}"/>
              </a:ext>
            </a:extLst>
          </p:cNvPr>
          <p:cNvSpPr>
            <a:spLocks noGrp="1"/>
          </p:cNvSpPr>
          <p:nvPr>
            <p:ph type="body" sz="quarter" idx="19" hasCustomPrompt="1"/>
          </p:nvPr>
        </p:nvSpPr>
        <p:spPr>
          <a:xfrm>
            <a:off x="9386152" y="4950896"/>
            <a:ext cx="2639483" cy="836083"/>
          </a:xfrm>
        </p:spPr>
        <p:txBody>
          <a:bodyPr anchor="t"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5CC28A6F-B179-B644-B0A5-418F10E7689D}"/>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48" name="TextBox 47">
            <a:extLst>
              <a:ext uri="{FF2B5EF4-FFF2-40B4-BE49-F238E27FC236}">
                <a16:creationId xmlns:a16="http://schemas.microsoft.com/office/drawing/2014/main" id="{B5E443A4-60AC-C04E-BE44-345D6D5A23F9}"/>
              </a:ext>
            </a:extLst>
          </p:cNvPr>
          <p:cNvSpPr txBox="1"/>
          <p:nvPr userDrawn="1"/>
        </p:nvSpPr>
        <p:spPr>
          <a:xfrm>
            <a:off x="2931199" y="2239734"/>
            <a:ext cx="881336" cy="545017"/>
          </a:xfrm>
          <a:prstGeom prst="rect">
            <a:avLst/>
          </a:prstGeom>
          <a:noFill/>
        </p:spPr>
        <p:txBody>
          <a:bodyPr wrap="square" lIns="0" tIns="0" rIns="0" bIns="0" rtlCol="0">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171717"/>
              </a:solidFill>
              <a:effectLst/>
              <a:uLnTx/>
              <a:uFillTx/>
              <a:latin typeface="Arial" panose="020B0604020202020204"/>
              <a:ea typeface="+mn-ea"/>
              <a:cs typeface="+mn-cs"/>
            </a:endParaRPr>
          </a:p>
        </p:txBody>
      </p:sp>
      <p:sp>
        <p:nvSpPr>
          <p:cNvPr id="71" name="Text Placeholder 70">
            <a:extLst>
              <a:ext uri="{FF2B5EF4-FFF2-40B4-BE49-F238E27FC236}">
                <a16:creationId xmlns:a16="http://schemas.microsoft.com/office/drawing/2014/main" id="{092A9FE5-AC61-9C4F-9115-8820A7F6F322}"/>
              </a:ext>
            </a:extLst>
          </p:cNvPr>
          <p:cNvSpPr>
            <a:spLocks noGrp="1"/>
          </p:cNvSpPr>
          <p:nvPr>
            <p:ph type="body" sz="quarter" idx="13" hasCustomPrompt="1"/>
          </p:nvPr>
        </p:nvSpPr>
        <p:spPr>
          <a:xfrm>
            <a:off x="647504" y="1208667"/>
            <a:ext cx="2639483" cy="836083"/>
          </a:xfrm>
        </p:spPr>
        <p:txBody>
          <a:bodyPr anchor="b"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2" name="Text Placeholder 70">
            <a:extLst>
              <a:ext uri="{FF2B5EF4-FFF2-40B4-BE49-F238E27FC236}">
                <a16:creationId xmlns:a16="http://schemas.microsoft.com/office/drawing/2014/main" id="{88F3E9C3-1356-0F46-8E31-5920A6ED2A3B}"/>
              </a:ext>
            </a:extLst>
          </p:cNvPr>
          <p:cNvSpPr>
            <a:spLocks noGrp="1"/>
          </p:cNvSpPr>
          <p:nvPr>
            <p:ph type="body" sz="quarter" idx="14" hasCustomPrompt="1"/>
          </p:nvPr>
        </p:nvSpPr>
        <p:spPr>
          <a:xfrm>
            <a:off x="4986928" y="1414860"/>
            <a:ext cx="2639483" cy="836083"/>
          </a:xfrm>
        </p:spPr>
        <p:txBody>
          <a:bodyPr anchor="b"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3" name="Text Placeholder 70">
            <a:extLst>
              <a:ext uri="{FF2B5EF4-FFF2-40B4-BE49-F238E27FC236}">
                <a16:creationId xmlns:a16="http://schemas.microsoft.com/office/drawing/2014/main" id="{45FA2D97-99A3-9848-B80E-50776252DE48}"/>
              </a:ext>
            </a:extLst>
          </p:cNvPr>
          <p:cNvSpPr>
            <a:spLocks noGrp="1"/>
          </p:cNvSpPr>
          <p:nvPr>
            <p:ph type="body" sz="quarter" idx="15" hasCustomPrompt="1"/>
          </p:nvPr>
        </p:nvSpPr>
        <p:spPr>
          <a:xfrm>
            <a:off x="8112521" y="1466982"/>
            <a:ext cx="2639483" cy="836083"/>
          </a:xfrm>
        </p:spPr>
        <p:txBody>
          <a:bodyPr anchor="b"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4" name="Text Placeholder 70">
            <a:extLst>
              <a:ext uri="{FF2B5EF4-FFF2-40B4-BE49-F238E27FC236}">
                <a16:creationId xmlns:a16="http://schemas.microsoft.com/office/drawing/2014/main" id="{FD4E0504-7DED-1845-BEBD-63B64826B6C8}"/>
              </a:ext>
            </a:extLst>
          </p:cNvPr>
          <p:cNvSpPr>
            <a:spLocks noGrp="1"/>
          </p:cNvSpPr>
          <p:nvPr>
            <p:ph type="body" sz="quarter" idx="16" hasCustomPrompt="1"/>
          </p:nvPr>
        </p:nvSpPr>
        <p:spPr>
          <a:xfrm>
            <a:off x="117920" y="4935463"/>
            <a:ext cx="2639483" cy="836083"/>
          </a:xfrm>
        </p:spPr>
        <p:txBody>
          <a:bodyPr anchor="t"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6" name="Text Placeholder 70">
            <a:extLst>
              <a:ext uri="{FF2B5EF4-FFF2-40B4-BE49-F238E27FC236}">
                <a16:creationId xmlns:a16="http://schemas.microsoft.com/office/drawing/2014/main" id="{EEED8497-B848-8E4D-857D-F800BDB3F150}"/>
              </a:ext>
            </a:extLst>
          </p:cNvPr>
          <p:cNvSpPr>
            <a:spLocks noGrp="1"/>
          </p:cNvSpPr>
          <p:nvPr>
            <p:ph type="body" sz="quarter" idx="17" hasCustomPrompt="1"/>
          </p:nvPr>
        </p:nvSpPr>
        <p:spPr>
          <a:xfrm>
            <a:off x="2962355" y="4893427"/>
            <a:ext cx="2639483" cy="836083"/>
          </a:xfrm>
        </p:spPr>
        <p:txBody>
          <a:bodyPr anchor="t"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7" name="Text Placeholder 70">
            <a:extLst>
              <a:ext uri="{FF2B5EF4-FFF2-40B4-BE49-F238E27FC236}">
                <a16:creationId xmlns:a16="http://schemas.microsoft.com/office/drawing/2014/main" id="{5AC7E6E0-E467-6C42-8D1C-BFF258C40292}"/>
              </a:ext>
            </a:extLst>
          </p:cNvPr>
          <p:cNvSpPr>
            <a:spLocks noGrp="1"/>
          </p:cNvSpPr>
          <p:nvPr>
            <p:ph type="body" sz="quarter" idx="18" hasCustomPrompt="1"/>
          </p:nvPr>
        </p:nvSpPr>
        <p:spPr>
          <a:xfrm>
            <a:off x="6413189" y="4815496"/>
            <a:ext cx="2639483" cy="836083"/>
          </a:xfrm>
        </p:spPr>
        <p:txBody>
          <a:bodyPr anchor="t"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9" name="Text Placeholder 70">
            <a:extLst>
              <a:ext uri="{FF2B5EF4-FFF2-40B4-BE49-F238E27FC236}">
                <a16:creationId xmlns:a16="http://schemas.microsoft.com/office/drawing/2014/main" id="{E8710EE9-E0AD-2140-925B-C4CFA5A005E9}"/>
              </a:ext>
            </a:extLst>
          </p:cNvPr>
          <p:cNvSpPr>
            <a:spLocks noGrp="1"/>
          </p:cNvSpPr>
          <p:nvPr>
            <p:ph type="body" sz="quarter" idx="20" hasCustomPrompt="1"/>
          </p:nvPr>
        </p:nvSpPr>
        <p:spPr>
          <a:xfrm>
            <a:off x="2249372" y="2061185"/>
            <a:ext cx="2639483" cy="836083"/>
          </a:xfrm>
        </p:spPr>
        <p:txBody>
          <a:bodyPr anchor="b"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18" name="Slide Number Placeholder 5">
            <a:extLst>
              <a:ext uri="{FF2B5EF4-FFF2-40B4-BE49-F238E27FC236}">
                <a16:creationId xmlns:a16="http://schemas.microsoft.com/office/drawing/2014/main" id="{584715DF-8F1D-4D98-BA52-64772637FED5}"/>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29183862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76.xml><?xml version="1.0" encoding="utf-8"?>
<p:sldLayout xmlns:a="http://schemas.openxmlformats.org/drawingml/2006/main" xmlns:r="http://schemas.openxmlformats.org/officeDocument/2006/relationships" xmlns:p="http://schemas.openxmlformats.org/presentationml/2006/main" showMasterSp="0" preserve="1" userDrawn="1">
  <p:cSld name="4_Blank w/foot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3B465F0-03D2-4F19-9B30-B7B390891A57}"/>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7" name="Graphic 12">
            <a:extLst>
              <a:ext uri="{FF2B5EF4-FFF2-40B4-BE49-F238E27FC236}">
                <a16:creationId xmlns:a16="http://schemas.microsoft.com/office/drawing/2014/main" id="{3AFC19FE-03FC-4EBC-AEA3-3ABC9FD67FB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grpSp>
        <p:nvGrpSpPr>
          <p:cNvPr id="8" name="Group 7">
            <a:extLst>
              <a:ext uri="{FF2B5EF4-FFF2-40B4-BE49-F238E27FC236}">
                <a16:creationId xmlns:a16="http://schemas.microsoft.com/office/drawing/2014/main" id="{369F67A3-A1B4-004B-8E2A-D755FB56451E}"/>
              </a:ext>
            </a:extLst>
          </p:cNvPr>
          <p:cNvGrpSpPr/>
          <p:nvPr userDrawn="1"/>
        </p:nvGrpSpPr>
        <p:grpSpPr>
          <a:xfrm>
            <a:off x="5442875" y="3948753"/>
            <a:ext cx="1317148" cy="246432"/>
            <a:chOff x="4109656" y="2961565"/>
            <a:chExt cx="987861" cy="184824"/>
          </a:xfrm>
        </p:grpSpPr>
        <p:sp>
          <p:nvSpPr>
            <p:cNvPr id="9" name="Rounded Rectangle 8">
              <a:extLst>
                <a:ext uri="{FF2B5EF4-FFF2-40B4-BE49-F238E27FC236}">
                  <a16:creationId xmlns:a16="http://schemas.microsoft.com/office/drawing/2014/main" id="{FDBDE7F3-AA3F-3A4B-BC96-C29300461749}"/>
                </a:ext>
              </a:extLst>
            </p:cNvPr>
            <p:cNvSpPr/>
            <p:nvPr/>
          </p:nvSpPr>
          <p:spPr>
            <a:xfrm>
              <a:off x="4667796" y="2962913"/>
              <a:ext cx="429721" cy="18212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Oval 9">
              <a:extLst>
                <a:ext uri="{FF2B5EF4-FFF2-40B4-BE49-F238E27FC236}">
                  <a16:creationId xmlns:a16="http://schemas.microsoft.com/office/drawing/2014/main" id="{86320228-23E0-0846-A6B6-2CDCBCC664C0}"/>
                </a:ext>
              </a:extLst>
            </p:cNvPr>
            <p:cNvSpPr/>
            <p:nvPr/>
          </p:nvSpPr>
          <p:spPr>
            <a:xfrm>
              <a:off x="4390811" y="2961565"/>
              <a:ext cx="184824" cy="18482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Oval 10">
              <a:extLst>
                <a:ext uri="{FF2B5EF4-FFF2-40B4-BE49-F238E27FC236}">
                  <a16:creationId xmlns:a16="http://schemas.microsoft.com/office/drawing/2014/main" id="{5C63AE92-D943-E046-8F35-C31BF9B9109C}"/>
                </a:ext>
              </a:extLst>
            </p:cNvPr>
            <p:cNvSpPr/>
            <p:nvPr/>
          </p:nvSpPr>
          <p:spPr>
            <a:xfrm>
              <a:off x="4109656" y="2961565"/>
              <a:ext cx="184824" cy="18482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3" name="Text Placeholder 2">
            <a:extLst>
              <a:ext uri="{FF2B5EF4-FFF2-40B4-BE49-F238E27FC236}">
                <a16:creationId xmlns:a16="http://schemas.microsoft.com/office/drawing/2014/main" id="{84AFC75D-C55C-1B4D-9FF5-B13158C16C4E}"/>
              </a:ext>
            </a:extLst>
          </p:cNvPr>
          <p:cNvSpPr>
            <a:spLocks noGrp="1"/>
          </p:cNvSpPr>
          <p:nvPr>
            <p:ph type="body" sz="quarter" idx="13"/>
          </p:nvPr>
        </p:nvSpPr>
        <p:spPr>
          <a:xfrm>
            <a:off x="485775" y="1489629"/>
            <a:ext cx="11220451" cy="2222500"/>
          </a:xfrm>
        </p:spPr>
        <p:txBody>
          <a:bodyPr anchor="b">
            <a:normAutofit/>
          </a:bodyPr>
          <a:lstStyle>
            <a:lvl1pPr algn="ctr">
              <a:defRPr sz="4267" b="1"/>
            </a:lvl1pPr>
            <a:lvl2pPr>
              <a:defRPr b="1"/>
            </a:lvl2pPr>
            <a:lvl3pPr>
              <a:defRPr b="1"/>
            </a:lvl3pPr>
            <a:lvl4pPr>
              <a:defRPr b="1"/>
            </a:lvl4pPr>
            <a:lvl5pPr>
              <a:defRPr b="1"/>
            </a:lvl5pPr>
          </a:lstStyle>
          <a:p>
            <a:pPr lvl="0"/>
            <a:r>
              <a:rPr lang="en-US"/>
              <a:t>Click to edit Master text styles</a:t>
            </a:r>
          </a:p>
        </p:txBody>
      </p:sp>
      <p:sp>
        <p:nvSpPr>
          <p:cNvPr id="12" name="Text Placeholder 11">
            <a:extLst>
              <a:ext uri="{FF2B5EF4-FFF2-40B4-BE49-F238E27FC236}">
                <a16:creationId xmlns:a16="http://schemas.microsoft.com/office/drawing/2014/main" id="{BF8F45B8-CB91-6945-BA1F-F5EC5287380A}"/>
              </a:ext>
            </a:extLst>
          </p:cNvPr>
          <p:cNvSpPr>
            <a:spLocks noGrp="1"/>
          </p:cNvSpPr>
          <p:nvPr>
            <p:ph type="body" sz="quarter" idx="14" hasCustomPrompt="1"/>
          </p:nvPr>
        </p:nvSpPr>
        <p:spPr>
          <a:xfrm>
            <a:off x="4923367" y="4440929"/>
            <a:ext cx="2345267" cy="493183"/>
          </a:xfrm>
        </p:spPr>
        <p:txBody>
          <a:bodyPr/>
          <a:lstStyle>
            <a:lvl1pPr marL="0" marR="0" indent="0" algn="ctr" defTabSz="609585" rtl="0" eaLnBrk="1" fontAlgn="auto" latinLnBrk="0" hangingPunct="1">
              <a:lnSpc>
                <a:spcPct val="100000"/>
              </a:lnSpc>
              <a:spcBef>
                <a:spcPts val="0"/>
              </a:spcBef>
              <a:spcAft>
                <a:spcPts val="0"/>
              </a:spcAft>
              <a:buClrTx/>
              <a:buSzTx/>
              <a:buFontTx/>
              <a:buNone/>
              <a:tabLst/>
              <a:defRPr/>
            </a:lvl1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E20177"/>
                </a:solidFill>
                <a:effectLst/>
                <a:uLnTx/>
                <a:uFillTx/>
                <a:latin typeface="Arial" panose="020B0604020202020204" pitchFamily="34" charset="0"/>
                <a:ea typeface="+mn-ea"/>
                <a:cs typeface="Arial" panose="020B0604020202020204" pitchFamily="34" charset="0"/>
              </a:rPr>
              <a:t>Name Here</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a:ln>
                  <a:noFill/>
                </a:ln>
                <a:solidFill>
                  <a:srgbClr val="171717"/>
                </a:solidFill>
                <a:effectLst/>
                <a:uLnTx/>
                <a:uFillTx/>
                <a:latin typeface="+mn-lt"/>
                <a:ea typeface="+mn-ea"/>
                <a:cs typeface="+mn-cs"/>
              </a:rPr>
              <a:t>Title Goes Here</a:t>
            </a:r>
          </a:p>
        </p:txBody>
      </p:sp>
      <p:sp>
        <p:nvSpPr>
          <p:cNvPr id="14" name="Slide Number Placeholder 5">
            <a:extLst>
              <a:ext uri="{FF2B5EF4-FFF2-40B4-BE49-F238E27FC236}">
                <a16:creationId xmlns:a16="http://schemas.microsoft.com/office/drawing/2014/main" id="{9E17FAC0-3DB1-4023-854C-C5EAE614B89A}"/>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171904899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Sp="0" preserve="1" userDrawn="1">
  <p:cSld name="6_Blank w/foot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C4351FD-D03E-466B-A677-D6028D5A69E5}"/>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9" name="Graphic 12">
            <a:extLst>
              <a:ext uri="{FF2B5EF4-FFF2-40B4-BE49-F238E27FC236}">
                <a16:creationId xmlns:a16="http://schemas.microsoft.com/office/drawing/2014/main" id="{328294B2-3E88-4EB3-A138-8B2BD56994A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3" name="Text Placeholder 2">
            <a:extLst>
              <a:ext uri="{FF2B5EF4-FFF2-40B4-BE49-F238E27FC236}">
                <a16:creationId xmlns:a16="http://schemas.microsoft.com/office/drawing/2014/main" id="{84AFC75D-C55C-1B4D-9FF5-B13158C16C4E}"/>
              </a:ext>
            </a:extLst>
          </p:cNvPr>
          <p:cNvSpPr>
            <a:spLocks noGrp="1"/>
          </p:cNvSpPr>
          <p:nvPr>
            <p:ph type="body" sz="quarter" idx="13"/>
          </p:nvPr>
        </p:nvSpPr>
        <p:spPr>
          <a:xfrm>
            <a:off x="485775" y="1489629"/>
            <a:ext cx="11220451" cy="2222500"/>
          </a:xfrm>
        </p:spPr>
        <p:txBody>
          <a:bodyPr anchor="b">
            <a:normAutofit/>
          </a:bodyPr>
          <a:lstStyle>
            <a:lvl1pPr algn="ctr">
              <a:defRPr sz="4267" b="1"/>
            </a:lvl1pPr>
            <a:lvl2pPr>
              <a:defRPr b="1"/>
            </a:lvl2pPr>
            <a:lvl3pPr>
              <a:defRPr b="1"/>
            </a:lvl3pPr>
            <a:lvl4pPr>
              <a:defRPr b="1"/>
            </a:lvl4pPr>
            <a:lvl5pPr>
              <a:defRPr b="1"/>
            </a:lvl5pPr>
          </a:lstStyle>
          <a:p>
            <a:pPr lvl="0"/>
            <a:r>
              <a:rPr lang="en-US"/>
              <a:t>Click to edit Master text styles</a:t>
            </a:r>
          </a:p>
        </p:txBody>
      </p:sp>
      <p:sp>
        <p:nvSpPr>
          <p:cNvPr id="12" name="Text Placeholder 11">
            <a:extLst>
              <a:ext uri="{FF2B5EF4-FFF2-40B4-BE49-F238E27FC236}">
                <a16:creationId xmlns:a16="http://schemas.microsoft.com/office/drawing/2014/main" id="{BF8F45B8-CB91-6945-BA1F-F5EC5287380A}"/>
              </a:ext>
            </a:extLst>
          </p:cNvPr>
          <p:cNvSpPr>
            <a:spLocks noGrp="1"/>
          </p:cNvSpPr>
          <p:nvPr>
            <p:ph type="body" sz="quarter" idx="14" hasCustomPrompt="1"/>
          </p:nvPr>
        </p:nvSpPr>
        <p:spPr>
          <a:xfrm>
            <a:off x="4923367" y="4440929"/>
            <a:ext cx="2345267" cy="493183"/>
          </a:xfrm>
        </p:spPr>
        <p:txBody>
          <a:bodyPr/>
          <a:lstStyle>
            <a:lvl1pPr marL="0" marR="0" indent="0" algn="ctr" defTabSz="609585" rtl="0" eaLnBrk="1" fontAlgn="auto" latinLnBrk="0" hangingPunct="1">
              <a:lnSpc>
                <a:spcPct val="100000"/>
              </a:lnSpc>
              <a:spcBef>
                <a:spcPts val="0"/>
              </a:spcBef>
              <a:spcAft>
                <a:spcPts val="0"/>
              </a:spcAft>
              <a:buClrTx/>
              <a:buSzTx/>
              <a:buFontTx/>
              <a:buNone/>
              <a:tabLst/>
              <a:defRPr/>
            </a:lvl1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E20177"/>
                </a:solidFill>
                <a:effectLst/>
                <a:uLnTx/>
                <a:uFillTx/>
                <a:latin typeface="Arial" panose="020B0604020202020204" pitchFamily="34" charset="0"/>
                <a:ea typeface="+mn-ea"/>
                <a:cs typeface="Arial" panose="020B0604020202020204" pitchFamily="34" charset="0"/>
              </a:rPr>
              <a:t>Name Here</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a:ln>
                  <a:noFill/>
                </a:ln>
                <a:solidFill>
                  <a:srgbClr val="171717"/>
                </a:solidFill>
                <a:effectLst/>
                <a:uLnTx/>
                <a:uFillTx/>
                <a:latin typeface="+mn-lt"/>
                <a:ea typeface="+mn-ea"/>
                <a:cs typeface="+mn-cs"/>
              </a:rPr>
              <a:t>Title Goes Here</a:t>
            </a:r>
          </a:p>
        </p:txBody>
      </p:sp>
      <p:sp>
        <p:nvSpPr>
          <p:cNvPr id="14" name="Slide Number Placeholder 5">
            <a:extLst>
              <a:ext uri="{FF2B5EF4-FFF2-40B4-BE49-F238E27FC236}">
                <a16:creationId xmlns:a16="http://schemas.microsoft.com/office/drawing/2014/main" id="{9E17FAC0-3DB1-4023-854C-C5EAE614B89A}"/>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20345459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Title with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Content Placeholder 4">
            <a:extLst>
              <a:ext uri="{FF2B5EF4-FFF2-40B4-BE49-F238E27FC236}">
                <a16:creationId xmlns:a16="http://schemas.microsoft.com/office/drawing/2014/main" id="{8C57874F-97D7-894B-AAB7-0363CD80351B}"/>
              </a:ext>
            </a:extLst>
          </p:cNvPr>
          <p:cNvSpPr>
            <a:spLocks noGrp="1"/>
          </p:cNvSpPr>
          <p:nvPr>
            <p:ph sz="quarter" idx="13"/>
          </p:nvPr>
        </p:nvSpPr>
        <p:spPr>
          <a:xfrm>
            <a:off x="6911856" y="1576917"/>
            <a:ext cx="4822944" cy="4351867"/>
          </a:xfrm>
        </p:spPr>
        <p:txBody>
          <a:bodyPr/>
          <a:lstStyle/>
          <a:p>
            <a:pPr lvl="0"/>
            <a:endParaRPr lang="en-US"/>
          </a:p>
        </p:txBody>
      </p:sp>
    </p:spTree>
    <p:extLst>
      <p:ext uri="{BB962C8B-B14F-4D97-AF65-F5344CB8AC3E}">
        <p14:creationId xmlns:p14="http://schemas.microsoft.com/office/powerpoint/2010/main" val="137318550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1_Title with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5556469"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Content Placeholder 4">
            <a:extLst>
              <a:ext uri="{FF2B5EF4-FFF2-40B4-BE49-F238E27FC236}">
                <a16:creationId xmlns:a16="http://schemas.microsoft.com/office/drawing/2014/main" id="{8C57874F-97D7-894B-AAB7-0363CD80351B}"/>
              </a:ext>
            </a:extLst>
          </p:cNvPr>
          <p:cNvSpPr>
            <a:spLocks noGrp="1"/>
          </p:cNvSpPr>
          <p:nvPr>
            <p:ph sz="quarter" idx="13"/>
          </p:nvPr>
        </p:nvSpPr>
        <p:spPr>
          <a:xfrm>
            <a:off x="457200" y="1576917"/>
            <a:ext cx="4822944" cy="4351867"/>
          </a:xfrm>
        </p:spPr>
        <p:txBody>
          <a:bodyPr/>
          <a:lstStyle/>
          <a:p>
            <a:pPr lvl="0"/>
            <a:endParaRPr lang="en-US"/>
          </a:p>
        </p:txBody>
      </p:sp>
    </p:spTree>
    <p:extLst>
      <p:ext uri="{BB962C8B-B14F-4D97-AF65-F5344CB8AC3E}">
        <p14:creationId xmlns:p14="http://schemas.microsoft.com/office/powerpoint/2010/main" val="70995686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Three Column with Subhead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3682151"/>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3" y="3682151"/>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3682151"/>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F9EA4881-2F50-4460-9F83-A86DF033A165}"/>
              </a:ext>
            </a:extLst>
          </p:cNvPr>
          <p:cNvSpPr>
            <a:spLocks noGrp="1"/>
          </p:cNvSpPr>
          <p:nvPr>
            <p:ph type="body" sz="quarter" idx="15"/>
          </p:nvPr>
        </p:nvSpPr>
        <p:spPr>
          <a:xfrm>
            <a:off x="377826" y="1423668"/>
            <a:ext cx="11436351" cy="1730437"/>
          </a:xfrm>
        </p:spPr>
        <p:txBody>
          <a:bodyPr/>
          <a:lstStyle>
            <a:lvl1pPr>
              <a:lnSpc>
                <a:spcPct val="85000"/>
              </a:lnSpc>
              <a:spcAft>
                <a:spcPts val="0"/>
              </a:spcAft>
              <a:defRPr sz="6000">
                <a:solidFill>
                  <a:schemeClr val="accent1"/>
                </a:solidFill>
                <a:latin typeface="Montserrat" pitchFamily="2" charset="77"/>
              </a:defRPr>
            </a:lvl1pPr>
          </a:lstStyle>
          <a:p>
            <a:pPr lvl="0"/>
            <a:r>
              <a:rPr lang="en-US"/>
              <a:t>Click to edit Master text styles</a:t>
            </a:r>
          </a:p>
        </p:txBody>
      </p:sp>
      <p:sp>
        <p:nvSpPr>
          <p:cNvPr id="9" name="Slide Number Placeholder 5">
            <a:extLst>
              <a:ext uri="{FF2B5EF4-FFF2-40B4-BE49-F238E27FC236}">
                <a16:creationId xmlns:a16="http://schemas.microsoft.com/office/drawing/2014/main" id="{53671B7F-F2A4-4C16-8CFC-750DB8475484}"/>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2192614319"/>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obj" preserve="1">
  <p:cSld name="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1366321"/>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6" name="Slide Number Placeholder 5"/>
          <p:cNvSpPr>
            <a:spLocks noGrp="1"/>
          </p:cNvSpPr>
          <p:nvPr>
            <p:ph type="sldNum" sz="quarter" idx="12"/>
          </p:nvPr>
        </p:nvSpPr>
        <p:spPr/>
        <p:txBody>
          <a:bodyPr/>
          <a:lstStyle/>
          <a:p>
            <a:fld id="{29CC380D-5F44-41E8-971E-CDD19ED6F8E3}" type="slidenum">
              <a:rPr lang="en-GB" smtClean="0"/>
              <a:t>‹#›</a:t>
            </a:fld>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3" y="1366319"/>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1366319"/>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2217913"/>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1_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1366322"/>
            <a:ext cx="3607595" cy="455781"/>
          </a:xfrm>
        </p:spPr>
        <p:txBody>
          <a:bodyPr/>
          <a:lstStyle>
            <a:lvl1pPr>
              <a:defRPr b="1"/>
            </a:lvl1pPr>
          </a:lstStyle>
          <a:p>
            <a:pPr lvl="0"/>
            <a:r>
              <a:rPr lang="en-US"/>
              <a:t>Click to edit Master text styles</a:t>
            </a:r>
          </a:p>
        </p:txBody>
      </p:sp>
      <p:sp>
        <p:nvSpPr>
          <p:cNvPr id="4" name="Date Placeholder 3"/>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6" name="Slide Number Placeholder 5"/>
          <p:cNvSpPr>
            <a:spLocks noGrp="1"/>
          </p:cNvSpPr>
          <p:nvPr>
            <p:ph type="sldNum" sz="quarter" idx="12"/>
          </p:nvPr>
        </p:nvSpPr>
        <p:spPr/>
        <p:txBody>
          <a:bodyPr/>
          <a:lstStyle/>
          <a:p>
            <a:fld id="{29CC380D-5F44-41E8-971E-CDD19ED6F8E3}" type="slidenum">
              <a:rPr lang="en-GB" smtClean="0"/>
              <a:t>‹#›</a:t>
            </a:fld>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3" y="1366320"/>
            <a:ext cx="3607595" cy="455781"/>
          </a:xfrm>
        </p:spPr>
        <p:txBody>
          <a:bodyPr/>
          <a:lstStyle>
            <a:lvl1pPr>
              <a:defRPr b="1"/>
            </a:lvl1pPr>
          </a:lstStyle>
          <a:p>
            <a:pPr lvl="0"/>
            <a:r>
              <a:rPr lang="en-US"/>
              <a:t>Click to edit Master text styles</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1366320"/>
            <a:ext cx="3607595" cy="455781"/>
          </a:xfrm>
        </p:spPr>
        <p:txBody>
          <a:bodyPr/>
          <a:lstStyle>
            <a:lvl1pPr>
              <a:defRPr b="1"/>
            </a:lvl1pPr>
          </a:lstStyle>
          <a:p>
            <a:pPr lvl="0"/>
            <a:r>
              <a:rPr lang="en-US"/>
              <a:t>Click to edit Master text styles</a:t>
            </a:r>
          </a:p>
        </p:txBody>
      </p:sp>
      <p:cxnSp>
        <p:nvCxnSpPr>
          <p:cNvPr id="10" name="Straight Connector 9">
            <a:extLst>
              <a:ext uri="{FF2B5EF4-FFF2-40B4-BE49-F238E27FC236}">
                <a16:creationId xmlns:a16="http://schemas.microsoft.com/office/drawing/2014/main" id="{6B896D49-2CCD-4F4F-B60A-7BA18E6D0558}"/>
              </a:ext>
            </a:extLst>
          </p:cNvPr>
          <p:cNvCxnSpPr>
            <a:cxnSpLocks/>
          </p:cNvCxnSpPr>
          <p:nvPr/>
        </p:nvCxnSpPr>
        <p:spPr>
          <a:xfrm>
            <a:off x="377825" y="2011523"/>
            <a:ext cx="3607595" cy="0"/>
          </a:xfrm>
          <a:prstGeom prst="line">
            <a:avLst/>
          </a:prstGeom>
          <a:ln w="412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19164EC-A269-884E-8AF1-4557714F264F}"/>
              </a:ext>
            </a:extLst>
          </p:cNvPr>
          <p:cNvCxnSpPr>
            <a:cxnSpLocks/>
          </p:cNvCxnSpPr>
          <p:nvPr/>
        </p:nvCxnSpPr>
        <p:spPr>
          <a:xfrm>
            <a:off x="4292203" y="2011523"/>
            <a:ext cx="3607595" cy="0"/>
          </a:xfrm>
          <a:prstGeom prst="line">
            <a:avLst/>
          </a:prstGeom>
          <a:ln w="41275"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4BD4A78-121F-1844-A35F-E46C08F38FD3}"/>
              </a:ext>
            </a:extLst>
          </p:cNvPr>
          <p:cNvCxnSpPr>
            <a:cxnSpLocks/>
          </p:cNvCxnSpPr>
          <p:nvPr/>
        </p:nvCxnSpPr>
        <p:spPr>
          <a:xfrm>
            <a:off x="8206581" y="2011523"/>
            <a:ext cx="3607595" cy="0"/>
          </a:xfrm>
          <a:prstGeom prst="line">
            <a:avLst/>
          </a:prstGeom>
          <a:ln w="41275"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32" name="Content Placeholder 2">
            <a:extLst>
              <a:ext uri="{FF2B5EF4-FFF2-40B4-BE49-F238E27FC236}">
                <a16:creationId xmlns:a16="http://schemas.microsoft.com/office/drawing/2014/main" id="{8B4E038E-0B73-4642-9BBA-0F941BA8C5DA}"/>
              </a:ext>
            </a:extLst>
          </p:cNvPr>
          <p:cNvSpPr>
            <a:spLocks noGrp="1"/>
          </p:cNvSpPr>
          <p:nvPr>
            <p:ph idx="15"/>
          </p:nvPr>
        </p:nvSpPr>
        <p:spPr>
          <a:xfrm>
            <a:off x="377824" y="2401888"/>
            <a:ext cx="3607595" cy="342054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Content Placeholder 2">
            <a:extLst>
              <a:ext uri="{FF2B5EF4-FFF2-40B4-BE49-F238E27FC236}">
                <a16:creationId xmlns:a16="http://schemas.microsoft.com/office/drawing/2014/main" id="{A0DC4165-AC2E-2646-B981-D025162A265C}"/>
              </a:ext>
            </a:extLst>
          </p:cNvPr>
          <p:cNvSpPr>
            <a:spLocks noGrp="1"/>
          </p:cNvSpPr>
          <p:nvPr>
            <p:ph idx="16"/>
          </p:nvPr>
        </p:nvSpPr>
        <p:spPr>
          <a:xfrm>
            <a:off x="4292201" y="2401887"/>
            <a:ext cx="3607595" cy="342054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2">
            <a:extLst>
              <a:ext uri="{FF2B5EF4-FFF2-40B4-BE49-F238E27FC236}">
                <a16:creationId xmlns:a16="http://schemas.microsoft.com/office/drawing/2014/main" id="{D2F03709-776D-6142-8C9D-424904555917}"/>
              </a:ext>
            </a:extLst>
          </p:cNvPr>
          <p:cNvSpPr>
            <a:spLocks noGrp="1"/>
          </p:cNvSpPr>
          <p:nvPr>
            <p:ph idx="17"/>
          </p:nvPr>
        </p:nvSpPr>
        <p:spPr>
          <a:xfrm>
            <a:off x="8206580" y="2401887"/>
            <a:ext cx="3607595" cy="342054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258258"/>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3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DC1FED3A-BB9A-2043-9F73-F0D0B0F2F7EA}"/>
              </a:ext>
            </a:extLst>
          </p:cNvPr>
          <p:cNvSpPr>
            <a:spLocks noGrp="1"/>
          </p:cNvSpPr>
          <p:nvPr>
            <p:ph type="body" sz="quarter" idx="73"/>
          </p:nvPr>
        </p:nvSpPr>
        <p:spPr>
          <a:xfrm>
            <a:off x="457200" y="2470151"/>
            <a:ext cx="2420085" cy="3555061"/>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3" name="Text Placeholder 5">
            <a:extLst>
              <a:ext uri="{FF2B5EF4-FFF2-40B4-BE49-F238E27FC236}">
                <a16:creationId xmlns:a16="http://schemas.microsoft.com/office/drawing/2014/main" id="{63081A8C-D60B-1346-BA6F-2837524E9CDC}"/>
              </a:ext>
            </a:extLst>
          </p:cNvPr>
          <p:cNvSpPr>
            <a:spLocks noGrp="1"/>
          </p:cNvSpPr>
          <p:nvPr>
            <p:ph type="body" sz="quarter" idx="74"/>
          </p:nvPr>
        </p:nvSpPr>
        <p:spPr>
          <a:xfrm>
            <a:off x="3323200" y="2470150"/>
            <a:ext cx="2420085" cy="3555061"/>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4" name="Text Placeholder 5">
            <a:extLst>
              <a:ext uri="{FF2B5EF4-FFF2-40B4-BE49-F238E27FC236}">
                <a16:creationId xmlns:a16="http://schemas.microsoft.com/office/drawing/2014/main" id="{F560C527-94DF-4D46-89D7-1E7CB3160A88}"/>
              </a:ext>
            </a:extLst>
          </p:cNvPr>
          <p:cNvSpPr>
            <a:spLocks noGrp="1"/>
          </p:cNvSpPr>
          <p:nvPr>
            <p:ph type="body" sz="quarter" idx="75"/>
          </p:nvPr>
        </p:nvSpPr>
        <p:spPr>
          <a:xfrm>
            <a:off x="6189200" y="2463775"/>
            <a:ext cx="2420085" cy="3555061"/>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5" name="Text Placeholder 5">
            <a:extLst>
              <a:ext uri="{FF2B5EF4-FFF2-40B4-BE49-F238E27FC236}">
                <a16:creationId xmlns:a16="http://schemas.microsoft.com/office/drawing/2014/main" id="{BA8FEE21-FF05-5C45-819F-162DEAFCE567}"/>
              </a:ext>
            </a:extLst>
          </p:cNvPr>
          <p:cNvSpPr>
            <a:spLocks noGrp="1"/>
          </p:cNvSpPr>
          <p:nvPr>
            <p:ph type="body" sz="quarter" idx="76"/>
          </p:nvPr>
        </p:nvSpPr>
        <p:spPr>
          <a:xfrm>
            <a:off x="9055200" y="2463775"/>
            <a:ext cx="2420085" cy="3555061"/>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30" name="Content Placeholder 2">
            <a:extLst>
              <a:ext uri="{FF2B5EF4-FFF2-40B4-BE49-F238E27FC236}">
                <a16:creationId xmlns:a16="http://schemas.microsoft.com/office/drawing/2014/main" id="{F64BCA9E-BD25-BB44-A38A-89F10B03C404}"/>
              </a:ext>
            </a:extLst>
          </p:cNvPr>
          <p:cNvSpPr>
            <a:spLocks noGrp="1"/>
          </p:cNvSpPr>
          <p:nvPr>
            <p:ph idx="1"/>
          </p:nvPr>
        </p:nvSpPr>
        <p:spPr>
          <a:xfrm>
            <a:off x="377826" y="1366321"/>
            <a:ext cx="2499460" cy="655939"/>
          </a:xfrm>
        </p:spPr>
        <p:txBody>
          <a:bodyPr anchor="ctr"/>
          <a:lstStyle>
            <a:lvl1pPr>
              <a:defRPr b="1"/>
            </a:lvl1pPr>
          </a:lstStyle>
          <a:p>
            <a:pPr lvl="0"/>
            <a:r>
              <a:rPr lang="en-US"/>
              <a:t>Click to edit Master text styles</a:t>
            </a:r>
          </a:p>
        </p:txBody>
      </p:sp>
      <p:sp>
        <p:nvSpPr>
          <p:cNvPr id="31" name="Content Placeholder 2">
            <a:extLst>
              <a:ext uri="{FF2B5EF4-FFF2-40B4-BE49-F238E27FC236}">
                <a16:creationId xmlns:a16="http://schemas.microsoft.com/office/drawing/2014/main" id="{6AC809AE-310D-A740-9A5E-BD574EF56F40}"/>
              </a:ext>
            </a:extLst>
          </p:cNvPr>
          <p:cNvSpPr>
            <a:spLocks noGrp="1"/>
          </p:cNvSpPr>
          <p:nvPr>
            <p:ph idx="13"/>
          </p:nvPr>
        </p:nvSpPr>
        <p:spPr>
          <a:xfrm>
            <a:off x="3323202" y="1366320"/>
            <a:ext cx="2420085" cy="655939"/>
          </a:xfrm>
        </p:spPr>
        <p:txBody>
          <a:bodyPr anchor="ctr"/>
          <a:lstStyle>
            <a:lvl1pPr>
              <a:defRPr b="1"/>
            </a:lvl1pPr>
          </a:lstStyle>
          <a:p>
            <a:pPr lvl="0"/>
            <a:r>
              <a:rPr lang="en-US"/>
              <a:t>Click to edit Master text styles</a:t>
            </a:r>
          </a:p>
        </p:txBody>
      </p:sp>
      <p:sp>
        <p:nvSpPr>
          <p:cNvPr id="32" name="Content Placeholder 2">
            <a:extLst>
              <a:ext uri="{FF2B5EF4-FFF2-40B4-BE49-F238E27FC236}">
                <a16:creationId xmlns:a16="http://schemas.microsoft.com/office/drawing/2014/main" id="{3532D7B7-23D2-EA4E-B74B-6E7B9B58F147}"/>
              </a:ext>
            </a:extLst>
          </p:cNvPr>
          <p:cNvSpPr>
            <a:spLocks noGrp="1"/>
          </p:cNvSpPr>
          <p:nvPr>
            <p:ph idx="14"/>
          </p:nvPr>
        </p:nvSpPr>
        <p:spPr>
          <a:xfrm>
            <a:off x="6189200" y="1366320"/>
            <a:ext cx="2420085" cy="655939"/>
          </a:xfrm>
        </p:spPr>
        <p:txBody>
          <a:bodyPr anchor="ctr"/>
          <a:lstStyle>
            <a:lvl1pPr>
              <a:defRPr b="1"/>
            </a:lvl1pPr>
          </a:lstStyle>
          <a:p>
            <a:pPr lvl="0"/>
            <a:r>
              <a:rPr lang="en-US"/>
              <a:t>Click to edit Master text styles</a:t>
            </a:r>
          </a:p>
        </p:txBody>
      </p:sp>
      <p:cxnSp>
        <p:nvCxnSpPr>
          <p:cNvPr id="33" name="Straight Connector 32">
            <a:extLst>
              <a:ext uri="{FF2B5EF4-FFF2-40B4-BE49-F238E27FC236}">
                <a16:creationId xmlns:a16="http://schemas.microsoft.com/office/drawing/2014/main" id="{036E78F7-B8CE-5D4F-BDD4-BAD1502179E6}"/>
              </a:ext>
            </a:extLst>
          </p:cNvPr>
          <p:cNvCxnSpPr>
            <a:cxnSpLocks/>
          </p:cNvCxnSpPr>
          <p:nvPr userDrawn="1"/>
        </p:nvCxnSpPr>
        <p:spPr>
          <a:xfrm>
            <a:off x="377826" y="2243016"/>
            <a:ext cx="2499460" cy="0"/>
          </a:xfrm>
          <a:prstGeom prst="line">
            <a:avLst/>
          </a:prstGeom>
          <a:ln w="412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F69C8E1-F8B9-604C-9BC0-A629735C94A3}"/>
              </a:ext>
            </a:extLst>
          </p:cNvPr>
          <p:cNvCxnSpPr>
            <a:cxnSpLocks/>
          </p:cNvCxnSpPr>
          <p:nvPr userDrawn="1"/>
        </p:nvCxnSpPr>
        <p:spPr>
          <a:xfrm>
            <a:off x="3323200" y="2243016"/>
            <a:ext cx="2420085" cy="0"/>
          </a:xfrm>
          <a:prstGeom prst="line">
            <a:avLst/>
          </a:prstGeom>
          <a:ln w="41275"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B27C38D-3BD5-D245-854D-74C6AC5406DF}"/>
              </a:ext>
            </a:extLst>
          </p:cNvPr>
          <p:cNvCxnSpPr>
            <a:cxnSpLocks/>
          </p:cNvCxnSpPr>
          <p:nvPr userDrawn="1"/>
        </p:nvCxnSpPr>
        <p:spPr>
          <a:xfrm>
            <a:off x="6189199" y="2243016"/>
            <a:ext cx="2420085" cy="0"/>
          </a:xfrm>
          <a:prstGeom prst="line">
            <a:avLst/>
          </a:prstGeom>
          <a:ln w="41275" cap="rnd">
            <a:solidFill>
              <a:schemeClr val="accent3">
                <a:alpha val="99000"/>
              </a:schemeClr>
            </a:solidFill>
            <a:round/>
          </a:ln>
        </p:spPr>
        <p:style>
          <a:lnRef idx="1">
            <a:schemeClr val="accent1"/>
          </a:lnRef>
          <a:fillRef idx="0">
            <a:schemeClr val="accent1"/>
          </a:fillRef>
          <a:effectRef idx="0">
            <a:schemeClr val="accent1"/>
          </a:effectRef>
          <a:fontRef idx="minor">
            <a:schemeClr val="tx1"/>
          </a:fontRef>
        </p:style>
      </p:cxnSp>
      <p:sp>
        <p:nvSpPr>
          <p:cNvPr id="43" name="Content Placeholder 2">
            <a:extLst>
              <a:ext uri="{FF2B5EF4-FFF2-40B4-BE49-F238E27FC236}">
                <a16:creationId xmlns:a16="http://schemas.microsoft.com/office/drawing/2014/main" id="{DEE75C1D-BC4C-0146-912E-D47892C30EB2}"/>
              </a:ext>
            </a:extLst>
          </p:cNvPr>
          <p:cNvSpPr>
            <a:spLocks noGrp="1"/>
          </p:cNvSpPr>
          <p:nvPr>
            <p:ph idx="77"/>
          </p:nvPr>
        </p:nvSpPr>
        <p:spPr>
          <a:xfrm>
            <a:off x="9055199" y="1366320"/>
            <a:ext cx="2420085" cy="655939"/>
          </a:xfrm>
        </p:spPr>
        <p:txBody>
          <a:bodyPr anchor="ctr"/>
          <a:lstStyle>
            <a:lvl1pPr>
              <a:defRPr b="1"/>
            </a:lvl1pPr>
          </a:lstStyle>
          <a:p>
            <a:pPr lvl="0"/>
            <a:r>
              <a:rPr lang="en-US"/>
              <a:t>Click to edit Master text styles</a:t>
            </a:r>
          </a:p>
        </p:txBody>
      </p:sp>
      <p:cxnSp>
        <p:nvCxnSpPr>
          <p:cNvPr id="44" name="Straight Connector 43">
            <a:extLst>
              <a:ext uri="{FF2B5EF4-FFF2-40B4-BE49-F238E27FC236}">
                <a16:creationId xmlns:a16="http://schemas.microsoft.com/office/drawing/2014/main" id="{B5C538C9-2BCA-2E46-A94A-0FB8D18489BC}"/>
              </a:ext>
            </a:extLst>
          </p:cNvPr>
          <p:cNvCxnSpPr>
            <a:cxnSpLocks/>
          </p:cNvCxnSpPr>
          <p:nvPr userDrawn="1"/>
        </p:nvCxnSpPr>
        <p:spPr>
          <a:xfrm>
            <a:off x="9055198" y="2243016"/>
            <a:ext cx="2420085" cy="0"/>
          </a:xfrm>
          <a:prstGeom prst="line">
            <a:avLst/>
          </a:prstGeom>
          <a:ln w="41275" cap="rnd">
            <a:solidFill>
              <a:schemeClr val="accent4"/>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766415"/>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showMasterSp="0" preserve="1" userDrawn="1">
  <p:cSld name="1_Blank w/foote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2232DF8-F106-704B-8477-66785B07AB3E}"/>
              </a:ext>
            </a:extLst>
          </p:cNvPr>
          <p:cNvSpPr>
            <a:spLocks noGrp="1"/>
          </p:cNvSpPr>
          <p:nvPr>
            <p:ph type="pic" sz="quarter" idx="13"/>
          </p:nvPr>
        </p:nvSpPr>
        <p:spPr>
          <a:xfrm>
            <a:off x="0" y="280"/>
            <a:ext cx="12192000" cy="6292851"/>
          </a:xfrm>
          <a:solidFill>
            <a:schemeClr val="bg2"/>
          </a:solidFill>
        </p:spPr>
        <p:txBody>
          <a:bodyPr tIns="1920240" rIns="0"/>
          <a:lstStyle>
            <a:lvl1pPr marL="0" indent="0" algn="ctr">
              <a:buNone/>
              <a:defRPr/>
            </a:lvl1pPr>
          </a:lstStyle>
          <a:p>
            <a:r>
              <a:rPr lang="en-US"/>
              <a:t>Click icon to add picture</a:t>
            </a:r>
          </a:p>
        </p:txBody>
      </p:sp>
      <p:sp>
        <p:nvSpPr>
          <p:cNvPr id="8" name="Rectangle 7">
            <a:extLst>
              <a:ext uri="{FF2B5EF4-FFF2-40B4-BE49-F238E27FC236}">
                <a16:creationId xmlns:a16="http://schemas.microsoft.com/office/drawing/2014/main" id="{FC3DFC7D-C32E-4AD7-9BD9-C7B1D9FB59D2}"/>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1" name="Graphic 12">
            <a:extLst>
              <a:ext uri="{FF2B5EF4-FFF2-40B4-BE49-F238E27FC236}">
                <a16:creationId xmlns:a16="http://schemas.microsoft.com/office/drawing/2014/main" id="{DE6E563A-CD64-4F32-BC6F-E4EE5F4B4BC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10" name="Content Placeholder 9">
            <a:extLst>
              <a:ext uri="{FF2B5EF4-FFF2-40B4-BE49-F238E27FC236}">
                <a16:creationId xmlns:a16="http://schemas.microsoft.com/office/drawing/2014/main" id="{80237854-694D-8143-80CC-A1879777AF20}"/>
              </a:ext>
            </a:extLst>
          </p:cNvPr>
          <p:cNvSpPr>
            <a:spLocks noGrp="1"/>
          </p:cNvSpPr>
          <p:nvPr>
            <p:ph sz="quarter" idx="14"/>
          </p:nvPr>
        </p:nvSpPr>
        <p:spPr>
          <a:xfrm>
            <a:off x="728012" y="2404881"/>
            <a:ext cx="3411097" cy="3323383"/>
          </a:xfrm>
          <a:prstGeom prst="ellipse">
            <a:avLst/>
          </a:prstGeom>
          <a:solidFill>
            <a:schemeClr val="accent1"/>
          </a:solidFill>
        </p:spPr>
        <p:txBody>
          <a:bodyPr tIns="0" anchor="ctr">
            <a:normAutofit/>
          </a:bodyPr>
          <a:lstStyle>
            <a:lvl1pPr marL="0" indent="0" algn="ctr">
              <a:buNone/>
              <a:defRPr sz="1867" b="1">
                <a:solidFill>
                  <a:schemeClr val="bg1"/>
                </a:solidFill>
              </a:defRPr>
            </a:lvl1pPr>
            <a:lvl2pPr algn="ctr">
              <a:defRPr/>
            </a:lvl2pPr>
            <a:lvl3pPr algn="ctr">
              <a:defRPr/>
            </a:lvl3pPr>
            <a:lvl4pPr algn="ctr">
              <a:defRPr/>
            </a:lvl4pPr>
            <a:lvl5pPr marL="1151438" indent="0" algn="ctr">
              <a:buNone/>
              <a:defRPr/>
            </a:lvl5pPr>
          </a:lstStyle>
          <a:p>
            <a:pPr lvl="0"/>
            <a:r>
              <a:rPr lang="en-US"/>
              <a:t>Click to edit Master text styles</a:t>
            </a:r>
          </a:p>
        </p:txBody>
      </p:sp>
      <p:sp>
        <p:nvSpPr>
          <p:cNvPr id="7" name="Slide Number Placeholder 5">
            <a:extLst>
              <a:ext uri="{FF2B5EF4-FFF2-40B4-BE49-F238E27FC236}">
                <a16:creationId xmlns:a16="http://schemas.microsoft.com/office/drawing/2014/main" id="{911BBFA1-F550-4430-8659-41C3BCA73454}"/>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81186839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85.xml><?xml version="1.0" encoding="utf-8"?>
<p:sldLayout xmlns:a="http://schemas.openxmlformats.org/drawingml/2006/main" xmlns:r="http://schemas.openxmlformats.org/officeDocument/2006/relationships" xmlns:p="http://schemas.openxmlformats.org/presentationml/2006/main" showMasterSp="0" preserve="1" userDrawn="1">
  <p:cSld name="3_Blank w/foote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2232DF8-F106-704B-8477-66785B07AB3E}"/>
              </a:ext>
            </a:extLst>
          </p:cNvPr>
          <p:cNvSpPr>
            <a:spLocks noGrp="1"/>
          </p:cNvSpPr>
          <p:nvPr>
            <p:ph type="pic" sz="quarter" idx="13"/>
          </p:nvPr>
        </p:nvSpPr>
        <p:spPr>
          <a:xfrm>
            <a:off x="0" y="280"/>
            <a:ext cx="12192000" cy="6292851"/>
          </a:xfrm>
          <a:solidFill>
            <a:schemeClr val="bg2"/>
          </a:solidFill>
        </p:spPr>
        <p:txBody>
          <a:bodyPr tIns="1920240" rIns="0"/>
          <a:lstStyle>
            <a:lvl1pPr marL="0" indent="0" algn="ctr">
              <a:buNone/>
              <a:defRPr/>
            </a:lvl1pPr>
          </a:lstStyle>
          <a:p>
            <a:r>
              <a:rPr lang="en-US"/>
              <a:t>Click icon to add picture</a:t>
            </a:r>
          </a:p>
        </p:txBody>
      </p:sp>
      <p:sp>
        <p:nvSpPr>
          <p:cNvPr id="6" name="Rectangle 5">
            <a:extLst>
              <a:ext uri="{FF2B5EF4-FFF2-40B4-BE49-F238E27FC236}">
                <a16:creationId xmlns:a16="http://schemas.microsoft.com/office/drawing/2014/main" id="{53E30D83-BDA4-4DC1-9651-732FC429A4A9}"/>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8" name="Graphic 12">
            <a:extLst>
              <a:ext uri="{FF2B5EF4-FFF2-40B4-BE49-F238E27FC236}">
                <a16:creationId xmlns:a16="http://schemas.microsoft.com/office/drawing/2014/main" id="{C29B246F-FB99-4E73-BF9B-CF89C2662FA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25" name="Slide Number Placeholder 5">
            <a:extLst>
              <a:ext uri="{FF2B5EF4-FFF2-40B4-BE49-F238E27FC236}">
                <a16:creationId xmlns:a16="http://schemas.microsoft.com/office/drawing/2014/main" id="{6852A224-48B9-7B47-B45D-F751E6BD7A8E}"/>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377452201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86.xml><?xml version="1.0" encoding="utf-8"?>
<p:sldLayout xmlns:a="http://schemas.openxmlformats.org/drawingml/2006/main" xmlns:r="http://schemas.openxmlformats.org/officeDocument/2006/relationships" xmlns:p="http://schemas.openxmlformats.org/presentationml/2006/main" showMasterSp="0" preserve="1" userDrawn="1">
  <p:cSld name="2_Blank w/foot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9EC0EC0-A245-410F-9859-77595118E4BE}"/>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6" name="Graphic 12">
            <a:extLst>
              <a:ext uri="{FF2B5EF4-FFF2-40B4-BE49-F238E27FC236}">
                <a16:creationId xmlns:a16="http://schemas.microsoft.com/office/drawing/2014/main" id="{5025E076-DB38-406C-8F41-715C87947E2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7" name="Picture Placeholder 3">
            <a:extLst>
              <a:ext uri="{FF2B5EF4-FFF2-40B4-BE49-F238E27FC236}">
                <a16:creationId xmlns:a16="http://schemas.microsoft.com/office/drawing/2014/main" id="{8852C220-5335-954B-ABF5-68B35E378518}"/>
              </a:ext>
            </a:extLst>
          </p:cNvPr>
          <p:cNvSpPr>
            <a:spLocks noGrp="1"/>
          </p:cNvSpPr>
          <p:nvPr>
            <p:ph type="pic" sz="quarter" idx="10"/>
          </p:nvPr>
        </p:nvSpPr>
        <p:spPr>
          <a:xfrm rot="10800000" flipV="1">
            <a:off x="1873014" y="234427"/>
            <a:ext cx="10318983" cy="4616061"/>
          </a:xfrm>
          <a:custGeom>
            <a:avLst/>
            <a:gdLst>
              <a:gd name="connsiteX0" fmla="*/ 0 w 2373837"/>
              <a:gd name="connsiteY0" fmla="*/ 0 h 3161925"/>
              <a:gd name="connsiteX1" fmla="*/ 1186919 w 2373837"/>
              <a:gd name="connsiteY1" fmla="*/ 0 h 3161925"/>
              <a:gd name="connsiteX2" fmla="*/ 2373838 w 2373837"/>
              <a:gd name="connsiteY2" fmla="*/ 1580963 h 3161925"/>
              <a:gd name="connsiteX3" fmla="*/ 1186919 w 2373837"/>
              <a:gd name="connsiteY3" fmla="*/ 3161926 h 3161925"/>
              <a:gd name="connsiteX4" fmla="*/ 0 w 2373837"/>
              <a:gd name="connsiteY4" fmla="*/ 3161925 h 3161925"/>
              <a:gd name="connsiteX5" fmla="*/ 0 w 2373837"/>
              <a:gd name="connsiteY5" fmla="*/ 0 h 3161925"/>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338328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27432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18288 w 5757118"/>
              <a:gd name="connsiteY4" fmla="*/ 3143637 h 3161926"/>
              <a:gd name="connsiteX5" fmla="*/ 0 w 5757118"/>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71069"/>
              <a:gd name="connsiteX1" fmla="*/ 4570199 w 5757118"/>
              <a:gd name="connsiteY1" fmla="*/ 0 h 3171069"/>
              <a:gd name="connsiteX2" fmla="*/ 5757118 w 5757118"/>
              <a:gd name="connsiteY2" fmla="*/ 1580963 h 3171069"/>
              <a:gd name="connsiteX3" fmla="*/ 4570199 w 5757118"/>
              <a:gd name="connsiteY3" fmla="*/ 3161926 h 3171069"/>
              <a:gd name="connsiteX4" fmla="*/ 0 w 5757118"/>
              <a:gd name="connsiteY4" fmla="*/ 3171069 h 3171069"/>
              <a:gd name="connsiteX5" fmla="*/ 0 w 5757118"/>
              <a:gd name="connsiteY5" fmla="*/ 9144 h 3171069"/>
              <a:gd name="connsiteX0" fmla="*/ 0 w 5763988"/>
              <a:gd name="connsiteY0" fmla="*/ 0 h 3171069"/>
              <a:gd name="connsiteX1" fmla="*/ 4577069 w 5763988"/>
              <a:gd name="connsiteY1" fmla="*/ 0 h 3171069"/>
              <a:gd name="connsiteX2" fmla="*/ 5763988 w 5763988"/>
              <a:gd name="connsiteY2" fmla="*/ 1580963 h 3171069"/>
              <a:gd name="connsiteX3" fmla="*/ 4577069 w 5763988"/>
              <a:gd name="connsiteY3" fmla="*/ 3161926 h 3171069"/>
              <a:gd name="connsiteX4" fmla="*/ 6870 w 5763988"/>
              <a:gd name="connsiteY4" fmla="*/ 3171069 h 3171069"/>
              <a:gd name="connsiteX5" fmla="*/ 0 w 5763988"/>
              <a:gd name="connsiteY5" fmla="*/ 0 h 317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3988" h="3171069">
                <a:moveTo>
                  <a:pt x="0" y="0"/>
                </a:moveTo>
                <a:lnTo>
                  <a:pt x="4577069" y="0"/>
                </a:lnTo>
                <a:cubicBezTo>
                  <a:pt x="5232586" y="0"/>
                  <a:pt x="5763988" y="707821"/>
                  <a:pt x="5763988" y="1580963"/>
                </a:cubicBezTo>
                <a:cubicBezTo>
                  <a:pt x="5763988" y="2454105"/>
                  <a:pt x="5232586" y="3161926"/>
                  <a:pt x="4577069" y="3161926"/>
                </a:cubicBezTo>
                <a:lnTo>
                  <a:pt x="6870" y="3171069"/>
                </a:lnTo>
                <a:lnTo>
                  <a:pt x="0" y="0"/>
                </a:lnTo>
                <a:close/>
              </a:path>
            </a:pathLst>
          </a:cu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8" name="Oval 7">
            <a:extLst>
              <a:ext uri="{FF2B5EF4-FFF2-40B4-BE49-F238E27FC236}">
                <a16:creationId xmlns:a16="http://schemas.microsoft.com/office/drawing/2014/main" id="{4BBB5C12-3DEF-4540-973F-28E88629FD1D}"/>
              </a:ext>
            </a:extLst>
          </p:cNvPr>
          <p:cNvSpPr/>
          <p:nvPr userDrawn="1"/>
        </p:nvSpPr>
        <p:spPr>
          <a:xfrm>
            <a:off x="7958623" y="5164271"/>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Freeform 8">
            <a:extLst>
              <a:ext uri="{FF2B5EF4-FFF2-40B4-BE49-F238E27FC236}">
                <a16:creationId xmlns:a16="http://schemas.microsoft.com/office/drawing/2014/main" id="{0B8B6BA6-F26A-FD4E-8219-BF14B976B4DA}"/>
              </a:ext>
            </a:extLst>
          </p:cNvPr>
          <p:cNvSpPr/>
          <p:nvPr userDrawn="1"/>
        </p:nvSpPr>
        <p:spPr>
          <a:xfrm>
            <a:off x="478333"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Rounded Rectangle 10">
            <a:extLst>
              <a:ext uri="{FF2B5EF4-FFF2-40B4-BE49-F238E27FC236}">
                <a16:creationId xmlns:a16="http://schemas.microsoft.com/office/drawing/2014/main" id="{5DE15F76-698D-4D46-A56C-F2AD2B36F9A9}"/>
              </a:ext>
            </a:extLst>
          </p:cNvPr>
          <p:cNvSpPr/>
          <p:nvPr userDrawn="1"/>
        </p:nvSpPr>
        <p:spPr>
          <a:xfrm>
            <a:off x="932981" y="5164271"/>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Slide Number Placeholder 5">
            <a:extLst>
              <a:ext uri="{FF2B5EF4-FFF2-40B4-BE49-F238E27FC236}">
                <a16:creationId xmlns:a16="http://schemas.microsoft.com/office/drawing/2014/main" id="{FC37DCF4-C4BE-4BA3-83A1-23C52DDA3E33}"/>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13" name="Title 1">
            <a:extLst>
              <a:ext uri="{FF2B5EF4-FFF2-40B4-BE49-F238E27FC236}">
                <a16:creationId xmlns:a16="http://schemas.microsoft.com/office/drawing/2014/main" id="{F04A439C-900A-E14F-897C-B479EFB161FA}"/>
              </a:ext>
            </a:extLst>
          </p:cNvPr>
          <p:cNvSpPr>
            <a:spLocks noGrp="1"/>
          </p:cNvSpPr>
          <p:nvPr>
            <p:ph type="title"/>
          </p:nvPr>
        </p:nvSpPr>
        <p:spPr>
          <a:xfrm>
            <a:off x="478334" y="1910340"/>
            <a:ext cx="4481013" cy="2852737"/>
          </a:xfrm>
          <a:prstGeom prst="rect">
            <a:avLst/>
          </a:prstGeom>
        </p:spPr>
        <p:txBody>
          <a:bodyPr anchor="b">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35286575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Six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7" name="Picture Placeholder 6">
            <a:extLst>
              <a:ext uri="{FF2B5EF4-FFF2-40B4-BE49-F238E27FC236}">
                <a16:creationId xmlns:a16="http://schemas.microsoft.com/office/drawing/2014/main" id="{ED95A2FD-1DC7-4D29-86A8-51D546E3A2C4}"/>
              </a:ext>
            </a:extLst>
          </p:cNvPr>
          <p:cNvSpPr>
            <a:spLocks noGrp="1" noChangeAspect="1"/>
          </p:cNvSpPr>
          <p:nvPr>
            <p:ph type="pic" sz="quarter" idx="13"/>
          </p:nvPr>
        </p:nvSpPr>
        <p:spPr>
          <a:xfrm>
            <a:off x="2336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8" name="Picture Placeholder 6">
            <a:extLst>
              <a:ext uri="{FF2B5EF4-FFF2-40B4-BE49-F238E27FC236}">
                <a16:creationId xmlns:a16="http://schemas.microsoft.com/office/drawing/2014/main" id="{837F4A05-B3B3-429B-B6AF-4AAC8FF0B597}"/>
              </a:ext>
            </a:extLst>
          </p:cNvPr>
          <p:cNvSpPr>
            <a:spLocks noGrp="1" noChangeAspect="1"/>
          </p:cNvSpPr>
          <p:nvPr>
            <p:ph type="pic" sz="quarter" idx="14"/>
          </p:nvPr>
        </p:nvSpPr>
        <p:spPr>
          <a:xfrm>
            <a:off x="5270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9" name="Picture Placeholder 6">
            <a:extLst>
              <a:ext uri="{FF2B5EF4-FFF2-40B4-BE49-F238E27FC236}">
                <a16:creationId xmlns:a16="http://schemas.microsoft.com/office/drawing/2014/main" id="{A7E5C1B1-79BD-4C2B-8DF6-AAAFDC31D4EA}"/>
              </a:ext>
            </a:extLst>
          </p:cNvPr>
          <p:cNvSpPr>
            <a:spLocks noGrp="1" noChangeAspect="1"/>
          </p:cNvSpPr>
          <p:nvPr>
            <p:ph type="pic" sz="quarter" idx="15"/>
          </p:nvPr>
        </p:nvSpPr>
        <p:spPr>
          <a:xfrm>
            <a:off x="8204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12" name="Picture Placeholder 6">
            <a:extLst>
              <a:ext uri="{FF2B5EF4-FFF2-40B4-BE49-F238E27FC236}">
                <a16:creationId xmlns:a16="http://schemas.microsoft.com/office/drawing/2014/main" id="{3A1C0D48-6745-44FE-81AC-9E3EB1E2DECC}"/>
              </a:ext>
            </a:extLst>
          </p:cNvPr>
          <p:cNvSpPr>
            <a:spLocks noGrp="1" noChangeAspect="1"/>
          </p:cNvSpPr>
          <p:nvPr>
            <p:ph type="pic" sz="quarter" idx="18"/>
          </p:nvPr>
        </p:nvSpPr>
        <p:spPr>
          <a:xfrm>
            <a:off x="2336400" y="3636841"/>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13" name="Picture Placeholder 6">
            <a:extLst>
              <a:ext uri="{FF2B5EF4-FFF2-40B4-BE49-F238E27FC236}">
                <a16:creationId xmlns:a16="http://schemas.microsoft.com/office/drawing/2014/main" id="{62FA97E8-4519-4739-B895-55612F78257D}"/>
              </a:ext>
            </a:extLst>
          </p:cNvPr>
          <p:cNvSpPr>
            <a:spLocks noGrp="1" noChangeAspect="1"/>
          </p:cNvSpPr>
          <p:nvPr>
            <p:ph type="pic" sz="quarter" idx="19"/>
          </p:nvPr>
        </p:nvSpPr>
        <p:spPr>
          <a:xfrm>
            <a:off x="52704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14" name="Picture Placeholder 6">
            <a:extLst>
              <a:ext uri="{FF2B5EF4-FFF2-40B4-BE49-F238E27FC236}">
                <a16:creationId xmlns:a16="http://schemas.microsoft.com/office/drawing/2014/main" id="{B5432D3A-C3C9-4B63-96CD-241A721F1380}"/>
              </a:ext>
            </a:extLst>
          </p:cNvPr>
          <p:cNvSpPr>
            <a:spLocks noGrp="1" noChangeAspect="1"/>
          </p:cNvSpPr>
          <p:nvPr>
            <p:ph type="pic" sz="quarter" idx="20"/>
          </p:nvPr>
        </p:nvSpPr>
        <p:spPr>
          <a:xfrm>
            <a:off x="8204400" y="3636841"/>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 name="Title 3">
            <a:extLst>
              <a:ext uri="{FF2B5EF4-FFF2-40B4-BE49-F238E27FC236}">
                <a16:creationId xmlns:a16="http://schemas.microsoft.com/office/drawing/2014/main" id="{0058C624-88C6-A749-9F27-558E9ADF4C56}"/>
              </a:ext>
            </a:extLst>
          </p:cNvPr>
          <p:cNvSpPr>
            <a:spLocks noGrp="1"/>
          </p:cNvSpPr>
          <p:nvPr>
            <p:ph type="title"/>
          </p:nvPr>
        </p:nvSpPr>
        <p:spPr/>
        <p:txBody>
          <a:bodyPr/>
          <a:lstStyle/>
          <a:p>
            <a:r>
              <a:rPr lang="en-US"/>
              <a:t>Click to edit Master title style</a:t>
            </a:r>
          </a:p>
        </p:txBody>
      </p:sp>
      <p:sp>
        <p:nvSpPr>
          <p:cNvPr id="17" name="Text Placeholder 17">
            <a:extLst>
              <a:ext uri="{FF2B5EF4-FFF2-40B4-BE49-F238E27FC236}">
                <a16:creationId xmlns:a16="http://schemas.microsoft.com/office/drawing/2014/main" id="{D7CDBFA3-F514-6741-9643-E95A1084E0CD}"/>
              </a:ext>
            </a:extLst>
          </p:cNvPr>
          <p:cNvSpPr>
            <a:spLocks noGrp="1"/>
          </p:cNvSpPr>
          <p:nvPr>
            <p:ph type="body" sz="quarter" idx="51" hasCustomPrompt="1"/>
          </p:nvPr>
        </p:nvSpPr>
        <p:spPr>
          <a:xfrm>
            <a:off x="2336400" y="300122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29" name="Text Placeholder 17">
            <a:extLst>
              <a:ext uri="{FF2B5EF4-FFF2-40B4-BE49-F238E27FC236}">
                <a16:creationId xmlns:a16="http://schemas.microsoft.com/office/drawing/2014/main" id="{774F63E0-E76C-A447-AB42-BF40B2C6F813}"/>
              </a:ext>
            </a:extLst>
          </p:cNvPr>
          <p:cNvSpPr>
            <a:spLocks noGrp="1"/>
          </p:cNvSpPr>
          <p:nvPr>
            <p:ph type="body" sz="quarter" idx="60" hasCustomPrompt="1"/>
          </p:nvPr>
        </p:nvSpPr>
        <p:spPr>
          <a:xfrm>
            <a:off x="5270400" y="3007794"/>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0" name="Text Placeholder 17">
            <a:extLst>
              <a:ext uri="{FF2B5EF4-FFF2-40B4-BE49-F238E27FC236}">
                <a16:creationId xmlns:a16="http://schemas.microsoft.com/office/drawing/2014/main" id="{DCFB84AB-7A55-2140-A0EC-51FE333C48DF}"/>
              </a:ext>
            </a:extLst>
          </p:cNvPr>
          <p:cNvSpPr>
            <a:spLocks noGrp="1"/>
          </p:cNvSpPr>
          <p:nvPr>
            <p:ph type="body" sz="quarter" idx="61" hasCustomPrompt="1"/>
          </p:nvPr>
        </p:nvSpPr>
        <p:spPr>
          <a:xfrm>
            <a:off x="8204400" y="3001224"/>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1" name="Text Placeholder 17">
            <a:extLst>
              <a:ext uri="{FF2B5EF4-FFF2-40B4-BE49-F238E27FC236}">
                <a16:creationId xmlns:a16="http://schemas.microsoft.com/office/drawing/2014/main" id="{C8DFBF47-74A8-0742-8727-6A02055AF2B5}"/>
              </a:ext>
            </a:extLst>
          </p:cNvPr>
          <p:cNvSpPr>
            <a:spLocks noGrp="1"/>
          </p:cNvSpPr>
          <p:nvPr>
            <p:ph type="body" sz="quarter" idx="62" hasCustomPrompt="1"/>
          </p:nvPr>
        </p:nvSpPr>
        <p:spPr>
          <a:xfrm>
            <a:off x="2336400" y="5467593"/>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2" name="Text Placeholder 17">
            <a:extLst>
              <a:ext uri="{FF2B5EF4-FFF2-40B4-BE49-F238E27FC236}">
                <a16:creationId xmlns:a16="http://schemas.microsoft.com/office/drawing/2014/main" id="{A6FFA54D-A788-D349-8CF8-43C27822326A}"/>
              </a:ext>
            </a:extLst>
          </p:cNvPr>
          <p:cNvSpPr>
            <a:spLocks noGrp="1"/>
          </p:cNvSpPr>
          <p:nvPr>
            <p:ph type="body" sz="quarter" idx="63" hasCustomPrompt="1"/>
          </p:nvPr>
        </p:nvSpPr>
        <p:spPr>
          <a:xfrm>
            <a:off x="5270700" y="5458822"/>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3" name="Text Placeholder 17">
            <a:extLst>
              <a:ext uri="{FF2B5EF4-FFF2-40B4-BE49-F238E27FC236}">
                <a16:creationId xmlns:a16="http://schemas.microsoft.com/office/drawing/2014/main" id="{1EE0B458-B269-3641-975E-232EBC073BF3}"/>
              </a:ext>
            </a:extLst>
          </p:cNvPr>
          <p:cNvSpPr>
            <a:spLocks noGrp="1"/>
          </p:cNvSpPr>
          <p:nvPr>
            <p:ph type="body" sz="quarter" idx="64" hasCustomPrompt="1"/>
          </p:nvPr>
        </p:nvSpPr>
        <p:spPr>
          <a:xfrm>
            <a:off x="8204400" y="5467590"/>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Tree>
    <p:extLst>
      <p:ext uri="{BB962C8B-B14F-4D97-AF65-F5344CB8AC3E}">
        <p14:creationId xmlns:p14="http://schemas.microsoft.com/office/powerpoint/2010/main" val="1203690476"/>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38" name="Picture Placeholder 6">
            <a:extLst>
              <a:ext uri="{FF2B5EF4-FFF2-40B4-BE49-F238E27FC236}">
                <a16:creationId xmlns:a16="http://schemas.microsoft.com/office/drawing/2014/main" id="{C22955AA-FEFD-5040-9C3B-C821496B46D7}"/>
              </a:ext>
            </a:extLst>
          </p:cNvPr>
          <p:cNvSpPr>
            <a:spLocks noGrp="1" noChangeAspect="1"/>
          </p:cNvSpPr>
          <p:nvPr>
            <p:ph type="pic" sz="quarter" idx="31"/>
          </p:nvPr>
        </p:nvSpPr>
        <p:spPr>
          <a:xfrm>
            <a:off x="13590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39" name="Picture Placeholder 6">
            <a:extLst>
              <a:ext uri="{FF2B5EF4-FFF2-40B4-BE49-F238E27FC236}">
                <a16:creationId xmlns:a16="http://schemas.microsoft.com/office/drawing/2014/main" id="{B509B8F3-4042-7F44-BA0F-7153543484FC}"/>
              </a:ext>
            </a:extLst>
          </p:cNvPr>
          <p:cNvSpPr>
            <a:spLocks noGrp="1" noChangeAspect="1"/>
          </p:cNvSpPr>
          <p:nvPr>
            <p:ph type="pic" sz="quarter" idx="32"/>
          </p:nvPr>
        </p:nvSpPr>
        <p:spPr>
          <a:xfrm>
            <a:off x="33147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0" name="Picture Placeholder 6">
            <a:extLst>
              <a:ext uri="{FF2B5EF4-FFF2-40B4-BE49-F238E27FC236}">
                <a16:creationId xmlns:a16="http://schemas.microsoft.com/office/drawing/2014/main" id="{C43BA59E-724A-AB42-B801-4B550B9A6E88}"/>
              </a:ext>
            </a:extLst>
          </p:cNvPr>
          <p:cNvSpPr>
            <a:spLocks noGrp="1" noChangeAspect="1"/>
          </p:cNvSpPr>
          <p:nvPr>
            <p:ph type="pic" sz="quarter" idx="33"/>
          </p:nvPr>
        </p:nvSpPr>
        <p:spPr>
          <a:xfrm>
            <a:off x="5270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4" name="Picture Placeholder 6">
            <a:extLst>
              <a:ext uri="{FF2B5EF4-FFF2-40B4-BE49-F238E27FC236}">
                <a16:creationId xmlns:a16="http://schemas.microsoft.com/office/drawing/2014/main" id="{E2CE9C72-4A45-324C-9211-0E11477CE6B4}"/>
              </a:ext>
            </a:extLst>
          </p:cNvPr>
          <p:cNvSpPr>
            <a:spLocks noGrp="1" noChangeAspect="1"/>
          </p:cNvSpPr>
          <p:nvPr>
            <p:ph type="pic" sz="quarter" idx="26"/>
          </p:nvPr>
        </p:nvSpPr>
        <p:spPr>
          <a:xfrm>
            <a:off x="72261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5" name="Picture Placeholder 6">
            <a:extLst>
              <a:ext uri="{FF2B5EF4-FFF2-40B4-BE49-F238E27FC236}">
                <a16:creationId xmlns:a16="http://schemas.microsoft.com/office/drawing/2014/main" id="{8BAE87D9-3F8C-C245-A245-FADFA310BA9B}"/>
              </a:ext>
            </a:extLst>
          </p:cNvPr>
          <p:cNvSpPr>
            <a:spLocks noGrp="1" noChangeAspect="1"/>
          </p:cNvSpPr>
          <p:nvPr>
            <p:ph type="pic" sz="quarter" idx="27"/>
          </p:nvPr>
        </p:nvSpPr>
        <p:spPr>
          <a:xfrm>
            <a:off x="91818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8" name="Picture Placeholder 6">
            <a:extLst>
              <a:ext uri="{FF2B5EF4-FFF2-40B4-BE49-F238E27FC236}">
                <a16:creationId xmlns:a16="http://schemas.microsoft.com/office/drawing/2014/main" id="{438D6873-BE96-2546-8427-4365148081D5}"/>
              </a:ext>
            </a:extLst>
          </p:cNvPr>
          <p:cNvSpPr>
            <a:spLocks noGrp="1" noChangeAspect="1"/>
          </p:cNvSpPr>
          <p:nvPr>
            <p:ph type="pic" sz="quarter" idx="39"/>
          </p:nvPr>
        </p:nvSpPr>
        <p:spPr>
          <a:xfrm>
            <a:off x="13590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9" name="Picture Placeholder 6">
            <a:extLst>
              <a:ext uri="{FF2B5EF4-FFF2-40B4-BE49-F238E27FC236}">
                <a16:creationId xmlns:a16="http://schemas.microsoft.com/office/drawing/2014/main" id="{622791C0-156C-EC4C-A5D8-B2E66E1E1455}"/>
              </a:ext>
            </a:extLst>
          </p:cNvPr>
          <p:cNvSpPr>
            <a:spLocks noGrp="1" noChangeAspect="1"/>
          </p:cNvSpPr>
          <p:nvPr>
            <p:ph type="pic" sz="quarter" idx="40"/>
          </p:nvPr>
        </p:nvSpPr>
        <p:spPr>
          <a:xfrm>
            <a:off x="33147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0" name="Picture Placeholder 6">
            <a:extLst>
              <a:ext uri="{FF2B5EF4-FFF2-40B4-BE49-F238E27FC236}">
                <a16:creationId xmlns:a16="http://schemas.microsoft.com/office/drawing/2014/main" id="{E6AF9491-2B93-7A4B-A4AD-93EB4B1B24FC}"/>
              </a:ext>
            </a:extLst>
          </p:cNvPr>
          <p:cNvSpPr>
            <a:spLocks noGrp="1" noChangeAspect="1"/>
          </p:cNvSpPr>
          <p:nvPr>
            <p:ph type="pic" sz="quarter" idx="41"/>
          </p:nvPr>
        </p:nvSpPr>
        <p:spPr>
          <a:xfrm>
            <a:off x="52704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4" name="Picture Placeholder 6">
            <a:extLst>
              <a:ext uri="{FF2B5EF4-FFF2-40B4-BE49-F238E27FC236}">
                <a16:creationId xmlns:a16="http://schemas.microsoft.com/office/drawing/2014/main" id="{AF49FF47-5766-1640-ABF9-240007B37EE0}"/>
              </a:ext>
            </a:extLst>
          </p:cNvPr>
          <p:cNvSpPr>
            <a:spLocks noGrp="1" noChangeAspect="1"/>
          </p:cNvSpPr>
          <p:nvPr>
            <p:ph type="pic" sz="quarter" idx="45"/>
          </p:nvPr>
        </p:nvSpPr>
        <p:spPr>
          <a:xfrm>
            <a:off x="72261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5" name="Picture Placeholder 6">
            <a:extLst>
              <a:ext uri="{FF2B5EF4-FFF2-40B4-BE49-F238E27FC236}">
                <a16:creationId xmlns:a16="http://schemas.microsoft.com/office/drawing/2014/main" id="{4D65803D-C671-C74A-8E5D-482B32FF563F}"/>
              </a:ext>
            </a:extLst>
          </p:cNvPr>
          <p:cNvSpPr>
            <a:spLocks noGrp="1" noChangeAspect="1"/>
          </p:cNvSpPr>
          <p:nvPr>
            <p:ph type="pic" sz="quarter" idx="46"/>
          </p:nvPr>
        </p:nvSpPr>
        <p:spPr>
          <a:xfrm>
            <a:off x="91818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34" name="Text Placeholder 17">
            <a:extLst>
              <a:ext uri="{FF2B5EF4-FFF2-40B4-BE49-F238E27FC236}">
                <a16:creationId xmlns:a16="http://schemas.microsoft.com/office/drawing/2014/main" id="{B1EA32E2-33AF-A042-A99C-83EC2303CD77}"/>
              </a:ext>
            </a:extLst>
          </p:cNvPr>
          <p:cNvSpPr>
            <a:spLocks noGrp="1"/>
          </p:cNvSpPr>
          <p:nvPr>
            <p:ph type="body" sz="quarter" idx="58" hasCustomPrompt="1"/>
          </p:nvPr>
        </p:nvSpPr>
        <p:spPr>
          <a:xfrm>
            <a:off x="1359000" y="301436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5" name="Text Placeholder 17">
            <a:extLst>
              <a:ext uri="{FF2B5EF4-FFF2-40B4-BE49-F238E27FC236}">
                <a16:creationId xmlns:a16="http://schemas.microsoft.com/office/drawing/2014/main" id="{2715CA28-9D1E-064B-AA56-9A3C32E02E4E}"/>
              </a:ext>
            </a:extLst>
          </p:cNvPr>
          <p:cNvSpPr>
            <a:spLocks noGrp="1"/>
          </p:cNvSpPr>
          <p:nvPr>
            <p:ph type="body" sz="quarter" idx="60" hasCustomPrompt="1"/>
          </p:nvPr>
        </p:nvSpPr>
        <p:spPr>
          <a:xfrm>
            <a:off x="3314700" y="3014365"/>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6" name="Text Placeholder 17">
            <a:extLst>
              <a:ext uri="{FF2B5EF4-FFF2-40B4-BE49-F238E27FC236}">
                <a16:creationId xmlns:a16="http://schemas.microsoft.com/office/drawing/2014/main" id="{2BCDFDB2-6962-2C45-9560-12E105561B48}"/>
              </a:ext>
            </a:extLst>
          </p:cNvPr>
          <p:cNvSpPr>
            <a:spLocks noGrp="1"/>
          </p:cNvSpPr>
          <p:nvPr>
            <p:ph type="body" sz="quarter" idx="61" hasCustomPrompt="1"/>
          </p:nvPr>
        </p:nvSpPr>
        <p:spPr>
          <a:xfrm>
            <a:off x="5270400" y="3014365"/>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7" name="Text Placeholder 17">
            <a:extLst>
              <a:ext uri="{FF2B5EF4-FFF2-40B4-BE49-F238E27FC236}">
                <a16:creationId xmlns:a16="http://schemas.microsoft.com/office/drawing/2014/main" id="{E194A757-8767-8B40-A0D2-3DD59AE90EBC}"/>
              </a:ext>
            </a:extLst>
          </p:cNvPr>
          <p:cNvSpPr>
            <a:spLocks noGrp="1"/>
          </p:cNvSpPr>
          <p:nvPr>
            <p:ph type="body" sz="quarter" idx="62" hasCustomPrompt="1"/>
          </p:nvPr>
        </p:nvSpPr>
        <p:spPr>
          <a:xfrm>
            <a:off x="7226100" y="301436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58" name="Text Placeholder 17">
            <a:extLst>
              <a:ext uri="{FF2B5EF4-FFF2-40B4-BE49-F238E27FC236}">
                <a16:creationId xmlns:a16="http://schemas.microsoft.com/office/drawing/2014/main" id="{D3E8FA35-64D5-4547-9548-19CAA96EF1F3}"/>
              </a:ext>
            </a:extLst>
          </p:cNvPr>
          <p:cNvSpPr>
            <a:spLocks noGrp="1"/>
          </p:cNvSpPr>
          <p:nvPr>
            <p:ph type="body" sz="quarter" idx="63" hasCustomPrompt="1"/>
          </p:nvPr>
        </p:nvSpPr>
        <p:spPr>
          <a:xfrm>
            <a:off x="9181800" y="301436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59" name="Text Placeholder 17">
            <a:extLst>
              <a:ext uri="{FF2B5EF4-FFF2-40B4-BE49-F238E27FC236}">
                <a16:creationId xmlns:a16="http://schemas.microsoft.com/office/drawing/2014/main" id="{69CE46AA-308F-7442-9842-1D1561DEB94B}"/>
              </a:ext>
            </a:extLst>
          </p:cNvPr>
          <p:cNvSpPr>
            <a:spLocks noGrp="1"/>
          </p:cNvSpPr>
          <p:nvPr>
            <p:ph type="body" sz="quarter" idx="64" hasCustomPrompt="1"/>
          </p:nvPr>
        </p:nvSpPr>
        <p:spPr>
          <a:xfrm>
            <a:off x="1369015" y="546539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0" name="Text Placeholder 17">
            <a:extLst>
              <a:ext uri="{FF2B5EF4-FFF2-40B4-BE49-F238E27FC236}">
                <a16:creationId xmlns:a16="http://schemas.microsoft.com/office/drawing/2014/main" id="{5214737B-C49F-3F47-B344-D88DFF3BC5E0}"/>
              </a:ext>
            </a:extLst>
          </p:cNvPr>
          <p:cNvSpPr>
            <a:spLocks noGrp="1"/>
          </p:cNvSpPr>
          <p:nvPr>
            <p:ph type="body" sz="quarter" idx="65" hasCustomPrompt="1"/>
          </p:nvPr>
        </p:nvSpPr>
        <p:spPr>
          <a:xfrm>
            <a:off x="3324715" y="5465393"/>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1" name="Text Placeholder 17">
            <a:extLst>
              <a:ext uri="{FF2B5EF4-FFF2-40B4-BE49-F238E27FC236}">
                <a16:creationId xmlns:a16="http://schemas.microsoft.com/office/drawing/2014/main" id="{4B1E1BFC-A209-3245-BD30-DE1E05B1A035}"/>
              </a:ext>
            </a:extLst>
          </p:cNvPr>
          <p:cNvSpPr>
            <a:spLocks noGrp="1"/>
          </p:cNvSpPr>
          <p:nvPr>
            <p:ph type="body" sz="quarter" idx="66" hasCustomPrompt="1"/>
          </p:nvPr>
        </p:nvSpPr>
        <p:spPr>
          <a:xfrm>
            <a:off x="5280415" y="5465393"/>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2" name="Text Placeholder 17">
            <a:extLst>
              <a:ext uri="{FF2B5EF4-FFF2-40B4-BE49-F238E27FC236}">
                <a16:creationId xmlns:a16="http://schemas.microsoft.com/office/drawing/2014/main" id="{A9DF13AF-1164-3C4B-BBE6-B90BA80FC6B4}"/>
              </a:ext>
            </a:extLst>
          </p:cNvPr>
          <p:cNvSpPr>
            <a:spLocks noGrp="1"/>
          </p:cNvSpPr>
          <p:nvPr>
            <p:ph type="body" sz="quarter" idx="67" hasCustomPrompt="1"/>
          </p:nvPr>
        </p:nvSpPr>
        <p:spPr>
          <a:xfrm>
            <a:off x="7236115" y="546539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3" name="Text Placeholder 17">
            <a:extLst>
              <a:ext uri="{FF2B5EF4-FFF2-40B4-BE49-F238E27FC236}">
                <a16:creationId xmlns:a16="http://schemas.microsoft.com/office/drawing/2014/main" id="{4AD9248B-A8C2-7447-81E8-207F4AB47BB9}"/>
              </a:ext>
            </a:extLst>
          </p:cNvPr>
          <p:cNvSpPr>
            <a:spLocks noGrp="1"/>
          </p:cNvSpPr>
          <p:nvPr>
            <p:ph type="body" sz="quarter" idx="68" hasCustomPrompt="1"/>
          </p:nvPr>
        </p:nvSpPr>
        <p:spPr>
          <a:xfrm>
            <a:off x="9191815" y="546539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Tree>
    <p:extLst>
      <p:ext uri="{BB962C8B-B14F-4D97-AF65-F5344CB8AC3E}">
        <p14:creationId xmlns:p14="http://schemas.microsoft.com/office/powerpoint/2010/main" val="1066386507"/>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1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38" name="Picture Placeholder 6">
            <a:extLst>
              <a:ext uri="{FF2B5EF4-FFF2-40B4-BE49-F238E27FC236}">
                <a16:creationId xmlns:a16="http://schemas.microsoft.com/office/drawing/2014/main" id="{C22955AA-FEFD-5040-9C3B-C821496B46D7}"/>
              </a:ext>
            </a:extLst>
          </p:cNvPr>
          <p:cNvSpPr>
            <a:spLocks noGrp="1" noChangeAspect="1"/>
          </p:cNvSpPr>
          <p:nvPr>
            <p:ph type="pic" sz="quarter" idx="31"/>
          </p:nvPr>
        </p:nvSpPr>
        <p:spPr>
          <a:xfrm>
            <a:off x="4572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0" name="Picture Placeholder 6">
            <a:extLst>
              <a:ext uri="{FF2B5EF4-FFF2-40B4-BE49-F238E27FC236}">
                <a16:creationId xmlns:a16="http://schemas.microsoft.com/office/drawing/2014/main" id="{C43BA59E-724A-AB42-B801-4B550B9A6E88}"/>
              </a:ext>
            </a:extLst>
          </p:cNvPr>
          <p:cNvSpPr>
            <a:spLocks noGrp="1" noChangeAspect="1"/>
          </p:cNvSpPr>
          <p:nvPr>
            <p:ph type="pic" sz="quarter" idx="33"/>
          </p:nvPr>
        </p:nvSpPr>
        <p:spPr>
          <a:xfrm>
            <a:off x="43686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5" name="Picture Placeholder 6">
            <a:extLst>
              <a:ext uri="{FF2B5EF4-FFF2-40B4-BE49-F238E27FC236}">
                <a16:creationId xmlns:a16="http://schemas.microsoft.com/office/drawing/2014/main" id="{8BAE87D9-3F8C-C245-A245-FADFA310BA9B}"/>
              </a:ext>
            </a:extLst>
          </p:cNvPr>
          <p:cNvSpPr>
            <a:spLocks noGrp="1" noChangeAspect="1"/>
          </p:cNvSpPr>
          <p:nvPr>
            <p:ph type="pic" sz="quarter" idx="27"/>
          </p:nvPr>
        </p:nvSpPr>
        <p:spPr>
          <a:xfrm>
            <a:off x="82800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8" name="Picture Placeholder 6">
            <a:extLst>
              <a:ext uri="{FF2B5EF4-FFF2-40B4-BE49-F238E27FC236}">
                <a16:creationId xmlns:a16="http://schemas.microsoft.com/office/drawing/2014/main" id="{438D6873-BE96-2546-8427-4365148081D5}"/>
              </a:ext>
            </a:extLst>
          </p:cNvPr>
          <p:cNvSpPr>
            <a:spLocks noGrp="1" noChangeAspect="1"/>
          </p:cNvSpPr>
          <p:nvPr>
            <p:ph type="pic" sz="quarter" idx="39"/>
          </p:nvPr>
        </p:nvSpPr>
        <p:spPr>
          <a:xfrm>
            <a:off x="4572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0" name="Picture Placeholder 6">
            <a:extLst>
              <a:ext uri="{FF2B5EF4-FFF2-40B4-BE49-F238E27FC236}">
                <a16:creationId xmlns:a16="http://schemas.microsoft.com/office/drawing/2014/main" id="{E6AF9491-2B93-7A4B-A4AD-93EB4B1B24FC}"/>
              </a:ext>
            </a:extLst>
          </p:cNvPr>
          <p:cNvSpPr>
            <a:spLocks noGrp="1" noChangeAspect="1"/>
          </p:cNvSpPr>
          <p:nvPr>
            <p:ph type="pic" sz="quarter" idx="41"/>
          </p:nvPr>
        </p:nvSpPr>
        <p:spPr>
          <a:xfrm>
            <a:off x="43686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5" name="Picture Placeholder 6">
            <a:extLst>
              <a:ext uri="{FF2B5EF4-FFF2-40B4-BE49-F238E27FC236}">
                <a16:creationId xmlns:a16="http://schemas.microsoft.com/office/drawing/2014/main" id="{4D65803D-C671-C74A-8E5D-482B32FF563F}"/>
              </a:ext>
            </a:extLst>
          </p:cNvPr>
          <p:cNvSpPr>
            <a:spLocks noGrp="1" noChangeAspect="1"/>
          </p:cNvSpPr>
          <p:nvPr>
            <p:ph type="pic" sz="quarter" idx="46"/>
          </p:nvPr>
        </p:nvSpPr>
        <p:spPr>
          <a:xfrm>
            <a:off x="82800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34" name="Text Placeholder 17">
            <a:extLst>
              <a:ext uri="{FF2B5EF4-FFF2-40B4-BE49-F238E27FC236}">
                <a16:creationId xmlns:a16="http://schemas.microsoft.com/office/drawing/2014/main" id="{B1EA32E2-33AF-A042-A99C-83EC2303CD77}"/>
              </a:ext>
            </a:extLst>
          </p:cNvPr>
          <p:cNvSpPr>
            <a:spLocks noGrp="1"/>
          </p:cNvSpPr>
          <p:nvPr>
            <p:ph type="body" sz="quarter" idx="58" hasCustomPrompt="1"/>
          </p:nvPr>
        </p:nvSpPr>
        <p:spPr>
          <a:xfrm>
            <a:off x="2360111" y="1477173"/>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36" name="Text Placeholder 17">
            <a:extLst>
              <a:ext uri="{FF2B5EF4-FFF2-40B4-BE49-F238E27FC236}">
                <a16:creationId xmlns:a16="http://schemas.microsoft.com/office/drawing/2014/main" id="{2BCDFDB2-6962-2C45-9560-12E105561B48}"/>
              </a:ext>
            </a:extLst>
          </p:cNvPr>
          <p:cNvSpPr>
            <a:spLocks noGrp="1"/>
          </p:cNvSpPr>
          <p:nvPr>
            <p:ph type="body" sz="quarter" idx="61" hasCustomPrompt="1"/>
          </p:nvPr>
        </p:nvSpPr>
        <p:spPr>
          <a:xfrm>
            <a:off x="6271511" y="1477170"/>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58" name="Text Placeholder 17">
            <a:extLst>
              <a:ext uri="{FF2B5EF4-FFF2-40B4-BE49-F238E27FC236}">
                <a16:creationId xmlns:a16="http://schemas.microsoft.com/office/drawing/2014/main" id="{D3E8FA35-64D5-4547-9548-19CAA96EF1F3}"/>
              </a:ext>
            </a:extLst>
          </p:cNvPr>
          <p:cNvSpPr>
            <a:spLocks noGrp="1"/>
          </p:cNvSpPr>
          <p:nvPr>
            <p:ph type="body" sz="quarter" idx="63" hasCustomPrompt="1"/>
          </p:nvPr>
        </p:nvSpPr>
        <p:spPr>
          <a:xfrm>
            <a:off x="10182911" y="1477173"/>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59" name="Text Placeholder 17">
            <a:extLst>
              <a:ext uri="{FF2B5EF4-FFF2-40B4-BE49-F238E27FC236}">
                <a16:creationId xmlns:a16="http://schemas.microsoft.com/office/drawing/2014/main" id="{69CE46AA-308F-7442-9842-1D1561DEB94B}"/>
              </a:ext>
            </a:extLst>
          </p:cNvPr>
          <p:cNvSpPr>
            <a:spLocks noGrp="1"/>
          </p:cNvSpPr>
          <p:nvPr>
            <p:ph type="body" sz="quarter" idx="64" hasCustomPrompt="1"/>
          </p:nvPr>
        </p:nvSpPr>
        <p:spPr>
          <a:xfrm>
            <a:off x="2370125" y="3928201"/>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61" name="Text Placeholder 17">
            <a:extLst>
              <a:ext uri="{FF2B5EF4-FFF2-40B4-BE49-F238E27FC236}">
                <a16:creationId xmlns:a16="http://schemas.microsoft.com/office/drawing/2014/main" id="{4B1E1BFC-A209-3245-BD30-DE1E05B1A035}"/>
              </a:ext>
            </a:extLst>
          </p:cNvPr>
          <p:cNvSpPr>
            <a:spLocks noGrp="1"/>
          </p:cNvSpPr>
          <p:nvPr>
            <p:ph type="body" sz="quarter" idx="66" hasCustomPrompt="1"/>
          </p:nvPr>
        </p:nvSpPr>
        <p:spPr>
          <a:xfrm>
            <a:off x="6281525" y="3928198"/>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63" name="Text Placeholder 17">
            <a:extLst>
              <a:ext uri="{FF2B5EF4-FFF2-40B4-BE49-F238E27FC236}">
                <a16:creationId xmlns:a16="http://schemas.microsoft.com/office/drawing/2014/main" id="{4AD9248B-A8C2-7447-81E8-207F4AB47BB9}"/>
              </a:ext>
            </a:extLst>
          </p:cNvPr>
          <p:cNvSpPr>
            <a:spLocks noGrp="1"/>
          </p:cNvSpPr>
          <p:nvPr>
            <p:ph type="body" sz="quarter" idx="68" hasCustomPrompt="1"/>
          </p:nvPr>
        </p:nvSpPr>
        <p:spPr>
          <a:xfrm>
            <a:off x="10192925" y="3928201"/>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Tree>
    <p:extLst>
      <p:ext uri="{BB962C8B-B14F-4D97-AF65-F5344CB8AC3E}">
        <p14:creationId xmlns:p14="http://schemas.microsoft.com/office/powerpoint/2010/main" val="3669658421"/>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2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38" name="Picture Placeholder 6">
            <a:extLst>
              <a:ext uri="{FF2B5EF4-FFF2-40B4-BE49-F238E27FC236}">
                <a16:creationId xmlns:a16="http://schemas.microsoft.com/office/drawing/2014/main" id="{C22955AA-FEFD-5040-9C3B-C821496B46D7}"/>
              </a:ext>
            </a:extLst>
          </p:cNvPr>
          <p:cNvSpPr>
            <a:spLocks noGrp="1" noChangeAspect="1"/>
          </p:cNvSpPr>
          <p:nvPr>
            <p:ph type="pic" sz="quarter" idx="31"/>
          </p:nvPr>
        </p:nvSpPr>
        <p:spPr>
          <a:xfrm>
            <a:off x="457200"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40" name="Picture Placeholder 6">
            <a:extLst>
              <a:ext uri="{FF2B5EF4-FFF2-40B4-BE49-F238E27FC236}">
                <a16:creationId xmlns:a16="http://schemas.microsoft.com/office/drawing/2014/main" id="{C43BA59E-724A-AB42-B801-4B550B9A6E88}"/>
              </a:ext>
            </a:extLst>
          </p:cNvPr>
          <p:cNvSpPr>
            <a:spLocks noGrp="1" noChangeAspect="1"/>
          </p:cNvSpPr>
          <p:nvPr>
            <p:ph type="pic" sz="quarter" idx="33"/>
          </p:nvPr>
        </p:nvSpPr>
        <p:spPr>
          <a:xfrm>
            <a:off x="3251732"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45" name="Picture Placeholder 6">
            <a:extLst>
              <a:ext uri="{FF2B5EF4-FFF2-40B4-BE49-F238E27FC236}">
                <a16:creationId xmlns:a16="http://schemas.microsoft.com/office/drawing/2014/main" id="{8BAE87D9-3F8C-C245-A245-FADFA310BA9B}"/>
              </a:ext>
            </a:extLst>
          </p:cNvPr>
          <p:cNvSpPr>
            <a:spLocks noGrp="1" noChangeAspect="1"/>
          </p:cNvSpPr>
          <p:nvPr>
            <p:ph type="pic" sz="quarter" idx="27"/>
          </p:nvPr>
        </p:nvSpPr>
        <p:spPr>
          <a:xfrm>
            <a:off x="6050099"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48" name="Picture Placeholder 6">
            <a:extLst>
              <a:ext uri="{FF2B5EF4-FFF2-40B4-BE49-F238E27FC236}">
                <a16:creationId xmlns:a16="http://schemas.microsoft.com/office/drawing/2014/main" id="{438D6873-BE96-2546-8427-4365148081D5}"/>
              </a:ext>
            </a:extLst>
          </p:cNvPr>
          <p:cNvSpPr>
            <a:spLocks noGrp="1" noChangeAspect="1"/>
          </p:cNvSpPr>
          <p:nvPr>
            <p:ph type="pic" sz="quarter" idx="39"/>
          </p:nvPr>
        </p:nvSpPr>
        <p:spPr>
          <a:xfrm>
            <a:off x="457200"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50" name="Picture Placeholder 6">
            <a:extLst>
              <a:ext uri="{FF2B5EF4-FFF2-40B4-BE49-F238E27FC236}">
                <a16:creationId xmlns:a16="http://schemas.microsoft.com/office/drawing/2014/main" id="{E6AF9491-2B93-7A4B-A4AD-93EB4B1B24FC}"/>
              </a:ext>
            </a:extLst>
          </p:cNvPr>
          <p:cNvSpPr>
            <a:spLocks noGrp="1" noChangeAspect="1"/>
          </p:cNvSpPr>
          <p:nvPr>
            <p:ph type="pic" sz="quarter" idx="41"/>
          </p:nvPr>
        </p:nvSpPr>
        <p:spPr>
          <a:xfrm>
            <a:off x="3251732"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55" name="Picture Placeholder 6">
            <a:extLst>
              <a:ext uri="{FF2B5EF4-FFF2-40B4-BE49-F238E27FC236}">
                <a16:creationId xmlns:a16="http://schemas.microsoft.com/office/drawing/2014/main" id="{4D65803D-C671-C74A-8E5D-482B32FF563F}"/>
              </a:ext>
            </a:extLst>
          </p:cNvPr>
          <p:cNvSpPr>
            <a:spLocks noGrp="1" noChangeAspect="1"/>
          </p:cNvSpPr>
          <p:nvPr>
            <p:ph type="pic" sz="quarter" idx="46"/>
          </p:nvPr>
        </p:nvSpPr>
        <p:spPr>
          <a:xfrm>
            <a:off x="6050099"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34" name="Text Placeholder 17">
            <a:extLst>
              <a:ext uri="{FF2B5EF4-FFF2-40B4-BE49-F238E27FC236}">
                <a16:creationId xmlns:a16="http://schemas.microsoft.com/office/drawing/2014/main" id="{B1EA32E2-33AF-A042-A99C-83EC2303CD77}"/>
              </a:ext>
            </a:extLst>
          </p:cNvPr>
          <p:cNvSpPr>
            <a:spLocks noGrp="1"/>
          </p:cNvSpPr>
          <p:nvPr>
            <p:ph type="body" sz="quarter" idx="58" hasCustomPrompt="1"/>
          </p:nvPr>
        </p:nvSpPr>
        <p:spPr>
          <a:xfrm>
            <a:off x="1681061" y="1214460"/>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36" name="Text Placeholder 17">
            <a:extLst>
              <a:ext uri="{FF2B5EF4-FFF2-40B4-BE49-F238E27FC236}">
                <a16:creationId xmlns:a16="http://schemas.microsoft.com/office/drawing/2014/main" id="{2BCDFDB2-6962-2C45-9560-12E105561B48}"/>
              </a:ext>
            </a:extLst>
          </p:cNvPr>
          <p:cNvSpPr>
            <a:spLocks noGrp="1"/>
          </p:cNvSpPr>
          <p:nvPr>
            <p:ph type="body" sz="quarter" idx="61" hasCustomPrompt="1"/>
          </p:nvPr>
        </p:nvSpPr>
        <p:spPr>
          <a:xfrm>
            <a:off x="4495623" y="1214457"/>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58" name="Text Placeholder 17">
            <a:extLst>
              <a:ext uri="{FF2B5EF4-FFF2-40B4-BE49-F238E27FC236}">
                <a16:creationId xmlns:a16="http://schemas.microsoft.com/office/drawing/2014/main" id="{D3E8FA35-64D5-4547-9548-19CAA96EF1F3}"/>
              </a:ext>
            </a:extLst>
          </p:cNvPr>
          <p:cNvSpPr>
            <a:spLocks noGrp="1"/>
          </p:cNvSpPr>
          <p:nvPr>
            <p:ph type="body" sz="quarter" idx="63" hasCustomPrompt="1"/>
          </p:nvPr>
        </p:nvSpPr>
        <p:spPr>
          <a:xfrm>
            <a:off x="7273960" y="1214460"/>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59" name="Text Placeholder 17">
            <a:extLst>
              <a:ext uri="{FF2B5EF4-FFF2-40B4-BE49-F238E27FC236}">
                <a16:creationId xmlns:a16="http://schemas.microsoft.com/office/drawing/2014/main" id="{69CE46AA-308F-7442-9842-1D1561DEB94B}"/>
              </a:ext>
            </a:extLst>
          </p:cNvPr>
          <p:cNvSpPr>
            <a:spLocks noGrp="1"/>
          </p:cNvSpPr>
          <p:nvPr>
            <p:ph type="body" sz="quarter" idx="64" hasCustomPrompt="1"/>
          </p:nvPr>
        </p:nvSpPr>
        <p:spPr>
          <a:xfrm>
            <a:off x="1691076" y="3665488"/>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61" name="Text Placeholder 17">
            <a:extLst>
              <a:ext uri="{FF2B5EF4-FFF2-40B4-BE49-F238E27FC236}">
                <a16:creationId xmlns:a16="http://schemas.microsoft.com/office/drawing/2014/main" id="{4B1E1BFC-A209-3245-BD30-DE1E05B1A035}"/>
              </a:ext>
            </a:extLst>
          </p:cNvPr>
          <p:cNvSpPr>
            <a:spLocks noGrp="1"/>
          </p:cNvSpPr>
          <p:nvPr>
            <p:ph type="body" sz="quarter" idx="66" hasCustomPrompt="1"/>
          </p:nvPr>
        </p:nvSpPr>
        <p:spPr>
          <a:xfrm>
            <a:off x="4505637" y="3665485"/>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63" name="Text Placeholder 17">
            <a:extLst>
              <a:ext uri="{FF2B5EF4-FFF2-40B4-BE49-F238E27FC236}">
                <a16:creationId xmlns:a16="http://schemas.microsoft.com/office/drawing/2014/main" id="{4AD9248B-A8C2-7447-81E8-207F4AB47BB9}"/>
              </a:ext>
            </a:extLst>
          </p:cNvPr>
          <p:cNvSpPr>
            <a:spLocks noGrp="1"/>
          </p:cNvSpPr>
          <p:nvPr>
            <p:ph type="body" sz="quarter" idx="68" hasCustomPrompt="1"/>
          </p:nvPr>
        </p:nvSpPr>
        <p:spPr>
          <a:xfrm>
            <a:off x="7283975" y="3665488"/>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17" name="Picture Placeholder 6">
            <a:extLst>
              <a:ext uri="{FF2B5EF4-FFF2-40B4-BE49-F238E27FC236}">
                <a16:creationId xmlns:a16="http://schemas.microsoft.com/office/drawing/2014/main" id="{D54279C9-D8C9-184F-87B4-BA4B204C8C5B}"/>
              </a:ext>
            </a:extLst>
          </p:cNvPr>
          <p:cNvSpPr>
            <a:spLocks noGrp="1" noChangeAspect="1"/>
          </p:cNvSpPr>
          <p:nvPr>
            <p:ph type="pic" sz="quarter" idx="69"/>
          </p:nvPr>
        </p:nvSpPr>
        <p:spPr>
          <a:xfrm>
            <a:off x="8858480"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18" name="Picture Placeholder 6">
            <a:extLst>
              <a:ext uri="{FF2B5EF4-FFF2-40B4-BE49-F238E27FC236}">
                <a16:creationId xmlns:a16="http://schemas.microsoft.com/office/drawing/2014/main" id="{3B8500FE-7D84-1A43-84FF-1FF6AA85DDE7}"/>
              </a:ext>
            </a:extLst>
          </p:cNvPr>
          <p:cNvSpPr>
            <a:spLocks noGrp="1" noChangeAspect="1"/>
          </p:cNvSpPr>
          <p:nvPr>
            <p:ph type="pic" sz="quarter" idx="70"/>
          </p:nvPr>
        </p:nvSpPr>
        <p:spPr>
          <a:xfrm>
            <a:off x="8858480"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19" name="Text Placeholder 17">
            <a:extLst>
              <a:ext uri="{FF2B5EF4-FFF2-40B4-BE49-F238E27FC236}">
                <a16:creationId xmlns:a16="http://schemas.microsoft.com/office/drawing/2014/main" id="{F20EECDE-4BFB-724F-AE26-ED1D088BC93F}"/>
              </a:ext>
            </a:extLst>
          </p:cNvPr>
          <p:cNvSpPr>
            <a:spLocks noGrp="1"/>
          </p:cNvSpPr>
          <p:nvPr>
            <p:ph type="body" sz="quarter" idx="71" hasCustomPrompt="1"/>
          </p:nvPr>
        </p:nvSpPr>
        <p:spPr>
          <a:xfrm>
            <a:off x="10082341" y="1214460"/>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20" name="Text Placeholder 17">
            <a:extLst>
              <a:ext uri="{FF2B5EF4-FFF2-40B4-BE49-F238E27FC236}">
                <a16:creationId xmlns:a16="http://schemas.microsoft.com/office/drawing/2014/main" id="{EDE6543B-D5D2-7C46-B8C6-C70EEAFD8574}"/>
              </a:ext>
            </a:extLst>
          </p:cNvPr>
          <p:cNvSpPr>
            <a:spLocks noGrp="1"/>
          </p:cNvSpPr>
          <p:nvPr>
            <p:ph type="body" sz="quarter" idx="72" hasCustomPrompt="1"/>
          </p:nvPr>
        </p:nvSpPr>
        <p:spPr>
          <a:xfrm>
            <a:off x="10092356" y="3665488"/>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6" name="Text Placeholder 5">
            <a:extLst>
              <a:ext uri="{FF2B5EF4-FFF2-40B4-BE49-F238E27FC236}">
                <a16:creationId xmlns:a16="http://schemas.microsoft.com/office/drawing/2014/main" id="{DC1FED3A-BB9A-2043-9F73-F0D0B0F2F7EA}"/>
              </a:ext>
            </a:extLst>
          </p:cNvPr>
          <p:cNvSpPr>
            <a:spLocks noGrp="1"/>
          </p:cNvSpPr>
          <p:nvPr>
            <p:ph type="body" sz="quarter" idx="73"/>
          </p:nvPr>
        </p:nvSpPr>
        <p:spPr>
          <a:xfrm>
            <a:off x="457200" y="2470151"/>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3" name="Text Placeholder 5">
            <a:extLst>
              <a:ext uri="{FF2B5EF4-FFF2-40B4-BE49-F238E27FC236}">
                <a16:creationId xmlns:a16="http://schemas.microsoft.com/office/drawing/2014/main" id="{63081A8C-D60B-1346-BA6F-2837524E9CDC}"/>
              </a:ext>
            </a:extLst>
          </p:cNvPr>
          <p:cNvSpPr>
            <a:spLocks noGrp="1"/>
          </p:cNvSpPr>
          <p:nvPr>
            <p:ph type="body" sz="quarter" idx="74"/>
          </p:nvPr>
        </p:nvSpPr>
        <p:spPr>
          <a:xfrm>
            <a:off x="3271797" y="2470150"/>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4" name="Text Placeholder 5">
            <a:extLst>
              <a:ext uri="{FF2B5EF4-FFF2-40B4-BE49-F238E27FC236}">
                <a16:creationId xmlns:a16="http://schemas.microsoft.com/office/drawing/2014/main" id="{F560C527-94DF-4D46-89D7-1E7CB3160A88}"/>
              </a:ext>
            </a:extLst>
          </p:cNvPr>
          <p:cNvSpPr>
            <a:spLocks noGrp="1"/>
          </p:cNvSpPr>
          <p:nvPr>
            <p:ph type="body" sz="quarter" idx="75"/>
          </p:nvPr>
        </p:nvSpPr>
        <p:spPr>
          <a:xfrm>
            <a:off x="6050135" y="2463775"/>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5" name="Text Placeholder 5">
            <a:extLst>
              <a:ext uri="{FF2B5EF4-FFF2-40B4-BE49-F238E27FC236}">
                <a16:creationId xmlns:a16="http://schemas.microsoft.com/office/drawing/2014/main" id="{BA8FEE21-FF05-5C45-819F-162DEAFCE567}"/>
              </a:ext>
            </a:extLst>
          </p:cNvPr>
          <p:cNvSpPr>
            <a:spLocks noGrp="1"/>
          </p:cNvSpPr>
          <p:nvPr>
            <p:ph type="body" sz="quarter" idx="76"/>
          </p:nvPr>
        </p:nvSpPr>
        <p:spPr>
          <a:xfrm>
            <a:off x="8876805" y="2463774"/>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6" name="Text Placeholder 5">
            <a:extLst>
              <a:ext uri="{FF2B5EF4-FFF2-40B4-BE49-F238E27FC236}">
                <a16:creationId xmlns:a16="http://schemas.microsoft.com/office/drawing/2014/main" id="{4E713894-D65E-8D4F-8901-40EB76536394}"/>
              </a:ext>
            </a:extLst>
          </p:cNvPr>
          <p:cNvSpPr>
            <a:spLocks noGrp="1"/>
          </p:cNvSpPr>
          <p:nvPr>
            <p:ph type="body" sz="quarter" idx="77"/>
          </p:nvPr>
        </p:nvSpPr>
        <p:spPr>
          <a:xfrm>
            <a:off x="457200" y="4891549"/>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7" name="Text Placeholder 5">
            <a:extLst>
              <a:ext uri="{FF2B5EF4-FFF2-40B4-BE49-F238E27FC236}">
                <a16:creationId xmlns:a16="http://schemas.microsoft.com/office/drawing/2014/main" id="{F844F3E7-4948-4D44-A187-04DCFBC2FD2D}"/>
              </a:ext>
            </a:extLst>
          </p:cNvPr>
          <p:cNvSpPr>
            <a:spLocks noGrp="1"/>
          </p:cNvSpPr>
          <p:nvPr>
            <p:ph type="body" sz="quarter" idx="78"/>
          </p:nvPr>
        </p:nvSpPr>
        <p:spPr>
          <a:xfrm>
            <a:off x="3271797" y="4891547"/>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8" name="Text Placeholder 5">
            <a:extLst>
              <a:ext uri="{FF2B5EF4-FFF2-40B4-BE49-F238E27FC236}">
                <a16:creationId xmlns:a16="http://schemas.microsoft.com/office/drawing/2014/main" id="{32A66BCD-68C9-C746-B585-18E0FA191A79}"/>
              </a:ext>
            </a:extLst>
          </p:cNvPr>
          <p:cNvSpPr>
            <a:spLocks noGrp="1"/>
          </p:cNvSpPr>
          <p:nvPr>
            <p:ph type="body" sz="quarter" idx="79"/>
          </p:nvPr>
        </p:nvSpPr>
        <p:spPr>
          <a:xfrm>
            <a:off x="6050135" y="4885173"/>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9" name="Text Placeholder 5">
            <a:extLst>
              <a:ext uri="{FF2B5EF4-FFF2-40B4-BE49-F238E27FC236}">
                <a16:creationId xmlns:a16="http://schemas.microsoft.com/office/drawing/2014/main" id="{153E9A74-691A-7F43-A556-D69EE86D9603}"/>
              </a:ext>
            </a:extLst>
          </p:cNvPr>
          <p:cNvSpPr>
            <a:spLocks noGrp="1"/>
          </p:cNvSpPr>
          <p:nvPr>
            <p:ph type="body" sz="quarter" idx="80"/>
          </p:nvPr>
        </p:nvSpPr>
        <p:spPr>
          <a:xfrm>
            <a:off x="8876805" y="4885171"/>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Tree>
    <p:extLst>
      <p:ext uri="{BB962C8B-B14F-4D97-AF65-F5344CB8AC3E}">
        <p14:creationId xmlns:p14="http://schemas.microsoft.com/office/powerpoint/2010/main" val="3910317637"/>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showMasterSp="0" preserve="1" userDrawn="1">
  <p:cSld name="Section Header Blue">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EA608C-0F52-497E-89CE-68D7FC37C49A}"/>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9" name="Graphic 12">
            <a:extLst>
              <a:ext uri="{FF2B5EF4-FFF2-40B4-BE49-F238E27FC236}">
                <a16:creationId xmlns:a16="http://schemas.microsoft.com/office/drawing/2014/main" id="{90728015-8B8E-47CC-84B3-FE9883D0F51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2" name="Title 1"/>
          <p:cNvSpPr>
            <a:spLocks noGrp="1"/>
          </p:cNvSpPr>
          <p:nvPr>
            <p:ph type="title"/>
          </p:nvPr>
        </p:nvSpPr>
        <p:spPr>
          <a:xfrm>
            <a:off x="377825" y="1378817"/>
            <a:ext cx="9468000" cy="3214287"/>
          </a:xfrm>
        </p:spPr>
        <p:txBody>
          <a:bodyPr anchor="ctr"/>
          <a:lstStyle>
            <a:lvl1pPr>
              <a:defRPr sz="5751">
                <a:solidFill>
                  <a:schemeClr val="bg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78C2C004-DB56-8047-9E50-3078696689BE}"/>
              </a:ext>
            </a:extLst>
          </p:cNvPr>
          <p:cNvSpPr>
            <a:spLocks noGrp="1"/>
          </p:cNvSpPr>
          <p:nvPr>
            <p:ph type="sldNum" sz="quarter" idx="10"/>
          </p:nvPr>
        </p:nvSpPr>
        <p:spPr/>
        <p:txBody>
          <a:bodyPr/>
          <a:lstStyle/>
          <a:p>
            <a:fld id="{7D18A8FE-DFC8-4843-AEF2-DE4DB0CF7D65}" type="slidenum">
              <a:rPr lang="en-US" smtClean="0"/>
              <a:pPr/>
              <a:t>‹#›</a:t>
            </a:fld>
            <a:endParaRPr lang="en-US"/>
          </a:p>
        </p:txBody>
      </p:sp>
    </p:spTree>
    <p:extLst>
      <p:ext uri="{BB962C8B-B14F-4D97-AF65-F5344CB8AC3E}">
        <p14:creationId xmlns:p14="http://schemas.microsoft.com/office/powerpoint/2010/main" val="2506094994"/>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BA434-4DC6-9643-BB32-06C61234CFD3}"/>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95DAB46-F1DD-8C44-BD6C-FBE4C1AE1C0C}"/>
              </a:ext>
            </a:extLst>
          </p:cNvPr>
          <p:cNvSpPr>
            <a:spLocks noGrp="1"/>
          </p:cNvSpPr>
          <p:nvPr>
            <p:ph type="subTitle" idx="1"/>
          </p:nvPr>
        </p:nvSpPr>
        <p:spPr>
          <a:xfrm>
            <a:off x="1524000" y="3602037"/>
            <a:ext cx="9144000" cy="1655763"/>
          </a:xfrm>
          <a:prstGeom prst="rect">
            <a:avLst/>
          </a:prstGeo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Slide Number Placeholder 3">
            <a:extLst>
              <a:ext uri="{FF2B5EF4-FFF2-40B4-BE49-F238E27FC236}">
                <a16:creationId xmlns:a16="http://schemas.microsoft.com/office/drawing/2014/main" id="{1833327C-86EE-6447-9AD9-AAB246A4780A}"/>
              </a:ext>
            </a:extLst>
          </p:cNvPr>
          <p:cNvSpPr>
            <a:spLocks noGrp="1"/>
          </p:cNvSpPr>
          <p:nvPr>
            <p:ph type="sldNum" sz="quarter" idx="10"/>
          </p:nvPr>
        </p:nvSpPr>
        <p:spPr/>
        <p:txBody>
          <a:bodyPr/>
          <a:lstStyle/>
          <a:p>
            <a:fld id="{7D18A8FE-DFC8-4843-AEF2-DE4DB0CF7D65}" type="slidenum">
              <a:rPr lang="en-US" smtClean="0"/>
              <a:pPr/>
              <a:t>‹#›</a:t>
            </a:fld>
            <a:endParaRPr lang="en-US"/>
          </a:p>
        </p:txBody>
      </p:sp>
    </p:spTree>
    <p:extLst>
      <p:ext uri="{BB962C8B-B14F-4D97-AF65-F5344CB8AC3E}">
        <p14:creationId xmlns:p14="http://schemas.microsoft.com/office/powerpoint/2010/main" val="3431636775"/>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9C009-3FB8-4F4E-A482-AC79C73D06F8}"/>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71473403-38DE-7245-BBCC-89FA254EDD39}"/>
              </a:ext>
            </a:extLst>
          </p:cNvPr>
          <p:cNvSpPr>
            <a:spLocks noGrp="1"/>
          </p:cNvSpPr>
          <p:nvPr>
            <p:ph idx="1"/>
          </p:nvPr>
        </p:nvSpPr>
        <p:spPr>
          <a:xfrm>
            <a:off x="838200" y="1825625"/>
            <a:ext cx="10515600" cy="43513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7142787"/>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708C3-C626-654D-A0FA-DB923469749D}"/>
              </a:ext>
            </a:extLst>
          </p:cNvPr>
          <p:cNvSpPr>
            <a:spLocks noGrp="1"/>
          </p:cNvSpPr>
          <p:nvPr>
            <p:ph type="title"/>
          </p:nvPr>
        </p:nvSpPr>
        <p:spPr>
          <a:xfrm>
            <a:off x="831851" y="1709740"/>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7F1E135-EB15-424A-B1F7-4FC562736B87}"/>
              </a:ext>
            </a:extLst>
          </p:cNvPr>
          <p:cNvSpPr>
            <a:spLocks noGrp="1"/>
          </p:cNvSpPr>
          <p:nvPr>
            <p:ph type="body" idx="1"/>
          </p:nvPr>
        </p:nvSpPr>
        <p:spPr>
          <a:xfrm>
            <a:off x="831851" y="4589464"/>
            <a:ext cx="10515600" cy="1500187"/>
          </a:xfrm>
          <a:prstGeom prst="rect">
            <a:avLst/>
          </a:prstGeo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192233129"/>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31E2A-71F5-314A-8195-1C12263FADA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5E581B18-65FC-804C-9048-FBB6E446B7A0}"/>
              </a:ext>
            </a:extLst>
          </p:cNvPr>
          <p:cNvSpPr>
            <a:spLocks noGrp="1"/>
          </p:cNvSpPr>
          <p:nvPr>
            <p:ph sz="half" idx="1"/>
          </p:nvPr>
        </p:nvSpPr>
        <p:spPr>
          <a:xfrm>
            <a:off x="838200" y="1825625"/>
            <a:ext cx="5181600" cy="43513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3706A9-D9EF-704C-8407-0A4E83A25B1D}"/>
              </a:ext>
            </a:extLst>
          </p:cNvPr>
          <p:cNvSpPr>
            <a:spLocks noGrp="1"/>
          </p:cNvSpPr>
          <p:nvPr>
            <p:ph sz="half" idx="2"/>
          </p:nvPr>
        </p:nvSpPr>
        <p:spPr>
          <a:xfrm>
            <a:off x="6172200" y="1825625"/>
            <a:ext cx="5181600" cy="43513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02804831"/>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FCC3A-C895-414A-BDE1-5B80F1E60FA9}"/>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A8186EE-C912-8D42-A89B-45D1C1D740AC}"/>
              </a:ext>
            </a:extLst>
          </p:cNvPr>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B74E58-BCB0-F244-B381-A4906AA48744}"/>
              </a:ext>
            </a:extLst>
          </p:cNvPr>
          <p:cNvSpPr>
            <a:spLocks noGrp="1"/>
          </p:cNvSpPr>
          <p:nvPr>
            <p:ph sz="half" idx="2"/>
          </p:nvPr>
        </p:nvSpPr>
        <p:spPr>
          <a:xfrm>
            <a:off x="839789"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3217A4E-A330-0546-87B2-BCCA9F06DA74}"/>
              </a:ext>
            </a:extLst>
          </p:cNvPr>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4BD0C7-D4E8-DB4E-9756-6310EEDB9EEF}"/>
              </a:ext>
            </a:extLst>
          </p:cNvPr>
          <p:cNvSpPr>
            <a:spLocks noGrp="1"/>
          </p:cNvSpPr>
          <p:nvPr>
            <p:ph sz="quarter" idx="4"/>
          </p:nvPr>
        </p:nvSpPr>
        <p:spPr>
          <a:xfrm>
            <a:off x="6172201"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6970020"/>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3B4C5-B772-164F-AB4C-23052772E0D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558569353"/>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5241040"/>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D9266-609B-8645-BE71-EF0B0D03857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8EB0FA9-02F6-8643-8756-9DACD877BA79}"/>
              </a:ext>
            </a:extLst>
          </p:cNvPr>
          <p:cNvSpPr>
            <a:spLocks noGrp="1"/>
          </p:cNvSpPr>
          <p:nvPr>
            <p:ph idx="1"/>
          </p:nvPr>
        </p:nvSpPr>
        <p:spPr>
          <a:xfrm>
            <a:off x="5183188"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1D38FE-0AE4-CA48-93BA-08D33D8CEF1A}"/>
              </a:ext>
            </a:extLst>
          </p:cNvPr>
          <p:cNvSpPr>
            <a:spLocks noGrp="1"/>
          </p:cNvSpPr>
          <p:nvPr>
            <p:ph type="body" sz="half" idx="2"/>
          </p:nvPr>
        </p:nvSpPr>
        <p:spPr>
          <a:xfrm>
            <a:off x="839788" y="2057401"/>
            <a:ext cx="393223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Tree>
    <p:extLst>
      <p:ext uri="{BB962C8B-B14F-4D97-AF65-F5344CB8AC3E}">
        <p14:creationId xmlns:p14="http://schemas.microsoft.com/office/powerpoint/2010/main" val="2133932197"/>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BA00A-9CC3-5E4D-9918-EC4E1E2E953C}"/>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2A38C11-C39C-D34A-9359-AD4F0D59F7FA}"/>
              </a:ext>
            </a:extLst>
          </p:cNvPr>
          <p:cNvSpPr>
            <a:spLocks noGrp="1"/>
          </p:cNvSpPr>
          <p:nvPr>
            <p:ph type="pic" idx="1"/>
          </p:nvPr>
        </p:nvSpPr>
        <p:spPr>
          <a:xfrm>
            <a:off x="5183188" y="987426"/>
            <a:ext cx="6172200" cy="4873625"/>
          </a:xfrm>
          <a:prstGeom prst="rect">
            <a:avLst/>
          </a:prstGeo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0543B0BE-CA42-7D42-BED3-179B34A03F36}"/>
              </a:ext>
            </a:extLst>
          </p:cNvPr>
          <p:cNvSpPr>
            <a:spLocks noGrp="1"/>
          </p:cNvSpPr>
          <p:nvPr>
            <p:ph type="body" sz="half" idx="2"/>
          </p:nvPr>
        </p:nvSpPr>
        <p:spPr>
          <a:xfrm>
            <a:off x="839788" y="2057401"/>
            <a:ext cx="393223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Tree>
    <p:extLst>
      <p:ext uri="{BB962C8B-B14F-4D97-AF65-F5344CB8AC3E}">
        <p14:creationId xmlns:p14="http://schemas.microsoft.com/office/powerpoint/2010/main" val="702408607"/>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88560-8B5E-0940-A5EF-BFE6D7DD1F5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3B23376-6A63-1D4B-97A8-8DEDE9BD73E0}"/>
              </a:ext>
            </a:extLst>
          </p:cNvPr>
          <p:cNvSpPr>
            <a:spLocks noGrp="1"/>
          </p:cNvSpPr>
          <p:nvPr>
            <p:ph type="body" orient="vert" idx="1"/>
          </p:nvPr>
        </p:nvSpPr>
        <p:spPr>
          <a:xfrm>
            <a:off x="838200" y="1825625"/>
            <a:ext cx="10515600" cy="4351339"/>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80077326"/>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2D6992-FBD3-134B-851F-43544AEA3722}"/>
              </a:ext>
            </a:extLst>
          </p:cNvPr>
          <p:cNvSpPr>
            <a:spLocks noGrp="1"/>
          </p:cNvSpPr>
          <p:nvPr>
            <p:ph type="title" orient="vert"/>
          </p:nvPr>
        </p:nvSpPr>
        <p:spPr>
          <a:xfrm>
            <a:off x="8724901" y="365126"/>
            <a:ext cx="2628900" cy="5811839"/>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D0467C-4C39-A543-AAF4-A55F046D5C26}"/>
              </a:ext>
            </a:extLst>
          </p:cNvPr>
          <p:cNvSpPr>
            <a:spLocks noGrp="1"/>
          </p:cNvSpPr>
          <p:nvPr>
            <p:ph type="body" orient="vert" idx="1"/>
          </p:nvPr>
        </p:nvSpPr>
        <p:spPr>
          <a:xfrm>
            <a:off x="838201" y="365126"/>
            <a:ext cx="7734300" cy="5811839"/>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7602096"/>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531E720-419D-A44C-8A39-3510D95330DB}"/>
              </a:ext>
            </a:extLst>
          </p:cNvPr>
          <p:cNvSpPr/>
          <p:nvPr userDrawn="1"/>
        </p:nvSpPr>
        <p:spPr>
          <a:xfrm>
            <a:off x="1" y="5915056"/>
            <a:ext cx="12192000" cy="94294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8" name="Graphic 12">
            <a:extLst>
              <a:ext uri="{FF2B5EF4-FFF2-40B4-BE49-F238E27FC236}">
                <a16:creationId xmlns:a16="http://schemas.microsoft.com/office/drawing/2014/main" id="{8B63C88B-0FAC-FB42-B6F4-80D1A529DCAB}"/>
              </a:ext>
            </a:extLst>
          </p:cNvPr>
          <p:cNvPicPr>
            <a:picLocks noChangeAspect="1"/>
          </p:cNvPicPr>
          <p:nvPr userDrawn="1"/>
        </p:nvPicPr>
        <p:blipFill>
          <a:blip r:embed="rId2"/>
          <a:srcRect/>
          <a:stretch/>
        </p:blipFill>
        <p:spPr>
          <a:xfrm>
            <a:off x="4870315" y="6060351"/>
            <a:ext cx="2451372" cy="612843"/>
          </a:xfrm>
          <a:prstGeom prst="rect">
            <a:avLst/>
          </a:prstGeom>
        </p:spPr>
      </p:pic>
      <p:sp>
        <p:nvSpPr>
          <p:cNvPr id="10" name="Freeform 9">
            <a:extLst>
              <a:ext uri="{FF2B5EF4-FFF2-40B4-BE49-F238E27FC236}">
                <a16:creationId xmlns:a16="http://schemas.microsoft.com/office/drawing/2014/main" id="{BD712132-CDEC-3641-9E3D-94726B2F1A29}"/>
              </a:ext>
            </a:extLst>
          </p:cNvPr>
          <p:cNvSpPr/>
          <p:nvPr userDrawn="1"/>
        </p:nvSpPr>
        <p:spPr>
          <a:xfrm>
            <a:off x="10342177" y="-1"/>
            <a:ext cx="909296" cy="468852"/>
          </a:xfrm>
          <a:custGeom>
            <a:avLst/>
            <a:gdLst>
              <a:gd name="connsiteX0" fmla="*/ 2151 w 681972"/>
              <a:gd name="connsiteY0" fmla="*/ 0 h 351639"/>
              <a:gd name="connsiteX1" fmla="*/ 679821 w 681972"/>
              <a:gd name="connsiteY1" fmla="*/ 0 h 351639"/>
              <a:gd name="connsiteX2" fmla="*/ 681972 w 681972"/>
              <a:gd name="connsiteY2" fmla="*/ 10653 h 351639"/>
              <a:gd name="connsiteX3" fmla="*/ 340986 w 681972"/>
              <a:gd name="connsiteY3" fmla="*/ 351639 h 351639"/>
              <a:gd name="connsiteX4" fmla="*/ 0 w 681972"/>
              <a:gd name="connsiteY4" fmla="*/ 10653 h 35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9">
                <a:moveTo>
                  <a:pt x="2151" y="0"/>
                </a:moveTo>
                <a:lnTo>
                  <a:pt x="679821" y="0"/>
                </a:lnTo>
                <a:lnTo>
                  <a:pt x="681972" y="10653"/>
                </a:lnTo>
                <a:cubicBezTo>
                  <a:pt x="681972" y="198974"/>
                  <a:pt x="529307" y="351639"/>
                  <a:pt x="340986" y="351639"/>
                </a:cubicBezTo>
                <a:cubicBezTo>
                  <a:pt x="152665" y="351639"/>
                  <a:pt x="0" y="198974"/>
                  <a:pt x="0" y="10653"/>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AB6A8D74-240E-094D-9B42-F592AEF534A3}"/>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TextBox 11">
            <a:extLst>
              <a:ext uri="{FF2B5EF4-FFF2-40B4-BE49-F238E27FC236}">
                <a16:creationId xmlns:a16="http://schemas.microsoft.com/office/drawing/2014/main" id="{4D75B536-EBC7-4B40-8C47-A4B1834E410D}"/>
              </a:ext>
            </a:extLst>
          </p:cNvPr>
          <p:cNvSpPr txBox="1"/>
          <p:nvPr userDrawn="1"/>
        </p:nvSpPr>
        <p:spPr>
          <a:xfrm>
            <a:off x="0" y="2897304"/>
            <a:ext cx="12192000" cy="985648"/>
          </a:xfrm>
          <a:prstGeom prst="rect">
            <a:avLst/>
          </a:prstGeom>
          <a:noFill/>
        </p:spPr>
        <p:txBody>
          <a:bodyPr wrap="square" rtlCol="0" anchor="ctr">
            <a:noAutofit/>
          </a:bodyPr>
          <a:lstStyle/>
          <a:p>
            <a:pPr algn="ctr"/>
            <a:r>
              <a:rPr lang="en-US" sz="4800" b="1">
                <a:solidFill>
                  <a:srgbClr val="171717"/>
                </a:solidFill>
                <a:latin typeface="+mj-lt"/>
                <a:ea typeface="+mj-ea"/>
                <a:cs typeface="Arial" panose="020B0604020202020204" pitchFamily="34" charset="0"/>
              </a:rPr>
              <a:t>Thank you</a:t>
            </a:r>
            <a:endParaRPr lang="en-US" sz="2400">
              <a:latin typeface="+mj-lt"/>
            </a:endParaRPr>
          </a:p>
        </p:txBody>
      </p:sp>
    </p:spTree>
    <p:extLst>
      <p:ext uri="{BB962C8B-B14F-4D97-AF65-F5344CB8AC3E}">
        <p14:creationId xmlns:p14="http://schemas.microsoft.com/office/powerpoint/2010/main" val="347734643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theme" Target="../theme/theme1.xml"/><Relationship Id="rId75"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slideLayout" Target="../slideLayouts/slideLayout75.xml"/><Relationship Id="rId3" Type="http://schemas.openxmlformats.org/officeDocument/2006/relationships/slideLayout" Target="../slideLayouts/slideLayout76.xml"/><Relationship Id="rId4" Type="http://schemas.openxmlformats.org/officeDocument/2006/relationships/slideLayout" Target="../slideLayouts/slideLayout77.xml"/><Relationship Id="rId5" Type="http://schemas.openxmlformats.org/officeDocument/2006/relationships/slideLayout" Target="../slideLayouts/slideLayout78.xml"/><Relationship Id="rId6" Type="http://schemas.openxmlformats.org/officeDocument/2006/relationships/slideLayout" Target="../slideLayouts/slideLayout79.xml"/><Relationship Id="rId7" Type="http://schemas.openxmlformats.org/officeDocument/2006/relationships/slideLayout" Target="../slideLayouts/slideLayout80.xml"/><Relationship Id="rId8" Type="http://schemas.openxmlformats.org/officeDocument/2006/relationships/slideLayout" Target="../slideLayouts/slideLayout81.xml"/><Relationship Id="rId9" Type="http://schemas.openxmlformats.org/officeDocument/2006/relationships/slideLayout" Target="../slideLayouts/slideLayout82.xml"/><Relationship Id="rId10" Type="http://schemas.openxmlformats.org/officeDocument/2006/relationships/slideLayout" Target="../slideLayouts/slideLayout83.xml"/><Relationship Id="rId11" Type="http://schemas.openxmlformats.org/officeDocument/2006/relationships/slideLayout" Target="../slideLayouts/slideLayout84.xml"/><Relationship Id="rId12" Type="http://schemas.openxmlformats.org/officeDocument/2006/relationships/slideLayout" Target="../slideLayouts/slideLayout85.xml"/><Relationship Id="rId13" Type="http://schemas.openxmlformats.org/officeDocument/2006/relationships/slideLayout" Target="../slideLayouts/slideLayout86.xml"/><Relationship Id="rId14" Type="http://schemas.openxmlformats.org/officeDocument/2006/relationships/slideLayout" Target="../slideLayouts/slideLayout87.xml"/><Relationship Id="rId15" Type="http://schemas.openxmlformats.org/officeDocument/2006/relationships/slideLayout" Target="../slideLayouts/slideLayout88.xml"/><Relationship Id="rId16"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89.xml"/><Relationship Id="rId2" Type="http://schemas.openxmlformats.org/officeDocument/2006/relationships/slideLayout" Target="../slideLayouts/slideLayout90.xml"/><Relationship Id="rId3" Type="http://schemas.openxmlformats.org/officeDocument/2006/relationships/slideLayout" Target="../slideLayouts/slideLayout91.xml"/><Relationship Id="rId4" Type="http://schemas.openxmlformats.org/officeDocument/2006/relationships/slideLayout" Target="../slideLayouts/slideLayout92.xml"/><Relationship Id="rId5" Type="http://schemas.openxmlformats.org/officeDocument/2006/relationships/slideLayout" Target="../slideLayouts/slideLayout93.xml"/><Relationship Id="rId6" Type="http://schemas.openxmlformats.org/officeDocument/2006/relationships/slideLayout" Target="../slideLayouts/slideLayout94.xml"/><Relationship Id="rId7" Type="http://schemas.openxmlformats.org/officeDocument/2006/relationships/slideLayout" Target="../slideLayouts/slideLayout95.xml"/><Relationship Id="rId8" Type="http://schemas.openxmlformats.org/officeDocument/2006/relationships/slideLayout" Target="../slideLayouts/slideLayout96.xml"/><Relationship Id="rId9" Type="http://schemas.openxmlformats.org/officeDocument/2006/relationships/slideLayout" Target="../slideLayouts/slideLayout97.xml"/><Relationship Id="rId10" Type="http://schemas.openxmlformats.org/officeDocument/2006/relationships/slideLayout" Target="../slideLayouts/slideLayout98.xml"/><Relationship Id="rId11" Type="http://schemas.openxmlformats.org/officeDocument/2006/relationships/slideLayout" Target="../slideLayouts/slideLayout99.xml"/><Relationship Id="rId12" Type="http://schemas.openxmlformats.org/officeDocument/2006/relationships/slideLayout" Target="../slideLayouts/slideLayout100.xml"/><Relationship Id="rId13" Type="http://schemas.openxmlformats.org/officeDocument/2006/relationships/slideLayout" Target="../slideLayouts/slideLayout101.xml"/><Relationship Id="rId14" Type="http://schemas.openxmlformats.org/officeDocument/2006/relationships/slideLayout" Target="../slideLayouts/slideLayout102.xml"/><Relationship Id="rId15" Type="http://schemas.openxmlformats.org/officeDocument/2006/relationships/slideLayout" Target="../slideLayouts/slideLayout103.xml"/><Relationship Id="rId16" Type="http://schemas.openxmlformats.org/officeDocument/2006/relationships/slideLayout" Target="../slideLayouts/slideLayout104.xml"/><Relationship Id="rId17" Type="http://schemas.openxmlformats.org/officeDocument/2006/relationships/slideLayout" Target="../slideLayouts/slideLayout105.xml"/><Relationship Id="rId18" Type="http://schemas.openxmlformats.org/officeDocument/2006/relationships/slideLayout" Target="../slideLayouts/slideLayout106.xml"/><Relationship Id="rId19" Type="http://schemas.openxmlformats.org/officeDocument/2006/relationships/slideLayout" Target="../slideLayouts/slideLayout107.xml"/><Relationship Id="rId20" Type="http://schemas.openxmlformats.org/officeDocument/2006/relationships/slideLayout" Target="../slideLayouts/slideLayout108.xml"/><Relationship Id="rId21" Type="http://schemas.openxmlformats.org/officeDocument/2006/relationships/slideLayout" Target="../slideLayouts/slideLayout109.xml"/><Relationship Id="rId22" Type="http://schemas.openxmlformats.org/officeDocument/2006/relationships/slideLayout" Target="../slideLayouts/slideLayout110.xml"/><Relationship Id="rId23" Type="http://schemas.openxmlformats.org/officeDocument/2006/relationships/slideLayout" Target="../slideLayouts/slideLayout111.xml"/><Relationship Id="rId24" Type="http://schemas.openxmlformats.org/officeDocument/2006/relationships/slideLayout" Target="../slideLayouts/slideLayout112.xml"/><Relationship Id="rId25" Type="http://schemas.openxmlformats.org/officeDocument/2006/relationships/slideLayout" Target="../slideLayouts/slideLayout113.xml"/><Relationship Id="rId26" Type="http://schemas.openxmlformats.org/officeDocument/2006/relationships/slideLayout" Target="../slideLayouts/slideLayout114.xml"/><Relationship Id="rId27" Type="http://schemas.openxmlformats.org/officeDocument/2006/relationships/slideLayout" Target="../slideLayouts/slideLayout115.xml"/><Relationship Id="rId28" Type="http://schemas.openxmlformats.org/officeDocument/2006/relationships/slideLayout" Target="../slideLayouts/slideLayout116.xml"/><Relationship Id="rId29" Type="http://schemas.openxmlformats.org/officeDocument/2006/relationships/slideLayout" Target="../slideLayouts/slideLayout117.xml"/><Relationship Id="rId30" Type="http://schemas.openxmlformats.org/officeDocument/2006/relationships/slideLayout" Target="../slideLayouts/slideLayout118.xml"/><Relationship Id="rId31" Type="http://schemas.openxmlformats.org/officeDocument/2006/relationships/slideLayout" Target="../slideLayouts/slideLayout119.xml"/><Relationship Id="rId32" Type="http://schemas.openxmlformats.org/officeDocument/2006/relationships/slideLayout" Target="../slideLayouts/slideLayout120.xml"/><Relationship Id="rId33" Type="http://schemas.openxmlformats.org/officeDocument/2006/relationships/slideLayout" Target="../slideLayouts/slideLayout121.xml"/><Relationship Id="rId34" Type="http://schemas.openxmlformats.org/officeDocument/2006/relationships/slideLayout" Target="../slideLayouts/slideLayout122.xml"/><Relationship Id="rId35" Type="http://schemas.openxmlformats.org/officeDocument/2006/relationships/slideLayout" Target="../slideLayouts/slideLayout123.xml"/><Relationship Id="rId36" Type="http://schemas.openxmlformats.org/officeDocument/2006/relationships/slideLayout" Target="../slideLayouts/slideLayout124.xml"/><Relationship Id="rId37" Type="http://schemas.openxmlformats.org/officeDocument/2006/relationships/slideLayout" Target="../slideLayouts/slideLayout125.xml"/><Relationship Id="rId38" Type="http://schemas.openxmlformats.org/officeDocument/2006/relationships/slideLayout" Target="../slideLayouts/slideLayout126.xml"/><Relationship Id="rId39" Type="http://schemas.openxmlformats.org/officeDocument/2006/relationships/slideLayout" Target="../slideLayouts/slideLayout127.xml"/><Relationship Id="rId40" Type="http://schemas.openxmlformats.org/officeDocument/2006/relationships/slideLayout" Target="../slideLayouts/slideLayout128.xml"/><Relationship Id="rId41" Type="http://schemas.openxmlformats.org/officeDocument/2006/relationships/slideLayout" Target="../slideLayouts/slideLayout129.xml"/><Relationship Id="rId42" Type="http://schemas.openxmlformats.org/officeDocument/2006/relationships/slideLayout" Target="../slideLayouts/slideLayout130.xml"/><Relationship Id="rId43" Type="http://schemas.openxmlformats.org/officeDocument/2006/relationships/slideLayout" Target="../slideLayouts/slideLayout131.xml"/><Relationship Id="rId44" Type="http://schemas.openxmlformats.org/officeDocument/2006/relationships/slideLayout" Target="../slideLayouts/slideLayout132.xml"/><Relationship Id="rId45" Type="http://schemas.openxmlformats.org/officeDocument/2006/relationships/slideLayout" Target="../slideLayouts/slideLayout133.xml"/><Relationship Id="rId46" Type="http://schemas.openxmlformats.org/officeDocument/2006/relationships/slideLayout" Target="../slideLayouts/slideLayout134.xml"/><Relationship Id="rId47" Type="http://schemas.openxmlformats.org/officeDocument/2006/relationships/slideLayout" Target="../slideLayouts/slideLayout135.xml"/><Relationship Id="rId48" Type="http://schemas.openxmlformats.org/officeDocument/2006/relationships/slideLayout" Target="../slideLayouts/slideLayout136.xml"/><Relationship Id="rId49" Type="http://schemas.openxmlformats.org/officeDocument/2006/relationships/slideLayout" Target="../slideLayouts/slideLayout137.xml"/><Relationship Id="rId50" Type="http://schemas.openxmlformats.org/officeDocument/2006/relationships/slideLayout" Target="../slideLayouts/slideLayout138.xml"/><Relationship Id="rId51" Type="http://schemas.openxmlformats.org/officeDocument/2006/relationships/slideLayout" Target="../slideLayouts/slideLayout139.xml"/><Relationship Id="rId52" Type="http://schemas.openxmlformats.org/officeDocument/2006/relationships/slideLayout" Target="../slideLayouts/slideLayout140.xml"/><Relationship Id="rId53" Type="http://schemas.openxmlformats.org/officeDocument/2006/relationships/slideLayout" Target="../slideLayouts/slideLayout141.xml"/><Relationship Id="rId54" Type="http://schemas.openxmlformats.org/officeDocument/2006/relationships/slideLayout" Target="../slideLayouts/slideLayout142.xml"/><Relationship Id="rId55" Type="http://schemas.openxmlformats.org/officeDocument/2006/relationships/slideLayout" Target="../slideLayouts/slideLayout143.xml"/><Relationship Id="rId56" Type="http://schemas.openxmlformats.org/officeDocument/2006/relationships/slideLayout" Target="../slideLayouts/slideLayout144.xml"/><Relationship Id="rId57" Type="http://schemas.openxmlformats.org/officeDocument/2006/relationships/slideLayout" Target="../slideLayouts/slideLayout145.xml"/><Relationship Id="rId58" Type="http://schemas.openxmlformats.org/officeDocument/2006/relationships/slideLayout" Target="../slideLayouts/slideLayout146.xml"/><Relationship Id="rId59" Type="http://schemas.openxmlformats.org/officeDocument/2006/relationships/slideLayout" Target="../slideLayouts/slideLayout147.xml"/><Relationship Id="rId60" Type="http://schemas.openxmlformats.org/officeDocument/2006/relationships/slideLayout" Target="../slideLayouts/slideLayout148.xml"/><Relationship Id="rId61" Type="http://schemas.openxmlformats.org/officeDocument/2006/relationships/slideLayout" Target="../slideLayouts/slideLayout149.xml"/><Relationship Id="rId62" Type="http://schemas.openxmlformats.org/officeDocument/2006/relationships/slideLayout" Target="../slideLayouts/slideLayout150.xml"/><Relationship Id="rId63" Type="http://schemas.openxmlformats.org/officeDocument/2006/relationships/slideLayout" Target="../slideLayouts/slideLayout151.xml"/><Relationship Id="rId64" Type="http://schemas.openxmlformats.org/officeDocument/2006/relationships/slideLayout" Target="../slideLayouts/slideLayout152.xml"/><Relationship Id="rId65" Type="http://schemas.openxmlformats.org/officeDocument/2006/relationships/slideLayout" Target="../slideLayouts/slideLayout153.xml"/><Relationship Id="rId66" Type="http://schemas.openxmlformats.org/officeDocument/2006/relationships/slideLayout" Target="../slideLayouts/slideLayout154.xml"/><Relationship Id="rId67" Type="http://schemas.openxmlformats.org/officeDocument/2006/relationships/slideLayout" Target="../slideLayouts/slideLayout155.xml"/><Relationship Id="rId68" Type="http://schemas.openxmlformats.org/officeDocument/2006/relationships/slideLayout" Target="../slideLayouts/slideLayout156.xml"/><Relationship Id="rId69" Type="http://schemas.openxmlformats.org/officeDocument/2006/relationships/slideLayout" Target="../slideLayouts/slideLayout157.xml"/><Relationship Id="rId70" Type="http://schemas.openxmlformats.org/officeDocument/2006/relationships/slideLayout" Target="../slideLayouts/slideLayout158.xml"/><Relationship Id="rId71" Type="http://schemas.openxmlformats.org/officeDocument/2006/relationships/slideLayout" Target="../slideLayouts/slideLayout159.xml"/><Relationship Id="rId72" Type="http://schemas.openxmlformats.org/officeDocument/2006/relationships/slideLayout" Target="../slideLayouts/slideLayout160.xml"/><Relationship Id="rId73" Type="http://schemas.openxmlformats.org/officeDocument/2006/relationships/slideLayout" Target="../slideLayouts/slideLayout161.xml"/><Relationship Id="rId74" Type="http://schemas.openxmlformats.org/officeDocument/2006/relationships/slideLayout" Target="../slideLayouts/slideLayout162.xml"/><Relationship Id="rId75" Type="http://schemas.openxmlformats.org/officeDocument/2006/relationships/slideLayout" Target="../slideLayouts/slideLayout163.xml"/><Relationship Id="rId76" Type="http://schemas.openxmlformats.org/officeDocument/2006/relationships/slideLayout" Target="../slideLayouts/slideLayout164.xml"/><Relationship Id="rId77" Type="http://schemas.openxmlformats.org/officeDocument/2006/relationships/slideLayout" Target="../slideLayouts/slideLayout165.xml"/><Relationship Id="rId78" Type="http://schemas.openxmlformats.org/officeDocument/2006/relationships/slideLayout" Target="../slideLayouts/slideLayout166.xml"/><Relationship Id="rId79" Type="http://schemas.openxmlformats.org/officeDocument/2006/relationships/slideLayout" Target="../slideLayouts/slideLayout167.xml"/><Relationship Id="rId80" Type="http://schemas.openxmlformats.org/officeDocument/2006/relationships/slideLayout" Target="../slideLayouts/slideLayout168.xml"/><Relationship Id="rId81" Type="http://schemas.openxmlformats.org/officeDocument/2006/relationships/slideLayout" Target="../slideLayouts/slideLayout169.xml"/><Relationship Id="rId82" Type="http://schemas.openxmlformats.org/officeDocument/2006/relationships/slideLayout" Target="../slideLayouts/slideLayout170.xml"/><Relationship Id="rId83" Type="http://schemas.openxmlformats.org/officeDocument/2006/relationships/slideLayout" Target="../slideLayouts/slideLayout171.xml"/><Relationship Id="rId84" Type="http://schemas.openxmlformats.org/officeDocument/2006/relationships/slideLayout" Target="../slideLayouts/slideLayout172.xml"/><Relationship Id="rId85" Type="http://schemas.openxmlformats.org/officeDocument/2006/relationships/theme" Target="../theme/theme3.xml"/><Relationship Id="rId86" Type="http://schemas.openxmlformats.org/officeDocument/2006/relationships/tags" Target="../tags/tag3.xml"/><Relationship Id="rId87" Type="http://schemas.openxmlformats.org/officeDocument/2006/relationships/oleObject" Target="../embeddings/oleObject2.bin"/><Relationship Id="rId88" Type="http://schemas.openxmlformats.org/officeDocument/2006/relationships/image" Target="../media/image12.emf"/><Relationship Id="rId89" Type="http://schemas.openxmlformats.org/officeDocument/2006/relationships/image" Target="../media/image13.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73.xml"/><Relationship Id="rId2" Type="http://schemas.openxmlformats.org/officeDocument/2006/relationships/slideLayout" Target="../slideLayouts/slideLayout174.xml"/><Relationship Id="rId3" Type="http://schemas.openxmlformats.org/officeDocument/2006/relationships/slideLayout" Target="../slideLayouts/slideLayout175.xml"/><Relationship Id="rId4" Type="http://schemas.openxmlformats.org/officeDocument/2006/relationships/slideLayout" Target="../slideLayouts/slideLayout176.xml"/><Relationship Id="rId5" Type="http://schemas.openxmlformats.org/officeDocument/2006/relationships/slideLayout" Target="../slideLayouts/slideLayout177.xml"/><Relationship Id="rId6" Type="http://schemas.openxmlformats.org/officeDocument/2006/relationships/slideLayout" Target="../slideLayouts/slideLayout178.xml"/><Relationship Id="rId7" Type="http://schemas.openxmlformats.org/officeDocument/2006/relationships/slideLayout" Target="../slideLayouts/slideLayout179.xml"/><Relationship Id="rId8" Type="http://schemas.openxmlformats.org/officeDocument/2006/relationships/slideLayout" Target="../slideLayouts/slideLayout180.xml"/><Relationship Id="rId9" Type="http://schemas.openxmlformats.org/officeDocument/2006/relationships/slideLayout" Target="../slideLayouts/slideLayout181.xml"/><Relationship Id="rId10" Type="http://schemas.openxmlformats.org/officeDocument/2006/relationships/slideLayout" Target="../slideLayouts/slideLayout182.xml"/><Relationship Id="rId11" Type="http://schemas.openxmlformats.org/officeDocument/2006/relationships/slideLayout" Target="../slideLayouts/slideLayout183.xml"/><Relationship Id="rId12" Type="http://schemas.openxmlformats.org/officeDocument/2006/relationships/slideLayout" Target="../slideLayouts/slideLayout184.xml"/><Relationship Id="rId13" Type="http://schemas.openxmlformats.org/officeDocument/2006/relationships/slideLayout" Target="../slideLayouts/slideLayout185.xml"/><Relationship Id="rId14" Type="http://schemas.openxmlformats.org/officeDocument/2006/relationships/slideLayout" Target="../slideLayouts/slideLayout186.xml"/><Relationship Id="rId15" Type="http://schemas.openxmlformats.org/officeDocument/2006/relationships/slideLayout" Target="../slideLayouts/slideLayout187.xml"/><Relationship Id="rId16" Type="http://schemas.openxmlformats.org/officeDocument/2006/relationships/slideLayout" Target="../slideLayouts/slideLayout188.xml"/><Relationship Id="rId17" Type="http://schemas.openxmlformats.org/officeDocument/2006/relationships/slideLayout" Target="../slideLayouts/slideLayout189.xml"/><Relationship Id="rId18" Type="http://schemas.openxmlformats.org/officeDocument/2006/relationships/slideLayout" Target="../slideLayouts/slideLayout190.xml"/><Relationship Id="rId19" Type="http://schemas.openxmlformats.org/officeDocument/2006/relationships/slideLayout" Target="../slideLayouts/slideLayout191.xml"/><Relationship Id="rId20" Type="http://schemas.openxmlformats.org/officeDocument/2006/relationships/slideLayout" Target="../slideLayouts/slideLayout192.xml"/><Relationship Id="rId21" Type="http://schemas.openxmlformats.org/officeDocument/2006/relationships/slideLayout" Target="../slideLayouts/slideLayout193.xml"/><Relationship Id="rId22" Type="http://schemas.openxmlformats.org/officeDocument/2006/relationships/slideLayout" Target="../slideLayouts/slideLayout194.xml"/><Relationship Id="rId23" Type="http://schemas.openxmlformats.org/officeDocument/2006/relationships/slideLayout" Target="../slideLayouts/slideLayout195.xml"/><Relationship Id="rId24" Type="http://schemas.openxmlformats.org/officeDocument/2006/relationships/slideLayout" Target="../slideLayouts/slideLayout196.xml"/><Relationship Id="rId25" Type="http://schemas.openxmlformats.org/officeDocument/2006/relationships/slideLayout" Target="../slideLayouts/slideLayout197.xml"/><Relationship Id="rId26" Type="http://schemas.openxmlformats.org/officeDocument/2006/relationships/slideLayout" Target="../slideLayouts/slideLayout198.xml"/><Relationship Id="rId27" Type="http://schemas.openxmlformats.org/officeDocument/2006/relationships/slideLayout" Target="../slideLayouts/slideLayout199.xml"/><Relationship Id="rId28" Type="http://schemas.openxmlformats.org/officeDocument/2006/relationships/slideLayout" Target="../slideLayouts/slideLayout200.xml"/><Relationship Id="rId29" Type="http://schemas.openxmlformats.org/officeDocument/2006/relationships/slideLayout" Target="../slideLayouts/slideLayout201.xml"/><Relationship Id="rId30" Type="http://schemas.openxmlformats.org/officeDocument/2006/relationships/slideLayout" Target="../slideLayouts/slideLayout202.xml"/><Relationship Id="rId31" Type="http://schemas.openxmlformats.org/officeDocument/2006/relationships/slideLayout" Target="../slideLayouts/slideLayout203.xml"/><Relationship Id="rId32" Type="http://schemas.openxmlformats.org/officeDocument/2006/relationships/slideLayout" Target="../slideLayouts/slideLayout204.xml"/><Relationship Id="rId33" Type="http://schemas.openxmlformats.org/officeDocument/2006/relationships/slideLayout" Target="../slideLayouts/slideLayout205.xml"/><Relationship Id="rId34" Type="http://schemas.openxmlformats.org/officeDocument/2006/relationships/slideLayout" Target="../slideLayouts/slideLayout206.xml"/><Relationship Id="rId35" Type="http://schemas.openxmlformats.org/officeDocument/2006/relationships/slideLayout" Target="../slideLayouts/slideLayout207.xml"/><Relationship Id="rId36" Type="http://schemas.openxmlformats.org/officeDocument/2006/relationships/slideLayout" Target="../slideLayouts/slideLayout208.xml"/><Relationship Id="rId37" Type="http://schemas.openxmlformats.org/officeDocument/2006/relationships/slideLayout" Target="../slideLayouts/slideLayout209.xml"/><Relationship Id="rId38" Type="http://schemas.openxmlformats.org/officeDocument/2006/relationships/slideLayout" Target="../slideLayouts/slideLayout210.xml"/><Relationship Id="rId39" Type="http://schemas.openxmlformats.org/officeDocument/2006/relationships/slideLayout" Target="../slideLayouts/slideLayout211.xml"/><Relationship Id="rId40" Type="http://schemas.openxmlformats.org/officeDocument/2006/relationships/slideLayout" Target="../slideLayouts/slideLayout212.xml"/><Relationship Id="rId41" Type="http://schemas.openxmlformats.org/officeDocument/2006/relationships/slideLayout" Target="../slideLayouts/slideLayout213.xml"/><Relationship Id="rId42" Type="http://schemas.openxmlformats.org/officeDocument/2006/relationships/slideLayout" Target="../slideLayouts/slideLayout214.xml"/><Relationship Id="rId43" Type="http://schemas.openxmlformats.org/officeDocument/2006/relationships/slideLayout" Target="../slideLayouts/slideLayout215.xml"/><Relationship Id="rId44" Type="http://schemas.openxmlformats.org/officeDocument/2006/relationships/slideLayout" Target="../slideLayouts/slideLayout216.xml"/><Relationship Id="rId45" Type="http://schemas.openxmlformats.org/officeDocument/2006/relationships/theme" Target="../theme/theme4.xml"/><Relationship Id="rId46" Type="http://schemas.openxmlformats.org/officeDocument/2006/relationships/tags" Target="../tags/tag12.xml"/><Relationship Id="rId47" Type="http://schemas.openxmlformats.org/officeDocument/2006/relationships/oleObject" Target="../embeddings/oleObject5.bin"/><Relationship Id="rId48" Type="http://schemas.openxmlformats.org/officeDocument/2006/relationships/image" Target="../media/image12.emf"/></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217.xml"/><Relationship Id="rId2" Type="http://schemas.openxmlformats.org/officeDocument/2006/relationships/slideLayout" Target="../slideLayouts/slideLayout218.xml"/><Relationship Id="rId3" Type="http://schemas.openxmlformats.org/officeDocument/2006/relationships/slideLayout" Target="../slideLayouts/slideLayout219.xml"/><Relationship Id="rId4" Type="http://schemas.openxmlformats.org/officeDocument/2006/relationships/slideLayout" Target="../slideLayouts/slideLayout220.xml"/><Relationship Id="rId5" Type="http://schemas.openxmlformats.org/officeDocument/2006/relationships/slideLayout" Target="../slideLayouts/slideLayout221.xml"/><Relationship Id="rId6" Type="http://schemas.openxmlformats.org/officeDocument/2006/relationships/slideLayout" Target="../slideLayouts/slideLayout222.xml"/><Relationship Id="rId7" Type="http://schemas.openxmlformats.org/officeDocument/2006/relationships/slideLayout" Target="../slideLayouts/slideLayout223.xml"/><Relationship Id="rId8" Type="http://schemas.openxmlformats.org/officeDocument/2006/relationships/slideLayout" Target="../slideLayouts/slideLayout224.xml"/><Relationship Id="rId9" Type="http://schemas.openxmlformats.org/officeDocument/2006/relationships/slideLayout" Target="../slideLayouts/slideLayout225.xml"/><Relationship Id="rId10" Type="http://schemas.openxmlformats.org/officeDocument/2006/relationships/slideLayout" Target="../slideLayouts/slideLayout226.xml"/><Relationship Id="rId11" Type="http://schemas.openxmlformats.org/officeDocument/2006/relationships/slideLayout" Target="../slideLayouts/slideLayout227.xml"/><Relationship Id="rId12" Type="http://schemas.openxmlformats.org/officeDocument/2006/relationships/slideLayout" Target="../slideLayouts/slideLayout228.xml"/><Relationship Id="rId13" Type="http://schemas.openxmlformats.org/officeDocument/2006/relationships/slideLayout" Target="../slideLayouts/slideLayout229.xml"/><Relationship Id="rId14" Type="http://schemas.openxmlformats.org/officeDocument/2006/relationships/slideLayout" Target="../slideLayouts/slideLayout230.xml"/><Relationship Id="rId15" Type="http://schemas.openxmlformats.org/officeDocument/2006/relationships/slideLayout" Target="../slideLayouts/slideLayout231.xml"/><Relationship Id="rId16" Type="http://schemas.openxmlformats.org/officeDocument/2006/relationships/slideLayout" Target="../slideLayouts/slideLayout232.xml"/><Relationship Id="rId17" Type="http://schemas.openxmlformats.org/officeDocument/2006/relationships/slideLayout" Target="../slideLayouts/slideLayout233.xml"/><Relationship Id="rId18" Type="http://schemas.openxmlformats.org/officeDocument/2006/relationships/slideLayout" Target="../slideLayouts/slideLayout234.xml"/><Relationship Id="rId19" Type="http://schemas.openxmlformats.org/officeDocument/2006/relationships/theme" Target="../theme/theme5.xml"/><Relationship Id="rId20" Type="http://schemas.openxmlformats.org/officeDocument/2006/relationships/tags" Target="../tags/tag13.xml"/><Relationship Id="rId21" Type="http://schemas.openxmlformats.org/officeDocument/2006/relationships/oleObject" Target="../embeddings/oleObject6.bin"/><Relationship Id="rId22" Type="http://schemas.openxmlformats.org/officeDocument/2006/relationships/image" Target="../media/image18.emf"/></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235.xml"/><Relationship Id="rId2" Type="http://schemas.openxmlformats.org/officeDocument/2006/relationships/slideLayout" Target="../slideLayouts/slideLayout236.xml"/><Relationship Id="rId3" Type="http://schemas.openxmlformats.org/officeDocument/2006/relationships/slideLayout" Target="../slideLayouts/slideLayout237.xml"/><Relationship Id="rId4" Type="http://schemas.openxmlformats.org/officeDocument/2006/relationships/slideLayout" Target="../slideLayouts/slideLayout238.xml"/><Relationship Id="rId5" Type="http://schemas.openxmlformats.org/officeDocument/2006/relationships/slideLayout" Target="../slideLayouts/slideLayout239.xml"/><Relationship Id="rId6" Type="http://schemas.openxmlformats.org/officeDocument/2006/relationships/slideLayout" Target="../slideLayouts/slideLayout240.xml"/><Relationship Id="rId7" Type="http://schemas.openxmlformats.org/officeDocument/2006/relationships/slideLayout" Target="../slideLayouts/slideLayout241.xml"/><Relationship Id="rId8" Type="http://schemas.openxmlformats.org/officeDocument/2006/relationships/slideLayout" Target="../slideLayouts/slideLayout242.xml"/><Relationship Id="rId9" Type="http://schemas.openxmlformats.org/officeDocument/2006/relationships/slideLayout" Target="../slideLayouts/slideLayout243.xml"/><Relationship Id="rId10" Type="http://schemas.openxmlformats.org/officeDocument/2006/relationships/slideLayout" Target="../slideLayouts/slideLayout244.xml"/><Relationship Id="rId11" Type="http://schemas.openxmlformats.org/officeDocument/2006/relationships/slideLayout" Target="../slideLayouts/slideLayout245.xml"/><Relationship Id="rId12" Type="http://schemas.openxmlformats.org/officeDocument/2006/relationships/slideLayout" Target="../slideLayouts/slideLayout246.xml"/><Relationship Id="rId13" Type="http://schemas.openxmlformats.org/officeDocument/2006/relationships/slideLayout" Target="../slideLayouts/slideLayout247.xml"/><Relationship Id="rId14" Type="http://schemas.openxmlformats.org/officeDocument/2006/relationships/slideLayout" Target="../slideLayouts/slideLayout248.xml"/><Relationship Id="rId15" Type="http://schemas.openxmlformats.org/officeDocument/2006/relationships/slideLayout" Target="../slideLayouts/slideLayout249.xml"/><Relationship Id="rId16" Type="http://schemas.openxmlformats.org/officeDocument/2006/relationships/slideLayout" Target="../slideLayouts/slideLayout250.xml"/><Relationship Id="rId17" Type="http://schemas.openxmlformats.org/officeDocument/2006/relationships/theme" Target="../theme/theme6.xml"/><Relationship Id="rId18" Type="http://schemas.openxmlformats.org/officeDocument/2006/relationships/tags" Target="../tags/tag16.xml"/><Relationship Id="rId19" Type="http://schemas.openxmlformats.org/officeDocument/2006/relationships/oleObject" Target="../embeddings/oleObject8.bin"/><Relationship Id="rId20" Type="http://schemas.openxmlformats.org/officeDocument/2006/relationships/image" Target="../media/image26.emf"/></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251.xml"/><Relationship Id="rId2" Type="http://schemas.openxmlformats.org/officeDocument/2006/relationships/slideLayout" Target="../slideLayouts/slideLayout252.xml"/><Relationship Id="rId3" Type="http://schemas.openxmlformats.org/officeDocument/2006/relationships/slideLayout" Target="../slideLayouts/slideLayout253.xml"/><Relationship Id="rId4" Type="http://schemas.openxmlformats.org/officeDocument/2006/relationships/slideLayout" Target="../slideLayouts/slideLayout254.xml"/><Relationship Id="rId5" Type="http://schemas.openxmlformats.org/officeDocument/2006/relationships/slideLayout" Target="../slideLayouts/slideLayout255.xml"/><Relationship Id="rId6" Type="http://schemas.openxmlformats.org/officeDocument/2006/relationships/slideLayout" Target="../slideLayouts/slideLayout256.xml"/><Relationship Id="rId7" Type="http://schemas.openxmlformats.org/officeDocument/2006/relationships/slideLayout" Target="../slideLayouts/slideLayout257.xml"/><Relationship Id="rId8" Type="http://schemas.openxmlformats.org/officeDocument/2006/relationships/slideLayout" Target="../slideLayouts/slideLayout258.xml"/><Relationship Id="rId9" Type="http://schemas.openxmlformats.org/officeDocument/2006/relationships/slideLayout" Target="../slideLayouts/slideLayout259.xml"/><Relationship Id="rId10" Type="http://schemas.openxmlformats.org/officeDocument/2006/relationships/slideLayout" Target="../slideLayouts/slideLayout260.xml"/><Relationship Id="rId11" Type="http://schemas.openxmlformats.org/officeDocument/2006/relationships/slideLayout" Target="../slideLayouts/slideLayout261.xml"/><Relationship Id="rId12" Type="http://schemas.openxmlformats.org/officeDocument/2006/relationships/slideLayout" Target="../slideLayouts/slideLayout262.xml"/><Relationship Id="rId13" Type="http://schemas.openxmlformats.org/officeDocument/2006/relationships/slideLayout" Target="../slideLayouts/slideLayout263.xml"/><Relationship Id="rId14" Type="http://schemas.openxmlformats.org/officeDocument/2006/relationships/slideLayout" Target="../slideLayouts/slideLayout264.xml"/><Relationship Id="rId15" Type="http://schemas.openxmlformats.org/officeDocument/2006/relationships/slideLayout" Target="../slideLayouts/slideLayout265.xml"/><Relationship Id="rId16" Type="http://schemas.openxmlformats.org/officeDocument/2006/relationships/slideLayout" Target="../slideLayouts/slideLayout266.xml"/><Relationship Id="rId17" Type="http://schemas.openxmlformats.org/officeDocument/2006/relationships/slideLayout" Target="../slideLayouts/slideLayout267.xml"/><Relationship Id="rId18" Type="http://schemas.openxmlformats.org/officeDocument/2006/relationships/slideLayout" Target="../slideLayouts/slideLayout268.xml"/><Relationship Id="rId19" Type="http://schemas.openxmlformats.org/officeDocument/2006/relationships/slideLayout" Target="../slideLayouts/slideLayout269.xml"/><Relationship Id="rId20" Type="http://schemas.openxmlformats.org/officeDocument/2006/relationships/slideLayout" Target="../slideLayouts/slideLayout270.xml"/><Relationship Id="rId21" Type="http://schemas.openxmlformats.org/officeDocument/2006/relationships/slideLayout" Target="../slideLayouts/slideLayout271.xml"/><Relationship Id="rId22" Type="http://schemas.openxmlformats.org/officeDocument/2006/relationships/slideLayout" Target="../slideLayouts/slideLayout272.xml"/><Relationship Id="rId23" Type="http://schemas.openxmlformats.org/officeDocument/2006/relationships/slideLayout" Target="../slideLayouts/slideLayout273.xml"/><Relationship Id="rId24" Type="http://schemas.openxmlformats.org/officeDocument/2006/relationships/slideLayout" Target="../slideLayouts/slideLayout274.xml"/><Relationship Id="rId25" Type="http://schemas.openxmlformats.org/officeDocument/2006/relationships/slideLayout" Target="../slideLayouts/slideLayout275.xml"/><Relationship Id="rId26" Type="http://schemas.openxmlformats.org/officeDocument/2006/relationships/slideLayout" Target="../slideLayouts/slideLayout276.xml"/><Relationship Id="rId27" Type="http://schemas.openxmlformats.org/officeDocument/2006/relationships/slideLayout" Target="../slideLayouts/slideLayout277.xml"/><Relationship Id="rId28" Type="http://schemas.openxmlformats.org/officeDocument/2006/relationships/slideLayout" Target="../slideLayouts/slideLayout278.xml"/><Relationship Id="rId29" Type="http://schemas.openxmlformats.org/officeDocument/2006/relationships/slideLayout" Target="../slideLayouts/slideLayout279.xml"/><Relationship Id="rId30" Type="http://schemas.openxmlformats.org/officeDocument/2006/relationships/slideLayout" Target="../slideLayouts/slideLayout280.xml"/><Relationship Id="rId31" Type="http://schemas.openxmlformats.org/officeDocument/2006/relationships/slideLayout" Target="../slideLayouts/slideLayout281.xml"/><Relationship Id="rId32" Type="http://schemas.openxmlformats.org/officeDocument/2006/relationships/slideLayout" Target="../slideLayouts/slideLayout282.xml"/><Relationship Id="rId33" Type="http://schemas.openxmlformats.org/officeDocument/2006/relationships/slideLayout" Target="../slideLayouts/slideLayout283.xml"/><Relationship Id="rId34" Type="http://schemas.openxmlformats.org/officeDocument/2006/relationships/slideLayout" Target="../slideLayouts/slideLayout284.xml"/><Relationship Id="rId35" Type="http://schemas.openxmlformats.org/officeDocument/2006/relationships/slideLayout" Target="../slideLayouts/slideLayout285.xml"/><Relationship Id="rId36" Type="http://schemas.openxmlformats.org/officeDocument/2006/relationships/slideLayout" Target="../slideLayouts/slideLayout286.xml"/><Relationship Id="rId37" Type="http://schemas.openxmlformats.org/officeDocument/2006/relationships/slideLayout" Target="../slideLayouts/slideLayout287.xml"/><Relationship Id="rId38" Type="http://schemas.openxmlformats.org/officeDocument/2006/relationships/slideLayout" Target="../slideLayouts/slideLayout288.xml"/><Relationship Id="rId39" Type="http://schemas.openxmlformats.org/officeDocument/2006/relationships/slideLayout" Target="../slideLayouts/slideLayout289.xml"/><Relationship Id="rId40" Type="http://schemas.openxmlformats.org/officeDocument/2006/relationships/slideLayout" Target="../slideLayouts/slideLayout290.xml"/><Relationship Id="rId41" Type="http://schemas.openxmlformats.org/officeDocument/2006/relationships/slideLayout" Target="../slideLayouts/slideLayout291.xml"/><Relationship Id="rId42" Type="http://schemas.openxmlformats.org/officeDocument/2006/relationships/slideLayout" Target="../slideLayouts/slideLayout292.xml"/><Relationship Id="rId43" Type="http://schemas.openxmlformats.org/officeDocument/2006/relationships/slideLayout" Target="../slideLayouts/slideLayout293.xml"/><Relationship Id="rId44" Type="http://schemas.openxmlformats.org/officeDocument/2006/relationships/slideLayout" Target="../slideLayouts/slideLayout294.xml"/><Relationship Id="rId45" Type="http://schemas.openxmlformats.org/officeDocument/2006/relationships/slideLayout" Target="../slideLayouts/slideLayout295.xml"/><Relationship Id="rId46" Type="http://schemas.openxmlformats.org/officeDocument/2006/relationships/slideLayout" Target="../slideLayouts/slideLayout296.xml"/><Relationship Id="rId47" Type="http://schemas.openxmlformats.org/officeDocument/2006/relationships/slideLayout" Target="../slideLayouts/slideLayout297.xml"/><Relationship Id="rId48" Type="http://schemas.openxmlformats.org/officeDocument/2006/relationships/slideLayout" Target="../slideLayouts/slideLayout298.xml"/><Relationship Id="rId49" Type="http://schemas.openxmlformats.org/officeDocument/2006/relationships/slideLayout" Target="../slideLayouts/slideLayout299.xml"/><Relationship Id="rId50" Type="http://schemas.openxmlformats.org/officeDocument/2006/relationships/slideLayout" Target="../slideLayouts/slideLayout300.xml"/><Relationship Id="rId51" Type="http://schemas.openxmlformats.org/officeDocument/2006/relationships/slideLayout" Target="../slideLayouts/slideLayout301.xml"/><Relationship Id="rId52" Type="http://schemas.openxmlformats.org/officeDocument/2006/relationships/slideLayout" Target="../slideLayouts/slideLayout302.xml"/><Relationship Id="rId53" Type="http://schemas.openxmlformats.org/officeDocument/2006/relationships/slideLayout" Target="../slideLayouts/slideLayout303.xml"/><Relationship Id="rId54" Type="http://schemas.openxmlformats.org/officeDocument/2006/relationships/theme" Target="../theme/theme7.xml"/><Relationship Id="rId55" Type="http://schemas.openxmlformats.org/officeDocument/2006/relationships/image" Target="../media/image10.png"/><Relationship Id="rId56" Type="http://schemas.openxmlformats.org/officeDocument/2006/relationships/image" Target="../media/image1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9699151A-712D-4B42-B57E-14532744C92E}"/>
              </a:ext>
            </a:extLst>
          </p:cNvPr>
          <p:cNvPicPr>
            <a:picLocks noChangeAspect="1"/>
          </p:cNvPicPr>
          <p:nvPr userDrawn="1"/>
        </p:nvPicPr>
        <p:blipFill>
          <a:blip r:embed="rId75"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
        <p:nvSpPr>
          <p:cNvPr id="9" name="Slide Number Placeholder 5">
            <a:extLst>
              <a:ext uri="{FF2B5EF4-FFF2-40B4-BE49-F238E27FC236}">
                <a16:creationId xmlns:a16="http://schemas.microsoft.com/office/drawing/2014/main" id="{2A0A1C7C-2856-B845-9850-547B7959A52C}"/>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solidFill>
                <a:latin typeface="Montserrat" pitchFamily="2" charset="77"/>
              </a:defRPr>
            </a:lvl1pPr>
          </a:lstStyle>
          <a:p>
            <a:fld id="{7D18A8FE-DFC8-4843-AEF2-DE4DB0CF7D65}" type="slidenum">
              <a:rPr lang="en-US" smtClean="0"/>
              <a:pPr/>
              <a:t>‹#›</a:t>
            </a:fld>
            <a:endParaRPr lang="en-US"/>
          </a:p>
        </p:txBody>
      </p:sp>
      <p:sp>
        <p:nvSpPr>
          <p:cNvPr id="10" name="Oval 9">
            <a:extLst>
              <a:ext uri="{FF2B5EF4-FFF2-40B4-BE49-F238E27FC236}">
                <a16:creationId xmlns:a16="http://schemas.microsoft.com/office/drawing/2014/main" id="{E97F5C72-EC3B-A246-9E49-29368E9565C6}"/>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Freeform 10">
            <a:extLst>
              <a:ext uri="{FF2B5EF4-FFF2-40B4-BE49-F238E27FC236}">
                <a16:creationId xmlns:a16="http://schemas.microsoft.com/office/drawing/2014/main" id="{95AF67CC-0C91-4348-B9AA-FCD8016433DB}"/>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Freeform 11">
            <a:extLst>
              <a:ext uri="{FF2B5EF4-FFF2-40B4-BE49-F238E27FC236}">
                <a16:creationId xmlns:a16="http://schemas.microsoft.com/office/drawing/2014/main" id="{3894DCD2-3DA9-0B41-AFB4-EAD27491FECF}"/>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Title Placeholder 13">
            <a:extLst>
              <a:ext uri="{FF2B5EF4-FFF2-40B4-BE49-F238E27FC236}">
                <a16:creationId xmlns:a16="http://schemas.microsoft.com/office/drawing/2014/main" id="{AE1B54B0-4A6F-8F4E-AC36-8BC50B4C6146}"/>
              </a:ext>
            </a:extLst>
          </p:cNvPr>
          <p:cNvSpPr>
            <a:spLocks noGrp="1"/>
          </p:cNvSpPr>
          <p:nvPr>
            <p:ph type="title"/>
          </p:nvPr>
        </p:nvSpPr>
        <p:spPr>
          <a:xfrm>
            <a:off x="457200" y="192969"/>
            <a:ext cx="10396483" cy="702655"/>
          </a:xfrm>
          <a:prstGeom prst="rect">
            <a:avLst/>
          </a:prstGeom>
        </p:spPr>
        <p:txBody>
          <a:bodyPr vert="horz" lIns="0" tIns="0" rIns="0" bIns="0" rtlCol="0" anchor="b">
            <a:normAutofit/>
          </a:bodyPr>
          <a:lstStyle/>
          <a:p>
            <a:r>
              <a:rPr lang="en-US"/>
              <a:t>Click to edit Master title style</a:t>
            </a:r>
          </a:p>
        </p:txBody>
      </p:sp>
      <p:sp>
        <p:nvSpPr>
          <p:cNvPr id="15" name="Text Placeholder 14">
            <a:extLst>
              <a:ext uri="{FF2B5EF4-FFF2-40B4-BE49-F238E27FC236}">
                <a16:creationId xmlns:a16="http://schemas.microsoft.com/office/drawing/2014/main" id="{F9FD7E04-C756-2947-BF55-1FC8E30D1692}"/>
              </a:ext>
            </a:extLst>
          </p:cNvPr>
          <p:cNvSpPr>
            <a:spLocks noGrp="1"/>
          </p:cNvSpPr>
          <p:nvPr>
            <p:ph type="body" idx="1"/>
          </p:nvPr>
        </p:nvSpPr>
        <p:spPr>
          <a:xfrm>
            <a:off x="457200" y="1576551"/>
            <a:ext cx="11232555" cy="4351283"/>
          </a:xfrm>
          <a:prstGeom prst="rect">
            <a:avLst/>
          </a:prstGeom>
        </p:spPr>
        <p:txBody>
          <a:bodyPr vert="horz" lIns="0" tIns="27432" rIns="0" bIns="0" rtlCol="0">
            <a:normAutofit/>
          </a:body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7E38C402-0E2C-B297-29CD-2C929636C9C8}"/>
              </a:ext>
            </a:extLst>
          </p:cNvPr>
          <p:cNvSpPr txBox="1"/>
          <p:nvPr userDrawn="1">
            <p:extLst>
              <p:ext uri="{1162E1C5-73C7-4A58-AE30-91384D911F3F}">
                <p184:classification xmlns:p184="http://schemas.microsoft.com/office/powerpoint/2018/4/main" val="hdr"/>
              </p:ext>
            </p:extLst>
          </p:nvPr>
        </p:nvSpPr>
        <p:spPr>
          <a:xfrm>
            <a:off x="63500" y="63500"/>
            <a:ext cx="1400175" cy="182880"/>
          </a:xfrm>
          <a:prstGeom prst="rect">
            <a:avLst/>
          </a:prstGeom>
        </p:spPr>
        <p:txBody>
          <a:bodyPr horzOverflow="overflow" lIns="0" tIns="0" rIns="0" bIns="0">
            <a:spAutoFit/>
          </a:bodyPr>
          <a:lstStyle/>
          <a:p>
            <a:pPr algn="l"/>
            <a:r>
              <a:rPr lang="en-US" sz="1200">
                <a:solidFill>
                  <a:srgbClr val="00B294"/>
                </a:solidFill>
                <a:latin typeface="Calibri" panose="020F0502020204030204" pitchFamily="34" charset="0"/>
                <a:ea typeface="Calibri" panose="020F0502020204030204" pitchFamily="34" charset="0"/>
                <a:cs typeface="Calibri" panose="020F0502020204030204" pitchFamily="34" charset="0"/>
              </a:rPr>
              <a:t>[Organon] Proprietary</a:t>
            </a:r>
          </a:p>
        </p:txBody>
      </p:sp>
    </p:spTree>
    <p:extLst>
      <p:ext uri="{BB962C8B-B14F-4D97-AF65-F5344CB8AC3E}">
        <p14:creationId xmlns:p14="http://schemas.microsoft.com/office/powerpoint/2010/main" val="3751961532"/>
      </p:ext>
    </p:extLst>
  </p:cSld>
  <p:clrMap bg1="lt1" tx1="dk1" bg2="lt2" tx2="dk2" accent1="accent1" accent2="accent2" accent3="accent3" accent4="accent4" accent5="accent5" accent6="accent6" hlink="hlink" folHlink="folHlink"/>
  <p:sldLayoutIdLst>
    <p:sldLayoutId id="2147483995" r:id="rId1"/>
    <p:sldLayoutId id="2147483996" r:id="rId2"/>
    <p:sldLayoutId id="2147483997" r:id="rId3"/>
    <p:sldLayoutId id="2147483998" r:id="rId4"/>
    <p:sldLayoutId id="2147483999" r:id="rId5"/>
    <p:sldLayoutId id="2147484000" r:id="rId6"/>
    <p:sldLayoutId id="2147484001" r:id="rId7"/>
    <p:sldLayoutId id="2147484002" r:id="rId8"/>
    <p:sldLayoutId id="2147484003" r:id="rId9"/>
    <p:sldLayoutId id="2147484004" r:id="rId10"/>
    <p:sldLayoutId id="2147484005" r:id="rId11"/>
    <p:sldLayoutId id="2147484006" r:id="rId12"/>
    <p:sldLayoutId id="2147484007" r:id="rId13"/>
    <p:sldLayoutId id="2147484008" r:id="rId14"/>
    <p:sldLayoutId id="2147484009" r:id="rId15"/>
    <p:sldLayoutId id="2147484010" r:id="rId16"/>
    <p:sldLayoutId id="2147484011" r:id="rId17"/>
    <p:sldLayoutId id="2147484012" r:id="rId18"/>
    <p:sldLayoutId id="2147484013" r:id="rId19"/>
    <p:sldLayoutId id="2147484014" r:id="rId20"/>
    <p:sldLayoutId id="2147484015" r:id="rId21"/>
    <p:sldLayoutId id="2147484016" r:id="rId22"/>
    <p:sldLayoutId id="2147484017" r:id="rId23"/>
    <p:sldLayoutId id="2147484018" r:id="rId24"/>
    <p:sldLayoutId id="2147484019" r:id="rId25"/>
    <p:sldLayoutId id="2147484020" r:id="rId26"/>
    <p:sldLayoutId id="2147484021" r:id="rId27"/>
    <p:sldLayoutId id="2147484022" r:id="rId28"/>
    <p:sldLayoutId id="2147484023" r:id="rId29"/>
    <p:sldLayoutId id="2147484024" r:id="rId30"/>
    <p:sldLayoutId id="2147484025" r:id="rId31"/>
    <p:sldLayoutId id="2147484026" r:id="rId32"/>
    <p:sldLayoutId id="2147484027" r:id="rId33"/>
    <p:sldLayoutId id="2147484028" r:id="rId34"/>
    <p:sldLayoutId id="2147484029" r:id="rId35"/>
    <p:sldLayoutId id="2147484030" r:id="rId36"/>
    <p:sldLayoutId id="2147484031" r:id="rId37"/>
    <p:sldLayoutId id="2147484032" r:id="rId38"/>
    <p:sldLayoutId id="2147484033" r:id="rId39"/>
    <p:sldLayoutId id="2147484034" r:id="rId40"/>
    <p:sldLayoutId id="2147484035" r:id="rId41"/>
    <p:sldLayoutId id="2147484036" r:id="rId42"/>
    <p:sldLayoutId id="2147484037" r:id="rId43"/>
    <p:sldLayoutId id="2147484038" r:id="rId44"/>
    <p:sldLayoutId id="2147484039" r:id="rId45"/>
    <p:sldLayoutId id="2147483837" r:id="rId46"/>
    <p:sldLayoutId id="2147483838" r:id="rId47"/>
    <p:sldLayoutId id="2147483858" r:id="rId48"/>
    <p:sldLayoutId id="2147483860" r:id="rId49"/>
    <p:sldLayoutId id="2147483802" r:id="rId50"/>
    <p:sldLayoutId id="2147483803" r:id="rId51"/>
    <p:sldLayoutId id="2147483804" r:id="rId52"/>
    <p:sldLayoutId id="2147483807" r:id="rId53"/>
    <p:sldLayoutId id="2147483828" r:id="rId54"/>
    <p:sldLayoutId id="2147483725" r:id="rId55"/>
    <p:sldLayoutId id="2147483726" r:id="rId56"/>
    <p:sldLayoutId id="2147483734" r:id="rId57"/>
    <p:sldLayoutId id="2147483735" r:id="rId58"/>
    <p:sldLayoutId id="2147483736" r:id="rId59"/>
    <p:sldLayoutId id="2147483737" r:id="rId60"/>
    <p:sldLayoutId id="2147483738" r:id="rId61"/>
    <p:sldLayoutId id="2147483739" r:id="rId62"/>
    <p:sldLayoutId id="2147483740" r:id="rId63"/>
    <p:sldLayoutId id="2147483741" r:id="rId64"/>
    <p:sldLayoutId id="2147483742" r:id="rId65"/>
    <p:sldLayoutId id="2147483743" r:id="rId66"/>
    <p:sldLayoutId id="2147483744" r:id="rId67"/>
    <p:sldLayoutId id="2147483745" r:id="rId68"/>
    <p:sldLayoutId id="2147483746" r:id="rId69"/>
    <p:sldLayoutId id="2147483747" r:id="rId70"/>
    <p:sldLayoutId id="2147483754" r:id="rId71"/>
    <p:sldLayoutId id="2147483755" r:id="rId72"/>
    <p:sldLayoutId id="2147483756" r:id="rId73"/>
  </p:sldLayoutIdLst>
  <p:hf hdr="0" ftr="0" dt="0"/>
  <p:txStyles>
    <p:titleStyle>
      <a:lvl1pPr algn="l" defTabSz="914377" rtl="0" eaLnBrk="1" latinLnBrk="0" hangingPunct="1">
        <a:lnSpc>
          <a:spcPct val="90000"/>
        </a:lnSpc>
        <a:spcBef>
          <a:spcPct val="0"/>
        </a:spcBef>
        <a:buNone/>
        <a:defRPr sz="2933" b="1" i="0" kern="1200">
          <a:solidFill>
            <a:schemeClr val="tx1"/>
          </a:solidFill>
          <a:latin typeface="+mj-lt"/>
          <a:ea typeface="+mj-ea"/>
          <a:cs typeface="Arial" panose="020B0604020202020204" pitchFamily="34" charset="0"/>
        </a:defRPr>
      </a:lvl1pPr>
    </p:titleStyle>
    <p:bodyStyle>
      <a:lvl1pPr marL="0" indent="0" algn="l" defTabSz="914377" rtl="0" eaLnBrk="1" latinLnBrk="0" hangingPunct="1">
        <a:lnSpc>
          <a:spcPct val="100000"/>
        </a:lnSpc>
        <a:spcBef>
          <a:spcPts val="1000"/>
        </a:spcBef>
        <a:buClr>
          <a:schemeClr val="accent1"/>
        </a:buClr>
        <a:buSzPct val="120000"/>
        <a:buFont typeface="Arial" panose="020B0604020202020204" pitchFamily="34" charset="0"/>
        <a:buNone/>
        <a:tabLst/>
        <a:defRPr sz="2133" kern="1200">
          <a:solidFill>
            <a:schemeClr val="tx1"/>
          </a:solidFill>
          <a:latin typeface="Montserrat" pitchFamily="2" charset="77"/>
          <a:ea typeface="+mn-ea"/>
          <a:cs typeface="+mn-cs"/>
        </a:defRPr>
      </a:lvl1pPr>
      <a:lvl2pPr marL="609585" indent="-243834" algn="l" defTabSz="914377" rtl="0" eaLnBrk="1" latinLnBrk="0" hangingPunct="1">
        <a:lnSpc>
          <a:spcPct val="100000"/>
        </a:lnSpc>
        <a:spcBef>
          <a:spcPts val="500"/>
        </a:spcBef>
        <a:buClr>
          <a:schemeClr val="accent1"/>
        </a:buClr>
        <a:buSzPct val="120000"/>
        <a:buFont typeface="Arial" panose="020B0604020202020204" pitchFamily="34" charset="0"/>
        <a:buChar char="•"/>
        <a:tabLst/>
        <a:defRPr sz="1867" kern="1200">
          <a:solidFill>
            <a:schemeClr val="tx1"/>
          </a:solidFill>
          <a:latin typeface="Montserrat" pitchFamily="2" charset="77"/>
          <a:ea typeface="+mn-ea"/>
          <a:cs typeface="+mn-cs"/>
        </a:defRPr>
      </a:lvl2pPr>
      <a:lvl3pPr marL="853419" indent="-243834" algn="l" defTabSz="914377" rtl="0" eaLnBrk="1" latinLnBrk="0" hangingPunct="1">
        <a:lnSpc>
          <a:spcPct val="100000"/>
        </a:lnSpc>
        <a:spcBef>
          <a:spcPts val="500"/>
        </a:spcBef>
        <a:buClr>
          <a:schemeClr val="accent1"/>
        </a:buClr>
        <a:buSzPct val="100000"/>
        <a:buFont typeface="Courier New" panose="02070309020205020404" pitchFamily="49" charset="0"/>
        <a:buChar char="o"/>
        <a:tabLst/>
        <a:defRPr sz="1600" kern="1200">
          <a:solidFill>
            <a:schemeClr val="tx1"/>
          </a:solidFill>
          <a:latin typeface="Montserrat" pitchFamily="2" charset="77"/>
          <a:ea typeface="+mn-ea"/>
          <a:cs typeface="+mn-cs"/>
        </a:defRPr>
      </a:lvl3pPr>
      <a:lvl4pPr marL="1219170" indent="-243834" algn="l" defTabSz="914377" rtl="0" eaLnBrk="1" latinLnBrk="0" hangingPunct="1">
        <a:lnSpc>
          <a:spcPct val="100000"/>
        </a:lnSpc>
        <a:spcBef>
          <a:spcPts val="500"/>
        </a:spcBef>
        <a:buClr>
          <a:schemeClr val="tx2"/>
        </a:buClr>
        <a:buSzPct val="100000"/>
        <a:buFont typeface="Arial" panose="020B0604020202020204" pitchFamily="34" charset="0"/>
        <a:buChar char="•"/>
        <a:tabLst/>
        <a:defRPr sz="1333" kern="1200">
          <a:solidFill>
            <a:schemeClr val="tx1"/>
          </a:solidFill>
          <a:latin typeface="Montserrat" pitchFamily="2" charset="77"/>
          <a:ea typeface="+mn-ea"/>
          <a:cs typeface="+mn-cs"/>
        </a:defRPr>
      </a:lvl4pPr>
      <a:lvl5pPr marL="0" indent="0" algn="l" defTabSz="914377" rtl="0" eaLnBrk="1" latinLnBrk="0" hangingPunct="1">
        <a:lnSpc>
          <a:spcPct val="100000"/>
        </a:lnSpc>
        <a:spcBef>
          <a:spcPts val="500"/>
        </a:spcBef>
        <a:spcAft>
          <a:spcPts val="200"/>
        </a:spcAft>
        <a:buClr>
          <a:schemeClr val="accent1"/>
        </a:buClr>
        <a:buFont typeface="Arial" panose="020B0604020202020204" pitchFamily="34" charset="0"/>
        <a:buNone/>
        <a:tabLst/>
        <a:defRPr sz="1867" b="1" kern="1200">
          <a:solidFill>
            <a:schemeClr val="accent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ontserrat" panose="00000500000000000000" pitchFamily="2" charset="0"/>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800">
                <a:solidFill>
                  <a:schemeClr val="tx1">
                    <a:tint val="75000"/>
                  </a:schemeClr>
                </a:solidFill>
              </a:defRPr>
            </a:lvl1pPr>
          </a:lstStyle>
          <a:p>
            <a:fld id="{7D18A8FE-DFC8-4843-AEF2-DE4DB0CF7D65}" type="slidenum">
              <a:rPr lang="en-US" smtClean="0"/>
              <a:pPr/>
              <a:t>‹#›</a:t>
            </a:fld>
            <a:endParaRPr lang="en-US" sz="800"/>
          </a:p>
        </p:txBody>
      </p:sp>
      <p:sp>
        <p:nvSpPr>
          <p:cNvPr id="9" name="TextBox 8">
            <a:extLst>
              <a:ext uri="{FF2B5EF4-FFF2-40B4-BE49-F238E27FC236}">
                <a16:creationId xmlns:a16="http://schemas.microsoft.com/office/drawing/2014/main" id="{57B9AC3F-FE8D-59C2-8CB1-CAA3EED831E8}"/>
              </a:ext>
            </a:extLst>
          </p:cNvPr>
          <p:cNvSpPr txBox="1"/>
          <p:nvPr userDrawn="1">
            <p:extLst>
              <p:ext uri="{1162E1C5-73C7-4A58-AE30-91384D911F3F}">
                <p184:classification xmlns:p184="http://schemas.microsoft.com/office/powerpoint/2018/4/main" val="hdr"/>
              </p:ext>
            </p:extLst>
          </p:nvPr>
        </p:nvSpPr>
        <p:spPr>
          <a:xfrm>
            <a:off x="63500" y="63500"/>
            <a:ext cx="1400175" cy="182880"/>
          </a:xfrm>
          <a:prstGeom prst="rect">
            <a:avLst/>
          </a:prstGeom>
        </p:spPr>
        <p:txBody>
          <a:bodyPr horzOverflow="overflow" lIns="0" tIns="0" rIns="0" bIns="0">
            <a:spAutoFit/>
          </a:bodyPr>
          <a:lstStyle/>
          <a:p>
            <a:pPr algn="l"/>
            <a:r>
              <a:rPr lang="en-US" sz="1200">
                <a:solidFill>
                  <a:srgbClr val="00B294"/>
                </a:solidFill>
                <a:latin typeface="Calibri" panose="020F0502020204030204" pitchFamily="34" charset="0"/>
                <a:ea typeface="Calibri" panose="020F0502020204030204" pitchFamily="34" charset="0"/>
                <a:cs typeface="Calibri" panose="020F0502020204030204" pitchFamily="34" charset="0"/>
              </a:rPr>
              <a:t>[Organon] Proprietary</a:t>
            </a:r>
          </a:p>
        </p:txBody>
      </p:sp>
    </p:spTree>
    <p:extLst>
      <p:ext uri="{BB962C8B-B14F-4D97-AF65-F5344CB8AC3E}">
        <p14:creationId xmlns:p14="http://schemas.microsoft.com/office/powerpoint/2010/main" val="2745451976"/>
      </p:ext>
    </p:extLst>
  </p:cSld>
  <p:clrMap bg1="lt1" tx1="dk1" bg2="lt2" tx2="dk2" accent1="accent1" accent2="accent2" accent3="accent3" accent4="accent4" accent5="accent5" accent6="accent6" hlink="hlink" folHlink="folHlink"/>
  <p:sldLayoutIdLst>
    <p:sldLayoutId id="2147484120" r:id="rId1"/>
    <p:sldLayoutId id="2147484121" r:id="rId2"/>
    <p:sldLayoutId id="2147484122" r:id="rId3"/>
    <p:sldLayoutId id="2147484123" r:id="rId4"/>
    <p:sldLayoutId id="2147484124" r:id="rId5"/>
    <p:sldLayoutId id="2147484125" r:id="rId6"/>
    <p:sldLayoutId id="2147484126" r:id="rId7"/>
    <p:sldLayoutId id="2147484127" r:id="rId8"/>
    <p:sldLayoutId id="2147484128" r:id="rId9"/>
    <p:sldLayoutId id="2147484129" r:id="rId10"/>
    <p:sldLayoutId id="2147484130" r:id="rId11"/>
    <p:sldLayoutId id="2147484131" r:id="rId12"/>
    <p:sldLayoutId id="2147484132" r:id="rId13"/>
    <p:sldLayoutId id="2147484133" r:id="rId14"/>
    <p:sldLayoutId id="2147484134" r:id="rId15"/>
  </p:sldLayoutIdLst>
  <p:hf hdr="0" ftr="0" dt="0"/>
  <p:txStyles>
    <p:titleStyle>
      <a:lvl1pPr algn="l" defTabSz="914332" rtl="0" eaLnBrk="1" latinLnBrk="0" hangingPunct="1">
        <a:lnSpc>
          <a:spcPct val="90000"/>
        </a:lnSpc>
        <a:spcBef>
          <a:spcPct val="0"/>
        </a:spcBef>
        <a:buNone/>
        <a:defRPr sz="4800" b="1" i="0" kern="1200">
          <a:solidFill>
            <a:schemeClr val="tx1"/>
          </a:solidFill>
          <a:latin typeface="Montserrat" panose="00000500000000000000" pitchFamily="2" charset="0"/>
          <a:ea typeface="+mj-ea"/>
          <a:cs typeface="Arial" panose="020B0604020202020204" pitchFamily="34" charset="0"/>
        </a:defRPr>
      </a:lvl1pPr>
    </p:titleStyle>
    <p:bodyStyle>
      <a:lvl1pPr marL="228584" indent="-228584" algn="l" defTabSz="914332" rtl="0" eaLnBrk="1" latinLnBrk="0" hangingPunct="1">
        <a:lnSpc>
          <a:spcPct val="90000"/>
        </a:lnSpc>
        <a:spcBef>
          <a:spcPts val="1000"/>
        </a:spcBef>
        <a:buClr>
          <a:schemeClr val="accent2"/>
        </a:buClr>
        <a:buSzPct val="120000"/>
        <a:buFont typeface="Arial" panose="020B0604020202020204" pitchFamily="34" charset="0"/>
        <a:buChar char="•"/>
        <a:tabLst/>
        <a:defRPr sz="2667" kern="1200">
          <a:solidFill>
            <a:schemeClr val="tx1"/>
          </a:solidFill>
          <a:latin typeface="Montserrat" panose="00000500000000000000" pitchFamily="2" charset="0"/>
          <a:ea typeface="+mn-ea"/>
          <a:cs typeface="+mn-cs"/>
        </a:defRPr>
      </a:lvl1pPr>
      <a:lvl2pPr marL="764061" indent="-224350" algn="l" defTabSz="914332" rtl="0" eaLnBrk="1" latinLnBrk="0" hangingPunct="1">
        <a:lnSpc>
          <a:spcPct val="90000"/>
        </a:lnSpc>
        <a:spcBef>
          <a:spcPts val="500"/>
        </a:spcBef>
        <a:buFont typeface="System Font Regular"/>
        <a:buChar char="–"/>
        <a:tabLst/>
        <a:defRPr sz="2400" kern="1200">
          <a:solidFill>
            <a:schemeClr val="tx1"/>
          </a:solidFill>
          <a:latin typeface="Montserrat" panose="00000500000000000000" pitchFamily="2" charset="0"/>
          <a:ea typeface="+mn-ea"/>
          <a:cs typeface="+mn-cs"/>
        </a:defRPr>
      </a:lvl2pPr>
      <a:lvl3pPr marL="998994" indent="-234933" algn="l" defTabSz="914332" rtl="0" eaLnBrk="1" latinLnBrk="0" hangingPunct="1">
        <a:lnSpc>
          <a:spcPct val="90000"/>
        </a:lnSpc>
        <a:spcBef>
          <a:spcPts val="500"/>
        </a:spcBef>
        <a:buFont typeface="Wingdings" pitchFamily="2" charset="2"/>
        <a:buChar char="§"/>
        <a:tabLst/>
        <a:defRPr sz="2400" kern="1200">
          <a:solidFill>
            <a:schemeClr val="tx1"/>
          </a:solidFill>
          <a:latin typeface="Montserrat" panose="00000500000000000000" pitchFamily="2" charset="0"/>
          <a:ea typeface="+mn-ea"/>
          <a:cs typeface="+mn-cs"/>
        </a:defRPr>
      </a:lvl3pPr>
      <a:lvl4pPr marL="1151382" indent="-253982" algn="l" defTabSz="914332" rtl="0" eaLnBrk="1" latinLnBrk="0" hangingPunct="1">
        <a:lnSpc>
          <a:spcPct val="90000"/>
        </a:lnSpc>
        <a:spcBef>
          <a:spcPts val="500"/>
        </a:spcBef>
        <a:buFont typeface="Courier New" panose="02070309020205020404" pitchFamily="49" charset="0"/>
        <a:buChar char="o"/>
        <a:tabLst/>
        <a:defRPr sz="2400" kern="1200">
          <a:solidFill>
            <a:schemeClr val="tx1"/>
          </a:solidFill>
          <a:latin typeface="Montserrat" panose="00000500000000000000" pitchFamily="2" charset="0"/>
          <a:ea typeface="+mn-ea"/>
          <a:cs typeface="+mn-cs"/>
        </a:defRPr>
      </a:lvl4pPr>
      <a:lvl5pPr marL="1375730" indent="-224350" algn="l" defTabSz="914332" rtl="0" eaLnBrk="1" latinLnBrk="0" hangingPunct="1">
        <a:lnSpc>
          <a:spcPct val="90000"/>
        </a:lnSpc>
        <a:spcBef>
          <a:spcPts val="500"/>
        </a:spcBef>
        <a:buFont typeface="Arial" panose="020B0604020202020204" pitchFamily="34" charset="0"/>
        <a:buChar char="•"/>
        <a:tabLst/>
        <a:defRPr sz="2400" kern="1200">
          <a:solidFill>
            <a:schemeClr val="tx1"/>
          </a:solidFill>
          <a:latin typeface="Montserrat" panose="00000500000000000000" pitchFamily="2" charset="0"/>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0BF4795-A953-60A9-3498-599F9EF3BE0E}"/>
              </a:ext>
            </a:extLst>
          </p:cNvPr>
          <p:cNvGraphicFramePr>
            <a:graphicFrameLocks noChangeAspect="1"/>
          </p:cNvGraphicFramePr>
          <p:nvPr userDrawn="1">
            <p:custDataLst>
              <p:tags r:id="rId86"/>
            </p:custDataLst>
            <p:extLst>
              <p:ext uri="{D42A27DB-BD31-4B8C-83A1-F6EECF244321}">
                <p14:modId xmlns:p14="http://schemas.microsoft.com/office/powerpoint/2010/main" val="4219877220"/>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87" imgW="395" imgH="396" progId="TCLayout.ActiveDocument.1">
                  <p:embed/>
                </p:oleObj>
              </mc:Choice>
              <mc:Fallback>
                <p:oleObj name="think-cell Slide" r:id="rId87" imgW="395" imgH="396" progId="TCLayout.ActiveDocument.1">
                  <p:embed/>
                  <p:pic>
                    <p:nvPicPr>
                      <p:cNvPr id="5" name="Object 4" hidden="1">
                        <a:extLst>
                          <a:ext uri="{FF2B5EF4-FFF2-40B4-BE49-F238E27FC236}">
                            <a16:creationId xmlns:a16="http://schemas.microsoft.com/office/drawing/2014/main" id="{70BF4795-A953-60A9-3498-599F9EF3BE0E}"/>
                          </a:ext>
                        </a:extLst>
                      </p:cNvPr>
                      <p:cNvPicPr/>
                      <p:nvPr/>
                    </p:nvPicPr>
                    <p:blipFill>
                      <a:blip r:embed="rId88"/>
                      <a:stretch>
                        <a:fillRect/>
                      </a:stretch>
                    </p:blipFill>
                    <p:spPr>
                      <a:xfrm>
                        <a:off x="1590" y="1590"/>
                        <a:ext cx="1588" cy="1588"/>
                      </a:xfrm>
                      <a:prstGeom prst="rect">
                        <a:avLst/>
                      </a:prstGeom>
                    </p:spPr>
                  </p:pic>
                </p:oleObj>
              </mc:Fallback>
            </mc:AlternateContent>
          </a:graphicData>
        </a:graphic>
      </p:graphicFrame>
      <p:pic>
        <p:nvPicPr>
          <p:cNvPr id="13" name="Graphic 12">
            <a:extLst>
              <a:ext uri="{FF2B5EF4-FFF2-40B4-BE49-F238E27FC236}">
                <a16:creationId xmlns:a16="http://schemas.microsoft.com/office/drawing/2014/main" id="{9699151A-712D-4B42-B57E-14532744C92E}"/>
              </a:ext>
            </a:extLst>
          </p:cNvPr>
          <p:cNvPicPr>
            <a:picLocks noChangeAspect="1"/>
          </p:cNvPicPr>
          <p:nvPr userDrawn="1"/>
        </p:nvPicPr>
        <p:blipFill>
          <a:blip r:embed="rId89"/>
          <a:srcRect/>
          <a:stretch/>
        </p:blipFill>
        <p:spPr>
          <a:xfrm>
            <a:off x="9860955" y="6338369"/>
            <a:ext cx="1828800" cy="392763"/>
          </a:xfrm>
          <a:prstGeom prst="rect">
            <a:avLst/>
          </a:prstGeom>
        </p:spPr>
      </p:pic>
      <p:sp>
        <p:nvSpPr>
          <p:cNvPr id="9" name="Slide Number Placeholder 5">
            <a:extLst>
              <a:ext uri="{FF2B5EF4-FFF2-40B4-BE49-F238E27FC236}">
                <a16:creationId xmlns:a16="http://schemas.microsoft.com/office/drawing/2014/main" id="{2A0A1C7C-2856-B845-9850-547B7959A52C}"/>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latin typeface="Montserrat" pitchFamily="2" charset="77"/>
              </a:defRPr>
            </a:lvl1pPr>
          </a:lstStyle>
          <a:p>
            <a:fld id="{7D18A8FE-DFC8-4843-AEF2-DE4DB0CF7D65}" type="slidenum">
              <a:rPr lang="en-US" smtClean="0"/>
              <a:pPr/>
              <a:t>‹#›</a:t>
            </a:fld>
            <a:endParaRPr lang="en-US"/>
          </a:p>
        </p:txBody>
      </p:sp>
      <p:sp>
        <p:nvSpPr>
          <p:cNvPr id="10" name="Oval 9">
            <a:extLst>
              <a:ext uri="{FF2B5EF4-FFF2-40B4-BE49-F238E27FC236}">
                <a16:creationId xmlns:a16="http://schemas.microsoft.com/office/drawing/2014/main" id="{E97F5C72-EC3B-A246-9E49-29368E9565C6}"/>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1" name="Freeform 10">
            <a:extLst>
              <a:ext uri="{FF2B5EF4-FFF2-40B4-BE49-F238E27FC236}">
                <a16:creationId xmlns:a16="http://schemas.microsoft.com/office/drawing/2014/main" id="{95AF67CC-0C91-4348-B9AA-FCD8016433DB}"/>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2" name="Freeform 11">
            <a:extLst>
              <a:ext uri="{FF2B5EF4-FFF2-40B4-BE49-F238E27FC236}">
                <a16:creationId xmlns:a16="http://schemas.microsoft.com/office/drawing/2014/main" id="{3894DCD2-3DA9-0B41-AFB4-EAD27491FECF}"/>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4" name="Title Placeholder 13">
            <a:extLst>
              <a:ext uri="{FF2B5EF4-FFF2-40B4-BE49-F238E27FC236}">
                <a16:creationId xmlns:a16="http://schemas.microsoft.com/office/drawing/2014/main" id="{AE1B54B0-4A6F-8F4E-AC36-8BC50B4C6146}"/>
              </a:ext>
            </a:extLst>
          </p:cNvPr>
          <p:cNvSpPr>
            <a:spLocks noGrp="1"/>
          </p:cNvSpPr>
          <p:nvPr>
            <p:ph type="title"/>
          </p:nvPr>
        </p:nvSpPr>
        <p:spPr>
          <a:xfrm>
            <a:off x="457201" y="192971"/>
            <a:ext cx="10396483" cy="702655"/>
          </a:xfrm>
          <a:prstGeom prst="rect">
            <a:avLst/>
          </a:prstGeom>
        </p:spPr>
        <p:txBody>
          <a:bodyPr vert="horz" lIns="0" tIns="0" rIns="0" bIns="0" rtlCol="0" anchor="b">
            <a:normAutofit/>
          </a:bodyPr>
          <a:lstStyle/>
          <a:p>
            <a:r>
              <a:rPr lang="en-US"/>
              <a:t>Click to edit Master title style</a:t>
            </a:r>
          </a:p>
        </p:txBody>
      </p:sp>
      <p:sp>
        <p:nvSpPr>
          <p:cNvPr id="15" name="Text Placeholder 14">
            <a:extLst>
              <a:ext uri="{FF2B5EF4-FFF2-40B4-BE49-F238E27FC236}">
                <a16:creationId xmlns:a16="http://schemas.microsoft.com/office/drawing/2014/main" id="{F9FD7E04-C756-2947-BF55-1FC8E30D1692}"/>
              </a:ext>
            </a:extLst>
          </p:cNvPr>
          <p:cNvSpPr>
            <a:spLocks noGrp="1"/>
          </p:cNvSpPr>
          <p:nvPr>
            <p:ph type="body" idx="1"/>
          </p:nvPr>
        </p:nvSpPr>
        <p:spPr>
          <a:xfrm>
            <a:off x="457201" y="1576553"/>
            <a:ext cx="11232555" cy="4351283"/>
          </a:xfrm>
          <a:prstGeom prst="rect">
            <a:avLst/>
          </a:prstGeom>
        </p:spPr>
        <p:txBody>
          <a:bodyPr vert="horz" lIns="0" tIns="27432" rIns="0" bIns="0" rtlCol="0">
            <a:normAutofit/>
          </a:body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C992DDE8-1968-5339-2D79-486784B51AC6}"/>
              </a:ext>
            </a:extLst>
          </p:cNvPr>
          <p:cNvSpPr txBox="1"/>
          <p:nvPr userDrawn="1">
            <p:extLst>
              <p:ext uri="{1162E1C5-73C7-4A58-AE30-91384D911F3F}">
                <p184:classification xmlns:p184="http://schemas.microsoft.com/office/powerpoint/2018/4/main" val="hdr"/>
              </p:ext>
            </p:extLst>
          </p:nvPr>
        </p:nvSpPr>
        <p:spPr>
          <a:xfrm>
            <a:off x="63500" y="63500"/>
            <a:ext cx="1400175" cy="182880"/>
          </a:xfrm>
          <a:prstGeom prst="rect">
            <a:avLst/>
          </a:prstGeom>
        </p:spPr>
        <p:txBody>
          <a:bodyPr horzOverflow="overflow" lIns="0" tIns="0" rIns="0" bIns="0">
            <a:spAutoFit/>
          </a:bodyPr>
          <a:lstStyle/>
          <a:p>
            <a:pPr algn="l"/>
            <a:r>
              <a:rPr lang="en-US" sz="1200">
                <a:solidFill>
                  <a:srgbClr val="00B294"/>
                </a:solidFill>
                <a:latin typeface="Calibri" panose="020F0502020204030204" pitchFamily="34" charset="0"/>
                <a:ea typeface="Calibri" panose="020F0502020204030204" pitchFamily="34" charset="0"/>
                <a:cs typeface="Calibri" panose="020F0502020204030204" pitchFamily="34" charset="0"/>
              </a:rPr>
              <a:t>[Organon] Proprietary</a:t>
            </a:r>
          </a:p>
        </p:txBody>
      </p:sp>
    </p:spTree>
    <p:extLst>
      <p:ext uri="{BB962C8B-B14F-4D97-AF65-F5344CB8AC3E}">
        <p14:creationId xmlns:p14="http://schemas.microsoft.com/office/powerpoint/2010/main" val="3443887171"/>
      </p:ext>
    </p:extLst>
  </p:cSld>
  <p:clrMap bg1="lt1" tx1="dk1" bg2="lt2" tx2="dk2" accent1="accent1" accent2="accent2" accent3="accent3" accent4="accent4" accent5="accent5" accent6="accent6" hlink="hlink" folHlink="folHlink"/>
  <p:sldLayoutIdLst>
    <p:sldLayoutId id="2147484137" r:id="rId1"/>
    <p:sldLayoutId id="2147484138" r:id="rId2"/>
    <p:sldLayoutId id="2147484139" r:id="rId3"/>
    <p:sldLayoutId id="2147484140" r:id="rId4"/>
    <p:sldLayoutId id="2147484141" r:id="rId5"/>
    <p:sldLayoutId id="2147484142" r:id="rId6"/>
    <p:sldLayoutId id="2147484143" r:id="rId7"/>
    <p:sldLayoutId id="2147484144" r:id="rId8"/>
    <p:sldLayoutId id="2147484145" r:id="rId9"/>
    <p:sldLayoutId id="2147484146" r:id="rId10"/>
    <p:sldLayoutId id="2147484147" r:id="rId11"/>
    <p:sldLayoutId id="2147484148" r:id="rId12"/>
    <p:sldLayoutId id="2147484149" r:id="rId13"/>
    <p:sldLayoutId id="2147484150" r:id="rId14"/>
    <p:sldLayoutId id="2147484151" r:id="rId15"/>
    <p:sldLayoutId id="2147484152" r:id="rId16"/>
    <p:sldLayoutId id="2147484153" r:id="rId17"/>
    <p:sldLayoutId id="2147484154" r:id="rId18"/>
    <p:sldLayoutId id="2147484155" r:id="rId19"/>
    <p:sldLayoutId id="2147484156" r:id="rId20"/>
    <p:sldLayoutId id="2147484157" r:id="rId21"/>
    <p:sldLayoutId id="2147484158" r:id="rId22"/>
    <p:sldLayoutId id="2147484159" r:id="rId23"/>
    <p:sldLayoutId id="2147484160" r:id="rId24"/>
    <p:sldLayoutId id="2147484161" r:id="rId25"/>
    <p:sldLayoutId id="2147484162" r:id="rId26"/>
    <p:sldLayoutId id="2147484163" r:id="rId27"/>
    <p:sldLayoutId id="2147484164" r:id="rId28"/>
    <p:sldLayoutId id="2147484165" r:id="rId29"/>
    <p:sldLayoutId id="2147484166" r:id="rId30"/>
    <p:sldLayoutId id="2147484167" r:id="rId31"/>
    <p:sldLayoutId id="2147484168" r:id="rId32"/>
    <p:sldLayoutId id="2147484169" r:id="rId33"/>
    <p:sldLayoutId id="2147484170" r:id="rId34"/>
    <p:sldLayoutId id="2147484171" r:id="rId35"/>
    <p:sldLayoutId id="2147484172" r:id="rId36"/>
    <p:sldLayoutId id="2147484173" r:id="rId37"/>
    <p:sldLayoutId id="2147484174" r:id="rId38"/>
    <p:sldLayoutId id="2147484175" r:id="rId39"/>
    <p:sldLayoutId id="2147484176" r:id="rId40"/>
    <p:sldLayoutId id="2147484177" r:id="rId41"/>
    <p:sldLayoutId id="2147484178" r:id="rId42"/>
    <p:sldLayoutId id="2147484179" r:id="rId43"/>
    <p:sldLayoutId id="2147484180" r:id="rId44"/>
    <p:sldLayoutId id="2147484181" r:id="rId45"/>
    <p:sldLayoutId id="2147484182" r:id="rId46"/>
    <p:sldLayoutId id="2147484183" r:id="rId47"/>
    <p:sldLayoutId id="2147484184" r:id="rId48"/>
    <p:sldLayoutId id="2147484185" r:id="rId49"/>
    <p:sldLayoutId id="2147484186" r:id="rId50"/>
    <p:sldLayoutId id="2147484187" r:id="rId51"/>
    <p:sldLayoutId id="2147484188" r:id="rId52"/>
    <p:sldLayoutId id="2147484189" r:id="rId53"/>
    <p:sldLayoutId id="2147484190" r:id="rId54"/>
    <p:sldLayoutId id="2147484191" r:id="rId55"/>
    <p:sldLayoutId id="2147484192" r:id="rId56"/>
    <p:sldLayoutId id="2147484193" r:id="rId57"/>
    <p:sldLayoutId id="2147484194" r:id="rId58"/>
    <p:sldLayoutId id="2147484195" r:id="rId59"/>
    <p:sldLayoutId id="2147484196" r:id="rId60"/>
    <p:sldLayoutId id="2147484197" r:id="rId61"/>
    <p:sldLayoutId id="2147484198" r:id="rId62"/>
    <p:sldLayoutId id="2147484199" r:id="rId63"/>
    <p:sldLayoutId id="2147484200" r:id="rId64"/>
    <p:sldLayoutId id="2147484201" r:id="rId65"/>
    <p:sldLayoutId id="2147484202" r:id="rId66"/>
    <p:sldLayoutId id="2147484203" r:id="rId67"/>
    <p:sldLayoutId id="2147484204" r:id="rId68"/>
    <p:sldLayoutId id="2147484205" r:id="rId69"/>
    <p:sldLayoutId id="2147484206" r:id="rId70"/>
    <p:sldLayoutId id="2147484207" r:id="rId71"/>
    <p:sldLayoutId id="2147484208" r:id="rId72"/>
    <p:sldLayoutId id="2147484209" r:id="rId73"/>
    <p:sldLayoutId id="2147484210" r:id="rId74"/>
    <p:sldLayoutId id="2147484211" r:id="rId75"/>
    <p:sldLayoutId id="2147484212" r:id="rId76"/>
    <p:sldLayoutId id="2147484213" r:id="rId77"/>
    <p:sldLayoutId id="2147484214" r:id="rId78"/>
    <p:sldLayoutId id="2147484215" r:id="rId79"/>
    <p:sldLayoutId id="2147484216" r:id="rId80"/>
    <p:sldLayoutId id="2147484217" r:id="rId81"/>
    <p:sldLayoutId id="2147484218" r:id="rId82"/>
    <p:sldLayoutId id="2147484219" r:id="rId83"/>
    <p:sldLayoutId id="2147484220" r:id="rId84"/>
  </p:sldLayoutIdLst>
  <p:hf hdr="0" ftr="0" dt="0"/>
  <p:txStyles>
    <p:titleStyle>
      <a:lvl1pPr algn="l" defTabSz="914332" rtl="0" eaLnBrk="1" latinLnBrk="0" hangingPunct="1">
        <a:lnSpc>
          <a:spcPct val="90000"/>
        </a:lnSpc>
        <a:spcBef>
          <a:spcPct val="0"/>
        </a:spcBef>
        <a:buNone/>
        <a:defRPr sz="2933" b="1" i="0" kern="1200">
          <a:solidFill>
            <a:schemeClr val="tx1"/>
          </a:solidFill>
          <a:latin typeface="+mj-lt"/>
          <a:ea typeface="+mj-ea"/>
          <a:cs typeface="Arial" panose="020B0604020202020204" pitchFamily="34" charset="0"/>
        </a:defRPr>
      </a:lvl1pPr>
    </p:titleStyle>
    <p:bodyStyle>
      <a:lvl1pPr marL="0" indent="0" algn="l" defTabSz="914332" rtl="0" eaLnBrk="1" latinLnBrk="0" hangingPunct="1">
        <a:lnSpc>
          <a:spcPct val="100000"/>
        </a:lnSpc>
        <a:spcBef>
          <a:spcPts val="1000"/>
        </a:spcBef>
        <a:buClr>
          <a:schemeClr val="accent1"/>
        </a:buClr>
        <a:buSzPct val="120000"/>
        <a:buFont typeface="Arial" panose="020B0604020202020204" pitchFamily="34" charset="0"/>
        <a:buNone/>
        <a:tabLst/>
        <a:defRPr sz="2133" kern="1200">
          <a:solidFill>
            <a:schemeClr val="tx1"/>
          </a:solidFill>
          <a:latin typeface="Montserrat" pitchFamily="2" charset="77"/>
          <a:ea typeface="+mn-ea"/>
          <a:cs typeface="+mn-cs"/>
        </a:defRPr>
      </a:lvl1pPr>
      <a:lvl2pPr marL="609555" indent="-243823" algn="l" defTabSz="914332" rtl="0" eaLnBrk="1" latinLnBrk="0" hangingPunct="1">
        <a:lnSpc>
          <a:spcPct val="100000"/>
        </a:lnSpc>
        <a:spcBef>
          <a:spcPts val="500"/>
        </a:spcBef>
        <a:buClr>
          <a:schemeClr val="accent1"/>
        </a:buClr>
        <a:buSzPct val="120000"/>
        <a:buFont typeface="Arial" panose="020B0604020202020204" pitchFamily="34" charset="0"/>
        <a:buChar char="•"/>
        <a:tabLst/>
        <a:defRPr sz="1867" kern="1200">
          <a:solidFill>
            <a:schemeClr val="tx1"/>
          </a:solidFill>
          <a:latin typeface="Montserrat" pitchFamily="2" charset="77"/>
          <a:ea typeface="+mn-ea"/>
          <a:cs typeface="+mn-cs"/>
        </a:defRPr>
      </a:lvl2pPr>
      <a:lvl3pPr marL="853376" indent="-243823" algn="l" defTabSz="914332" rtl="0" eaLnBrk="1" latinLnBrk="0" hangingPunct="1">
        <a:lnSpc>
          <a:spcPct val="100000"/>
        </a:lnSpc>
        <a:spcBef>
          <a:spcPts val="500"/>
        </a:spcBef>
        <a:buClr>
          <a:schemeClr val="accent1"/>
        </a:buClr>
        <a:buSzPct val="100000"/>
        <a:buFont typeface="Courier New" panose="02070309020205020404" pitchFamily="49" charset="0"/>
        <a:buChar char="o"/>
        <a:tabLst/>
        <a:defRPr sz="1600" kern="1200">
          <a:solidFill>
            <a:schemeClr val="tx1"/>
          </a:solidFill>
          <a:latin typeface="Montserrat" pitchFamily="2" charset="77"/>
          <a:ea typeface="+mn-ea"/>
          <a:cs typeface="+mn-cs"/>
        </a:defRPr>
      </a:lvl3pPr>
      <a:lvl4pPr marL="1219110" indent="-243823" algn="l" defTabSz="914332" rtl="0" eaLnBrk="1" latinLnBrk="0" hangingPunct="1">
        <a:lnSpc>
          <a:spcPct val="100000"/>
        </a:lnSpc>
        <a:spcBef>
          <a:spcPts val="500"/>
        </a:spcBef>
        <a:buClr>
          <a:schemeClr val="tx2"/>
        </a:buClr>
        <a:buSzPct val="100000"/>
        <a:buFont typeface="Arial" panose="020B0604020202020204" pitchFamily="34" charset="0"/>
        <a:buChar char="•"/>
        <a:tabLst/>
        <a:defRPr sz="1333" kern="1200">
          <a:solidFill>
            <a:schemeClr val="tx1"/>
          </a:solidFill>
          <a:latin typeface="Montserrat" pitchFamily="2" charset="77"/>
          <a:ea typeface="+mn-ea"/>
          <a:cs typeface="+mn-cs"/>
        </a:defRPr>
      </a:lvl4pPr>
      <a:lvl5pPr marL="0" indent="0" algn="l" defTabSz="914332" rtl="0" eaLnBrk="1" latinLnBrk="0" hangingPunct="1">
        <a:lnSpc>
          <a:spcPct val="100000"/>
        </a:lnSpc>
        <a:spcBef>
          <a:spcPts val="500"/>
        </a:spcBef>
        <a:spcAft>
          <a:spcPts val="200"/>
        </a:spcAft>
        <a:buClr>
          <a:schemeClr val="accent1"/>
        </a:buClr>
        <a:buFont typeface="Arial" panose="020B0604020202020204" pitchFamily="34" charset="0"/>
        <a:buNone/>
        <a:tabLst/>
        <a:defRPr sz="1867" b="1" kern="1200">
          <a:solidFill>
            <a:schemeClr val="accent1"/>
          </a:solidFill>
          <a:latin typeface="Montserrat" pitchFamily="2" charset="77"/>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7ECB8AFA-45A1-4F8E-99F7-63D8EA4D4868}"/>
              </a:ext>
            </a:extLst>
          </p:cNvPr>
          <p:cNvGraphicFramePr>
            <a:graphicFrameLocks noChangeAspect="1"/>
          </p:cNvGraphicFramePr>
          <p:nvPr userDrawn="1">
            <p:custDataLst>
              <p:tags r:id="rId46"/>
            </p:custDataLst>
            <p:extLst>
              <p:ext uri="{D42A27DB-BD31-4B8C-83A1-F6EECF244321}">
                <p14:modId xmlns:p14="http://schemas.microsoft.com/office/powerpoint/2010/main" val="3684554543"/>
              </p:ext>
            </p:ext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think-cell Slide" r:id="rId47" imgW="395" imgH="396" progId="TCLayout.ActiveDocument.1">
                  <p:embed/>
                </p:oleObj>
              </mc:Choice>
              <mc:Fallback>
                <p:oleObj name="think-cell Slide" r:id="rId47" imgW="395" imgH="396" progId="TCLayout.ActiveDocument.1">
                  <p:embed/>
                  <p:pic>
                    <p:nvPicPr>
                      <p:cNvPr id="8" name="Object 7" hidden="1">
                        <a:extLst>
                          <a:ext uri="{FF2B5EF4-FFF2-40B4-BE49-F238E27FC236}">
                            <a16:creationId xmlns:a16="http://schemas.microsoft.com/office/drawing/2014/main" id="{7ECB8AFA-45A1-4F8E-99F7-63D8EA4D4868}"/>
                          </a:ext>
                        </a:extLst>
                      </p:cNvPr>
                      <p:cNvPicPr/>
                      <p:nvPr/>
                    </p:nvPicPr>
                    <p:blipFill>
                      <a:blip r:embed="rId48"/>
                      <a:stretch>
                        <a:fillRect/>
                      </a:stretch>
                    </p:blipFill>
                    <p:spPr>
                      <a:xfrm>
                        <a:off x="2119" y="2119"/>
                        <a:ext cx="2117" cy="2117"/>
                      </a:xfrm>
                      <a:prstGeom prst="rect">
                        <a:avLst/>
                      </a:prstGeom>
                    </p:spPr>
                  </p:pic>
                </p:oleObj>
              </mc:Fallback>
            </mc:AlternateContent>
          </a:graphicData>
        </a:graphic>
      </p:graphicFrame>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pPr defTabSz="609570">
              <a:defRPr/>
            </a:pPr>
            <a:endParaRPr lang="en-US">
              <a:solidFill>
                <a:srgbClr val="171717">
                  <a:tint val="75000"/>
                </a:srgbClr>
              </a:solidFill>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ontserrat" panose="00000500000000000000" pitchFamily="2" charset="0"/>
              </a:defRPr>
            </a:lvl1pPr>
          </a:lstStyle>
          <a:p>
            <a:pPr defTabSz="609570">
              <a:defRPr/>
            </a:pPr>
            <a:endParaRPr lang="en-US">
              <a:solidFill>
                <a:srgbClr val="171717">
                  <a:tint val="75000"/>
                </a:srgbClr>
              </a:solidFill>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800">
                <a:solidFill>
                  <a:schemeClr val="tx1">
                    <a:tint val="75000"/>
                  </a:schemeClr>
                </a:solidFill>
              </a:defRPr>
            </a:lvl1pPr>
          </a:lstStyle>
          <a:p>
            <a:pPr defTabSz="609570">
              <a:defRPr/>
            </a:pPr>
            <a:fld id="{7D18A8FE-DFC8-4843-AEF2-DE4DB0CF7D65}" type="slidenum">
              <a:rPr lang="en-US" smtClean="0">
                <a:solidFill>
                  <a:srgbClr val="171717">
                    <a:tint val="75000"/>
                  </a:srgbClr>
                </a:solidFill>
              </a:rPr>
              <a:pPr defTabSz="609570">
                <a:defRPr/>
              </a:pPr>
              <a:t>‹#›</a:t>
            </a:fld>
            <a:endParaRPr lang="en-US">
              <a:solidFill>
                <a:srgbClr val="171717">
                  <a:tint val="75000"/>
                </a:srgbClr>
              </a:solidFill>
            </a:endParaRPr>
          </a:p>
        </p:txBody>
      </p:sp>
      <p:sp>
        <p:nvSpPr>
          <p:cNvPr id="10" name="TextBox 9">
            <a:extLst>
              <a:ext uri="{FF2B5EF4-FFF2-40B4-BE49-F238E27FC236}">
                <a16:creationId xmlns:a16="http://schemas.microsoft.com/office/drawing/2014/main" id="{F52836D8-AEC6-CA45-4060-AF2604770E49}"/>
              </a:ext>
            </a:extLst>
          </p:cNvPr>
          <p:cNvSpPr txBox="1"/>
          <p:nvPr userDrawn="1">
            <p:extLst>
              <p:ext uri="{1162E1C5-73C7-4A58-AE30-91384D911F3F}">
                <p184:classification xmlns:p184="http://schemas.microsoft.com/office/powerpoint/2018/4/main" val="hdr"/>
              </p:ext>
            </p:extLst>
          </p:nvPr>
        </p:nvSpPr>
        <p:spPr>
          <a:xfrm>
            <a:off x="63500" y="63500"/>
            <a:ext cx="1400175" cy="182880"/>
          </a:xfrm>
          <a:prstGeom prst="rect">
            <a:avLst/>
          </a:prstGeom>
        </p:spPr>
        <p:txBody>
          <a:bodyPr horzOverflow="overflow" lIns="0" tIns="0" rIns="0" bIns="0">
            <a:spAutoFit/>
          </a:bodyPr>
          <a:lstStyle/>
          <a:p>
            <a:pPr algn="l"/>
            <a:r>
              <a:rPr lang="en-US" sz="1200">
                <a:solidFill>
                  <a:srgbClr val="00B294"/>
                </a:solidFill>
                <a:latin typeface="Calibri" panose="020F0502020204030204" pitchFamily="34" charset="0"/>
                <a:ea typeface="Calibri" panose="020F0502020204030204" pitchFamily="34" charset="0"/>
                <a:cs typeface="Calibri" panose="020F0502020204030204" pitchFamily="34" charset="0"/>
              </a:rPr>
              <a:t>[Organon] Proprietary</a:t>
            </a:r>
          </a:p>
        </p:txBody>
      </p:sp>
    </p:spTree>
    <p:extLst>
      <p:ext uri="{BB962C8B-B14F-4D97-AF65-F5344CB8AC3E}">
        <p14:creationId xmlns:p14="http://schemas.microsoft.com/office/powerpoint/2010/main" val="2733118750"/>
      </p:ext>
    </p:extLst>
  </p:cSld>
  <p:clrMap bg1="lt1" tx1="dk1" bg2="lt2" tx2="dk2" accent1="accent1" accent2="accent2" accent3="accent3" accent4="accent4" accent5="accent5" accent6="accent6" hlink="hlink" folHlink="folHlink"/>
  <p:sldLayoutIdLst>
    <p:sldLayoutId id="2147484222" r:id="rId1"/>
    <p:sldLayoutId id="2147484223" r:id="rId2"/>
    <p:sldLayoutId id="2147484224" r:id="rId3"/>
    <p:sldLayoutId id="2147484225" r:id="rId4"/>
    <p:sldLayoutId id="2147484226" r:id="rId5"/>
    <p:sldLayoutId id="2147484227" r:id="rId6"/>
    <p:sldLayoutId id="2147484228" r:id="rId7"/>
    <p:sldLayoutId id="2147484229" r:id="rId8"/>
    <p:sldLayoutId id="2147484230" r:id="rId9"/>
    <p:sldLayoutId id="2147484231" r:id="rId10"/>
    <p:sldLayoutId id="2147484232" r:id="rId11"/>
    <p:sldLayoutId id="2147484233" r:id="rId12"/>
    <p:sldLayoutId id="2147484234" r:id="rId13"/>
    <p:sldLayoutId id="2147484235" r:id="rId14"/>
    <p:sldLayoutId id="2147484236" r:id="rId15"/>
    <p:sldLayoutId id="2147484237" r:id="rId16"/>
    <p:sldLayoutId id="2147484238" r:id="rId17"/>
    <p:sldLayoutId id="2147484239" r:id="rId18"/>
    <p:sldLayoutId id="2147484240" r:id="rId19"/>
    <p:sldLayoutId id="2147484241" r:id="rId20"/>
    <p:sldLayoutId id="2147484242" r:id="rId21"/>
    <p:sldLayoutId id="2147484243" r:id="rId22"/>
    <p:sldLayoutId id="2147484244" r:id="rId23"/>
    <p:sldLayoutId id="2147484245" r:id="rId24"/>
    <p:sldLayoutId id="2147484246" r:id="rId25"/>
    <p:sldLayoutId id="2147484247" r:id="rId26"/>
    <p:sldLayoutId id="2147484248" r:id="rId27"/>
    <p:sldLayoutId id="2147484249" r:id="rId28"/>
    <p:sldLayoutId id="2147484250" r:id="rId29"/>
    <p:sldLayoutId id="2147484251" r:id="rId30"/>
    <p:sldLayoutId id="2147484252" r:id="rId31"/>
    <p:sldLayoutId id="2147484253" r:id="rId32"/>
    <p:sldLayoutId id="2147484254" r:id="rId33"/>
    <p:sldLayoutId id="2147484255" r:id="rId34"/>
    <p:sldLayoutId id="2147484256" r:id="rId35"/>
    <p:sldLayoutId id="2147484257" r:id="rId36"/>
    <p:sldLayoutId id="2147484258" r:id="rId37"/>
    <p:sldLayoutId id="2147484259" r:id="rId38"/>
    <p:sldLayoutId id="2147484260" r:id="rId39"/>
    <p:sldLayoutId id="2147484261" r:id="rId40"/>
    <p:sldLayoutId id="2147484262" r:id="rId41"/>
    <p:sldLayoutId id="2147484263" r:id="rId42"/>
    <p:sldLayoutId id="2147484264" r:id="rId43"/>
    <p:sldLayoutId id="2147484265" r:id="rId44"/>
  </p:sldLayoutIdLst>
  <p:hf hdr="0" ftr="0" dt="0"/>
  <p:txStyles>
    <p:titleStyle>
      <a:lvl1pPr algn="l" defTabSz="914354" rtl="0" eaLnBrk="1" latinLnBrk="0" hangingPunct="1">
        <a:lnSpc>
          <a:spcPct val="90000"/>
        </a:lnSpc>
        <a:spcBef>
          <a:spcPct val="0"/>
        </a:spcBef>
        <a:buNone/>
        <a:defRPr sz="4800" b="1" i="0" kern="1200">
          <a:solidFill>
            <a:schemeClr val="tx1"/>
          </a:solidFill>
          <a:latin typeface="Montserrat" panose="00000500000000000000" pitchFamily="2" charset="0"/>
          <a:ea typeface="+mj-ea"/>
          <a:cs typeface="Arial" panose="020B0604020202020204" pitchFamily="34" charset="0"/>
        </a:defRPr>
      </a:lvl1pPr>
    </p:titleStyle>
    <p:bodyStyle>
      <a:lvl1pPr marL="228589" indent="-228589" algn="l" defTabSz="914354" rtl="0" eaLnBrk="1" latinLnBrk="0" hangingPunct="1">
        <a:lnSpc>
          <a:spcPct val="90000"/>
        </a:lnSpc>
        <a:spcBef>
          <a:spcPts val="1000"/>
        </a:spcBef>
        <a:buClr>
          <a:schemeClr val="accent2"/>
        </a:buClr>
        <a:buSzPct val="120000"/>
        <a:buFont typeface="Arial" panose="020B0604020202020204" pitchFamily="34" charset="0"/>
        <a:buChar char="•"/>
        <a:tabLst/>
        <a:defRPr sz="2667" kern="1200">
          <a:solidFill>
            <a:schemeClr val="tx1"/>
          </a:solidFill>
          <a:latin typeface="Montserrat" panose="00000500000000000000" pitchFamily="2" charset="0"/>
          <a:ea typeface="+mn-ea"/>
          <a:cs typeface="+mn-cs"/>
        </a:defRPr>
      </a:lvl1pPr>
      <a:lvl2pPr marL="764080" indent="-224356" algn="l" defTabSz="914354" rtl="0" eaLnBrk="1" latinLnBrk="0" hangingPunct="1">
        <a:lnSpc>
          <a:spcPct val="90000"/>
        </a:lnSpc>
        <a:spcBef>
          <a:spcPts val="500"/>
        </a:spcBef>
        <a:buFont typeface="System Font Regular"/>
        <a:buChar char="–"/>
        <a:tabLst/>
        <a:defRPr sz="2400" kern="1200">
          <a:solidFill>
            <a:schemeClr val="tx1"/>
          </a:solidFill>
          <a:latin typeface="Montserrat" panose="00000500000000000000" pitchFamily="2" charset="0"/>
          <a:ea typeface="+mn-ea"/>
          <a:cs typeface="+mn-cs"/>
        </a:defRPr>
      </a:lvl2pPr>
      <a:lvl3pPr marL="999018" indent="-234939" algn="l" defTabSz="914354" rtl="0" eaLnBrk="1" latinLnBrk="0" hangingPunct="1">
        <a:lnSpc>
          <a:spcPct val="90000"/>
        </a:lnSpc>
        <a:spcBef>
          <a:spcPts val="500"/>
        </a:spcBef>
        <a:buFont typeface="Wingdings" pitchFamily="2" charset="2"/>
        <a:buChar char="§"/>
        <a:tabLst/>
        <a:defRPr sz="2400" kern="1200">
          <a:solidFill>
            <a:schemeClr val="tx1"/>
          </a:solidFill>
          <a:latin typeface="Montserrat" panose="00000500000000000000" pitchFamily="2" charset="0"/>
          <a:ea typeface="+mn-ea"/>
          <a:cs typeface="+mn-cs"/>
        </a:defRPr>
      </a:lvl3pPr>
      <a:lvl4pPr marL="1151410" indent="-253988" algn="l" defTabSz="914354" rtl="0" eaLnBrk="1" latinLnBrk="0" hangingPunct="1">
        <a:lnSpc>
          <a:spcPct val="90000"/>
        </a:lnSpc>
        <a:spcBef>
          <a:spcPts val="500"/>
        </a:spcBef>
        <a:buFont typeface="Courier New" panose="02070309020205020404" pitchFamily="49" charset="0"/>
        <a:buChar char="o"/>
        <a:tabLst/>
        <a:defRPr sz="2400" kern="1200">
          <a:solidFill>
            <a:schemeClr val="tx1"/>
          </a:solidFill>
          <a:latin typeface="Montserrat" panose="00000500000000000000" pitchFamily="2" charset="0"/>
          <a:ea typeface="+mn-ea"/>
          <a:cs typeface="+mn-cs"/>
        </a:defRPr>
      </a:lvl4pPr>
      <a:lvl5pPr marL="1375764" indent="-224356" algn="l" defTabSz="914354" rtl="0" eaLnBrk="1" latinLnBrk="0" hangingPunct="1">
        <a:lnSpc>
          <a:spcPct val="90000"/>
        </a:lnSpc>
        <a:spcBef>
          <a:spcPts val="500"/>
        </a:spcBef>
        <a:buFont typeface="Arial" panose="020B0604020202020204" pitchFamily="34" charset="0"/>
        <a:buChar char="•"/>
        <a:tabLst/>
        <a:defRPr sz="2400" kern="1200">
          <a:solidFill>
            <a:schemeClr val="tx1"/>
          </a:solidFill>
          <a:latin typeface="Montserrat" panose="00000500000000000000" pitchFamily="2" charset="0"/>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F950B339-5CC0-40B5-8836-660AF82E984D}"/>
              </a:ext>
            </a:extLst>
          </p:cNvPr>
          <p:cNvGraphicFramePr>
            <a:graphicFrameLocks noChangeAspect="1"/>
          </p:cNvGraphicFramePr>
          <p:nvPr userDrawn="1">
            <p:custDataLst>
              <p:tags r:id="rId20"/>
            </p:custDataLst>
            <p:extLst>
              <p:ext uri="{D42A27DB-BD31-4B8C-83A1-F6EECF244321}">
                <p14:modId xmlns:p14="http://schemas.microsoft.com/office/powerpoint/2010/main" val="22810742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1" imgW="306" imgH="306" progId="TCLayout.ActiveDocument.1">
                  <p:embed/>
                </p:oleObj>
              </mc:Choice>
              <mc:Fallback>
                <p:oleObj name="think-cell Slide" r:id="rId21" imgW="306" imgH="306" progId="TCLayout.ActiveDocument.1">
                  <p:embed/>
                  <p:pic>
                    <p:nvPicPr>
                      <p:cNvPr id="9" name="Object 8" hidden="1">
                        <a:extLst>
                          <a:ext uri="{FF2B5EF4-FFF2-40B4-BE49-F238E27FC236}">
                            <a16:creationId xmlns:a16="http://schemas.microsoft.com/office/drawing/2014/main" id="{F950B339-5CC0-40B5-8836-660AF82E984D}"/>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800">
                <a:solidFill>
                  <a:schemeClr val="tx1">
                    <a:tint val="75000"/>
                  </a:schemeClr>
                </a:solidFill>
              </a:defRPr>
            </a:lvl1pPr>
          </a:lstStyle>
          <a:p>
            <a:fld id="{7D18A8FE-DFC8-4843-AEF2-DE4DB0CF7D65}" type="slidenum">
              <a:rPr lang="en-US" smtClean="0"/>
              <a:pPr/>
              <a:t>‹#›</a:t>
            </a:fld>
            <a:endParaRPr lang="en-US" sz="800"/>
          </a:p>
        </p:txBody>
      </p:sp>
      <p:sp>
        <p:nvSpPr>
          <p:cNvPr id="10" name="TextBox 9">
            <a:extLst>
              <a:ext uri="{FF2B5EF4-FFF2-40B4-BE49-F238E27FC236}">
                <a16:creationId xmlns:a16="http://schemas.microsoft.com/office/drawing/2014/main" id="{AD0E1EFB-12D9-8987-277D-004C2B16E69C}"/>
              </a:ext>
            </a:extLst>
          </p:cNvPr>
          <p:cNvSpPr txBox="1"/>
          <p:nvPr userDrawn="1">
            <p:extLst>
              <p:ext uri="{1162E1C5-73C7-4A58-AE30-91384D911F3F}">
                <p184:classification xmlns:p184="http://schemas.microsoft.com/office/powerpoint/2018/4/main" val="hdr"/>
              </p:ext>
            </p:extLst>
          </p:nvPr>
        </p:nvSpPr>
        <p:spPr>
          <a:xfrm>
            <a:off x="63500" y="63500"/>
            <a:ext cx="1400175" cy="182880"/>
          </a:xfrm>
          <a:prstGeom prst="rect">
            <a:avLst/>
          </a:prstGeom>
        </p:spPr>
        <p:txBody>
          <a:bodyPr horzOverflow="overflow" lIns="0" tIns="0" rIns="0" bIns="0">
            <a:spAutoFit/>
          </a:bodyPr>
          <a:lstStyle/>
          <a:p>
            <a:pPr algn="l"/>
            <a:r>
              <a:rPr lang="en-US" sz="1200">
                <a:solidFill>
                  <a:srgbClr val="00B294"/>
                </a:solidFill>
                <a:latin typeface="Calibri" panose="020F0502020204030204" pitchFamily="34" charset="0"/>
                <a:ea typeface="Calibri" panose="020F0502020204030204" pitchFamily="34" charset="0"/>
                <a:cs typeface="Calibri" panose="020F0502020204030204" pitchFamily="34" charset="0"/>
              </a:rPr>
              <a:t>[Organon] Proprietary</a:t>
            </a:r>
          </a:p>
        </p:txBody>
      </p:sp>
    </p:spTree>
    <p:extLst>
      <p:ext uri="{BB962C8B-B14F-4D97-AF65-F5344CB8AC3E}">
        <p14:creationId xmlns:p14="http://schemas.microsoft.com/office/powerpoint/2010/main" val="2574980470"/>
      </p:ext>
    </p:extLst>
  </p:cSld>
  <p:clrMap bg1="lt1" tx1="dk1" bg2="lt2" tx2="dk2" accent1="accent1" accent2="accent2" accent3="accent3" accent4="accent4" accent5="accent5" accent6="accent6" hlink="hlink" folHlink="folHlink"/>
  <p:sldLayoutIdLst>
    <p:sldLayoutId id="2147484450" r:id="rId1"/>
    <p:sldLayoutId id="2147484451" r:id="rId2"/>
    <p:sldLayoutId id="2147484452" r:id="rId3"/>
    <p:sldLayoutId id="2147484453" r:id="rId4"/>
    <p:sldLayoutId id="2147484454" r:id="rId5"/>
    <p:sldLayoutId id="2147484455" r:id="rId6"/>
    <p:sldLayoutId id="2147484456" r:id="rId7"/>
    <p:sldLayoutId id="2147484457" r:id="rId8"/>
    <p:sldLayoutId id="2147484458" r:id="rId9"/>
    <p:sldLayoutId id="2147484459" r:id="rId10"/>
    <p:sldLayoutId id="2147484460" r:id="rId11"/>
    <p:sldLayoutId id="2147484461" r:id="rId12"/>
    <p:sldLayoutId id="2147484462" r:id="rId13"/>
    <p:sldLayoutId id="2147484463" r:id="rId14"/>
    <p:sldLayoutId id="2147484464" r:id="rId15"/>
    <p:sldLayoutId id="2147484465" r:id="rId16"/>
    <p:sldLayoutId id="2147484466" r:id="rId17"/>
    <p:sldLayoutId id="2147484467" r:id="rId18"/>
  </p:sldLayoutIdLst>
  <p:hf hdr="0" ftr="0" dt="0"/>
  <p:txStyles>
    <p:titleStyle>
      <a:lvl1pPr algn="l" defTabSz="914377" rtl="0" eaLnBrk="1" latinLnBrk="0" hangingPunct="1">
        <a:lnSpc>
          <a:spcPct val="90000"/>
        </a:lnSpc>
        <a:spcBef>
          <a:spcPct val="0"/>
        </a:spcBef>
        <a:buNone/>
        <a:defRPr sz="4800" b="1" i="0" kern="1200">
          <a:solidFill>
            <a:schemeClr val="tx1"/>
          </a:solidFill>
          <a:latin typeface="Arial" panose="020B0604020202020204" pitchFamily="34" charset="0"/>
          <a:ea typeface="+mj-ea"/>
          <a:cs typeface="Arial" panose="020B0604020202020204" pitchFamily="34" charset="0"/>
        </a:defRPr>
      </a:lvl1pPr>
    </p:titleStyle>
    <p:bodyStyle>
      <a:lvl1pPr marL="228594" indent="-228594" algn="l" defTabSz="914377" rtl="0" eaLnBrk="1" latinLnBrk="0" hangingPunct="1">
        <a:lnSpc>
          <a:spcPct val="90000"/>
        </a:lnSpc>
        <a:spcBef>
          <a:spcPts val="1000"/>
        </a:spcBef>
        <a:buClr>
          <a:schemeClr val="accent2"/>
        </a:buClr>
        <a:buSzPct val="120000"/>
        <a:buFont typeface="Arial" panose="020B0604020202020204" pitchFamily="34" charset="0"/>
        <a:buChar char="•"/>
        <a:tabLst/>
        <a:defRPr sz="2667" kern="1200">
          <a:solidFill>
            <a:schemeClr val="tx1"/>
          </a:solidFill>
          <a:latin typeface="+mn-lt"/>
          <a:ea typeface="+mn-ea"/>
          <a:cs typeface="+mn-cs"/>
        </a:defRPr>
      </a:lvl1pPr>
      <a:lvl2pPr marL="764098" indent="-224361" algn="l" defTabSz="914377" rtl="0" eaLnBrk="1" latinLnBrk="0" hangingPunct="1">
        <a:lnSpc>
          <a:spcPct val="90000"/>
        </a:lnSpc>
        <a:spcBef>
          <a:spcPts val="500"/>
        </a:spcBef>
        <a:buFont typeface="System Font Regular"/>
        <a:buChar char="–"/>
        <a:tabLst/>
        <a:defRPr sz="2400" kern="1200">
          <a:solidFill>
            <a:schemeClr val="tx1"/>
          </a:solidFill>
          <a:latin typeface="+mn-lt"/>
          <a:ea typeface="+mn-ea"/>
          <a:cs typeface="+mn-cs"/>
        </a:defRPr>
      </a:lvl2pPr>
      <a:lvl3pPr marL="999042" indent="-234945" algn="l" defTabSz="914377" rtl="0" eaLnBrk="1" latinLnBrk="0" hangingPunct="1">
        <a:lnSpc>
          <a:spcPct val="90000"/>
        </a:lnSpc>
        <a:spcBef>
          <a:spcPts val="500"/>
        </a:spcBef>
        <a:buFont typeface="Wingdings" pitchFamily="2" charset="2"/>
        <a:buChar char="§"/>
        <a:tabLst/>
        <a:defRPr sz="2400" kern="1200">
          <a:solidFill>
            <a:schemeClr val="tx1"/>
          </a:solidFill>
          <a:latin typeface="+mn-lt"/>
          <a:ea typeface="+mn-ea"/>
          <a:cs typeface="+mn-cs"/>
        </a:defRPr>
      </a:lvl3pPr>
      <a:lvl4pPr marL="1151438" indent="-253994" algn="l" defTabSz="914377" rtl="0" eaLnBrk="1" latinLnBrk="0" hangingPunct="1">
        <a:lnSpc>
          <a:spcPct val="90000"/>
        </a:lnSpc>
        <a:spcBef>
          <a:spcPts val="500"/>
        </a:spcBef>
        <a:buFont typeface="Courier New" panose="02070309020205020404" pitchFamily="49" charset="0"/>
        <a:buChar char="o"/>
        <a:tabLst/>
        <a:defRPr sz="2400" kern="1200">
          <a:solidFill>
            <a:schemeClr val="tx1"/>
          </a:solidFill>
          <a:latin typeface="+mn-lt"/>
          <a:ea typeface="+mn-ea"/>
          <a:cs typeface="+mn-cs"/>
        </a:defRPr>
      </a:lvl4pPr>
      <a:lvl5pPr marL="1375799" indent="-224361" algn="l" defTabSz="914377" rtl="0" eaLnBrk="1" latinLnBrk="0" hangingPunct="1">
        <a:lnSpc>
          <a:spcPct val="90000"/>
        </a:lnSpc>
        <a:spcBef>
          <a:spcPts val="500"/>
        </a:spcBef>
        <a:buFont typeface="Arial" panose="020B0604020202020204" pitchFamily="34" charset="0"/>
        <a:buChar char="•"/>
        <a:tabLst/>
        <a:defRPr sz="2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82E2BF7C-9174-DE83-24EA-FCA77DE33CCA}"/>
              </a:ext>
            </a:extLst>
          </p:cNvPr>
          <p:cNvGraphicFramePr>
            <a:graphicFrameLocks noChangeAspect="1"/>
          </p:cNvGraphicFramePr>
          <p:nvPr userDrawn="1">
            <p:custDataLst>
              <p:tags r:id="rId18"/>
            </p:custDataLst>
            <p:extLst>
              <p:ext uri="{D42A27DB-BD31-4B8C-83A1-F6EECF244321}">
                <p14:modId xmlns:p14="http://schemas.microsoft.com/office/powerpoint/2010/main" val="1526455365"/>
              </p:ext>
            </p:extLst>
          </p:nvPr>
        </p:nvGraphicFramePr>
        <p:xfrm>
          <a:off x="2118" y="2118"/>
          <a:ext cx="1636" cy="2117"/>
        </p:xfrm>
        <a:graphic>
          <a:graphicData uri="http://schemas.openxmlformats.org/presentationml/2006/ole">
            <mc:AlternateContent xmlns:mc="http://schemas.openxmlformats.org/markup-compatibility/2006">
              <mc:Choice xmlns:v="urn:schemas-microsoft-com:vml" Requires="v">
                <p:oleObj name="think-cell Slide" r:id="rId19" imgW="7772400" imgH="10058400" progId="TCLayout.ActiveDocument.1">
                  <p:embed/>
                </p:oleObj>
              </mc:Choice>
              <mc:Fallback>
                <p:oleObj name="think-cell Slide" r:id="rId19" imgW="7772400" imgH="10058400" progId="TCLayout.ActiveDocument.1">
                  <p:embed/>
                  <p:pic>
                    <p:nvPicPr>
                      <p:cNvPr id="9" name="think-cell data - do not delete" hidden="1">
                        <a:extLst>
                          <a:ext uri="{FF2B5EF4-FFF2-40B4-BE49-F238E27FC236}">
                            <a16:creationId xmlns:a16="http://schemas.microsoft.com/office/drawing/2014/main" id="{82E2BF7C-9174-DE83-24EA-FCA77DE33CCA}"/>
                          </a:ext>
                        </a:extLst>
                      </p:cNvPr>
                      <p:cNvPicPr/>
                      <p:nvPr/>
                    </p:nvPicPr>
                    <p:blipFill>
                      <a:blip r:embed="rId20"/>
                      <a:stretch>
                        <a:fillRect/>
                      </a:stretch>
                    </p:blipFill>
                    <p:spPr>
                      <a:xfrm>
                        <a:off x="2118" y="2118"/>
                        <a:ext cx="1636" cy="2117"/>
                      </a:xfrm>
                      <a:prstGeom prst="rect">
                        <a:avLst/>
                      </a:prstGeom>
                    </p:spPr>
                  </p:pic>
                </p:oleObj>
              </mc:Fallback>
            </mc:AlternateContent>
          </a:graphicData>
        </a:graphic>
      </p:graphicFrame>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800">
                <a:solidFill>
                  <a:schemeClr val="tx1">
                    <a:tint val="75000"/>
                  </a:schemeClr>
                </a:solidFill>
              </a:defRPr>
            </a:lvl1pPr>
          </a:lstStyle>
          <a:p>
            <a:fld id="{7D18A8FE-DFC8-4843-AEF2-DE4DB0CF7D65}" type="slidenum">
              <a:rPr lang="en-US" smtClean="0"/>
              <a:pPr/>
              <a:t>‹#›</a:t>
            </a:fld>
            <a:endParaRPr lang="en-US" sz="800"/>
          </a:p>
        </p:txBody>
      </p:sp>
      <p:sp>
        <p:nvSpPr>
          <p:cNvPr id="10" name="TextBox 9">
            <a:extLst>
              <a:ext uri="{FF2B5EF4-FFF2-40B4-BE49-F238E27FC236}">
                <a16:creationId xmlns:a16="http://schemas.microsoft.com/office/drawing/2014/main" id="{E30B032F-0740-678D-B1A3-6AD1735A52FA}"/>
              </a:ext>
            </a:extLst>
          </p:cNvPr>
          <p:cNvSpPr txBox="1"/>
          <p:nvPr userDrawn="1">
            <p:extLst>
              <p:ext uri="{1162E1C5-73C7-4A58-AE30-91384D911F3F}">
                <p184:classification xmlns:p184="http://schemas.microsoft.com/office/powerpoint/2018/4/main" val="hdr"/>
              </p:ext>
            </p:extLst>
          </p:nvPr>
        </p:nvSpPr>
        <p:spPr>
          <a:xfrm>
            <a:off x="63500" y="63500"/>
            <a:ext cx="1400175" cy="182880"/>
          </a:xfrm>
          <a:prstGeom prst="rect">
            <a:avLst/>
          </a:prstGeom>
        </p:spPr>
        <p:txBody>
          <a:bodyPr horzOverflow="overflow" lIns="0" tIns="0" rIns="0" bIns="0">
            <a:spAutoFit/>
          </a:bodyPr>
          <a:lstStyle/>
          <a:p>
            <a:pPr algn="l"/>
            <a:r>
              <a:rPr lang="en-US" sz="1200">
                <a:solidFill>
                  <a:srgbClr val="00B294"/>
                </a:solidFill>
                <a:latin typeface="Calibri" panose="020F0502020204030204" pitchFamily="34" charset="0"/>
                <a:ea typeface="Calibri" panose="020F0502020204030204" pitchFamily="34" charset="0"/>
                <a:cs typeface="Calibri" panose="020F0502020204030204" pitchFamily="34" charset="0"/>
              </a:rPr>
              <a:t>[Organon] Proprietary</a:t>
            </a:r>
          </a:p>
        </p:txBody>
      </p:sp>
    </p:spTree>
    <p:extLst>
      <p:ext uri="{BB962C8B-B14F-4D97-AF65-F5344CB8AC3E}">
        <p14:creationId xmlns:p14="http://schemas.microsoft.com/office/powerpoint/2010/main" val="2189807336"/>
      </p:ext>
    </p:extLst>
  </p:cSld>
  <p:clrMap bg1="lt1" tx1="dk1" bg2="lt2" tx2="dk2" accent1="accent1" accent2="accent2" accent3="accent3" accent4="accent4" accent5="accent5" accent6="accent6" hlink="hlink" folHlink="folHlink"/>
  <p:sldLayoutIdLst>
    <p:sldLayoutId id="2147484501" r:id="rId1"/>
    <p:sldLayoutId id="2147484502" r:id="rId2"/>
    <p:sldLayoutId id="2147484503" r:id="rId3"/>
    <p:sldLayoutId id="2147484504" r:id="rId4"/>
    <p:sldLayoutId id="2147484505" r:id="rId5"/>
    <p:sldLayoutId id="2147484506" r:id="rId6"/>
    <p:sldLayoutId id="2147484507" r:id="rId7"/>
    <p:sldLayoutId id="2147484508" r:id="rId8"/>
    <p:sldLayoutId id="2147484509" r:id="rId9"/>
    <p:sldLayoutId id="2147484510" r:id="rId10"/>
    <p:sldLayoutId id="2147484511" r:id="rId11"/>
    <p:sldLayoutId id="2147484512" r:id="rId12"/>
    <p:sldLayoutId id="2147484513" r:id="rId13"/>
    <p:sldLayoutId id="2147484514" r:id="rId14"/>
    <p:sldLayoutId id="2147484515" r:id="rId15"/>
    <p:sldLayoutId id="2147484516" r:id="rId16"/>
  </p:sldLayoutIdLst>
  <p:hf hdr="0" ftr="0" dt="0"/>
  <p:txStyles>
    <p:titleStyle>
      <a:lvl1pPr algn="l" defTabSz="914354" rtl="0" eaLnBrk="1" latinLnBrk="0" hangingPunct="1">
        <a:lnSpc>
          <a:spcPct val="90000"/>
        </a:lnSpc>
        <a:spcBef>
          <a:spcPct val="0"/>
        </a:spcBef>
        <a:buNone/>
        <a:defRPr sz="4800" b="1" i="0" kern="1200">
          <a:solidFill>
            <a:schemeClr val="tx1"/>
          </a:solidFill>
          <a:latin typeface="Arial" panose="020B0604020202020204" pitchFamily="34" charset="0"/>
          <a:ea typeface="+mj-ea"/>
          <a:cs typeface="Arial" panose="020B0604020202020204" pitchFamily="34" charset="0"/>
        </a:defRPr>
      </a:lvl1pPr>
    </p:titleStyle>
    <p:bodyStyle>
      <a:lvl1pPr marL="228589" indent="-228589" algn="l" defTabSz="914354" rtl="0" eaLnBrk="1" latinLnBrk="0" hangingPunct="1">
        <a:lnSpc>
          <a:spcPct val="90000"/>
        </a:lnSpc>
        <a:spcBef>
          <a:spcPts val="1000"/>
        </a:spcBef>
        <a:buClr>
          <a:schemeClr val="accent2"/>
        </a:buClr>
        <a:buSzPct val="120000"/>
        <a:buFont typeface="Arial" panose="020B0604020202020204" pitchFamily="34" charset="0"/>
        <a:buChar char="•"/>
        <a:tabLst/>
        <a:defRPr sz="2667" kern="1200">
          <a:solidFill>
            <a:schemeClr val="tx1"/>
          </a:solidFill>
          <a:latin typeface="+mn-lt"/>
          <a:ea typeface="+mn-ea"/>
          <a:cs typeface="+mn-cs"/>
        </a:defRPr>
      </a:lvl1pPr>
      <a:lvl2pPr marL="764080" indent="-224356" algn="l" defTabSz="914354" rtl="0" eaLnBrk="1" latinLnBrk="0" hangingPunct="1">
        <a:lnSpc>
          <a:spcPct val="90000"/>
        </a:lnSpc>
        <a:spcBef>
          <a:spcPts val="500"/>
        </a:spcBef>
        <a:buFont typeface="System Font Regular"/>
        <a:buChar char="–"/>
        <a:tabLst/>
        <a:defRPr sz="2400" kern="1200">
          <a:solidFill>
            <a:schemeClr val="tx1"/>
          </a:solidFill>
          <a:latin typeface="+mn-lt"/>
          <a:ea typeface="+mn-ea"/>
          <a:cs typeface="+mn-cs"/>
        </a:defRPr>
      </a:lvl2pPr>
      <a:lvl3pPr marL="999018" indent="-234939" algn="l" defTabSz="914354" rtl="0" eaLnBrk="1" latinLnBrk="0" hangingPunct="1">
        <a:lnSpc>
          <a:spcPct val="90000"/>
        </a:lnSpc>
        <a:spcBef>
          <a:spcPts val="500"/>
        </a:spcBef>
        <a:buFont typeface="Wingdings" pitchFamily="2" charset="2"/>
        <a:buChar char="§"/>
        <a:tabLst/>
        <a:defRPr sz="2400" kern="1200">
          <a:solidFill>
            <a:schemeClr val="tx1"/>
          </a:solidFill>
          <a:latin typeface="+mn-lt"/>
          <a:ea typeface="+mn-ea"/>
          <a:cs typeface="+mn-cs"/>
        </a:defRPr>
      </a:lvl3pPr>
      <a:lvl4pPr marL="1151410" indent="-253988" algn="l" defTabSz="914354" rtl="0" eaLnBrk="1" latinLnBrk="0" hangingPunct="1">
        <a:lnSpc>
          <a:spcPct val="90000"/>
        </a:lnSpc>
        <a:spcBef>
          <a:spcPts val="500"/>
        </a:spcBef>
        <a:buFont typeface="Courier New" panose="02070309020205020404" pitchFamily="49" charset="0"/>
        <a:buChar char="o"/>
        <a:tabLst/>
        <a:defRPr sz="2400" kern="1200">
          <a:solidFill>
            <a:schemeClr val="tx1"/>
          </a:solidFill>
          <a:latin typeface="+mn-lt"/>
          <a:ea typeface="+mn-ea"/>
          <a:cs typeface="+mn-cs"/>
        </a:defRPr>
      </a:lvl4pPr>
      <a:lvl5pPr marL="1375764" indent="-224356" algn="l" defTabSz="914354" rtl="0" eaLnBrk="1" latinLnBrk="0" hangingPunct="1">
        <a:lnSpc>
          <a:spcPct val="90000"/>
        </a:lnSpc>
        <a:spcBef>
          <a:spcPts val="500"/>
        </a:spcBef>
        <a:buFont typeface="Arial" panose="020B0604020202020204" pitchFamily="34" charset="0"/>
        <a:buChar char="•"/>
        <a:tabLst/>
        <a:defRPr sz="24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2A0A1C7C-2856-B845-9850-547B7959A52C}"/>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latin typeface="Montserrat" pitchFamily="2" charset="77"/>
              </a:defRPr>
            </a:lvl1pPr>
          </a:lstStyle>
          <a:p>
            <a:fld id="{7D18A8FE-DFC8-4843-AEF2-DE4DB0CF7D65}" type="slidenum">
              <a:rPr lang="en-US" smtClean="0"/>
              <a:pPr/>
              <a:t>‹#›</a:t>
            </a:fld>
            <a:endParaRPr lang="en-US"/>
          </a:p>
        </p:txBody>
      </p:sp>
      <p:sp>
        <p:nvSpPr>
          <p:cNvPr id="10" name="Oval 9">
            <a:extLst>
              <a:ext uri="{FF2B5EF4-FFF2-40B4-BE49-F238E27FC236}">
                <a16:creationId xmlns:a16="http://schemas.microsoft.com/office/drawing/2014/main" id="{E97F5C72-EC3B-A246-9E49-29368E9565C6}"/>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Freeform 10">
            <a:extLst>
              <a:ext uri="{FF2B5EF4-FFF2-40B4-BE49-F238E27FC236}">
                <a16:creationId xmlns:a16="http://schemas.microsoft.com/office/drawing/2014/main" id="{95AF67CC-0C91-4348-B9AA-FCD8016433DB}"/>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Freeform 11">
            <a:extLst>
              <a:ext uri="{FF2B5EF4-FFF2-40B4-BE49-F238E27FC236}">
                <a16:creationId xmlns:a16="http://schemas.microsoft.com/office/drawing/2014/main" id="{3894DCD2-3DA9-0B41-AFB4-EAD27491FECF}"/>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Title Placeholder 13">
            <a:extLst>
              <a:ext uri="{FF2B5EF4-FFF2-40B4-BE49-F238E27FC236}">
                <a16:creationId xmlns:a16="http://schemas.microsoft.com/office/drawing/2014/main" id="{AE1B54B0-4A6F-8F4E-AC36-8BC50B4C6146}"/>
              </a:ext>
            </a:extLst>
          </p:cNvPr>
          <p:cNvSpPr>
            <a:spLocks noGrp="1"/>
          </p:cNvSpPr>
          <p:nvPr>
            <p:ph type="title"/>
          </p:nvPr>
        </p:nvSpPr>
        <p:spPr>
          <a:xfrm>
            <a:off x="457200" y="192969"/>
            <a:ext cx="10396483" cy="702655"/>
          </a:xfrm>
          <a:prstGeom prst="rect">
            <a:avLst/>
          </a:prstGeom>
        </p:spPr>
        <p:txBody>
          <a:bodyPr vert="horz" lIns="0" tIns="0" rIns="0" bIns="0" rtlCol="0" anchor="b">
            <a:normAutofit/>
          </a:bodyPr>
          <a:lstStyle/>
          <a:p>
            <a:r>
              <a:rPr lang="en-US"/>
              <a:t>Click to edit Master title style</a:t>
            </a:r>
          </a:p>
        </p:txBody>
      </p:sp>
      <p:sp>
        <p:nvSpPr>
          <p:cNvPr id="15" name="Text Placeholder 14">
            <a:extLst>
              <a:ext uri="{FF2B5EF4-FFF2-40B4-BE49-F238E27FC236}">
                <a16:creationId xmlns:a16="http://schemas.microsoft.com/office/drawing/2014/main" id="{F9FD7E04-C756-2947-BF55-1FC8E30D1692}"/>
              </a:ext>
            </a:extLst>
          </p:cNvPr>
          <p:cNvSpPr>
            <a:spLocks noGrp="1"/>
          </p:cNvSpPr>
          <p:nvPr>
            <p:ph type="body" idx="1"/>
          </p:nvPr>
        </p:nvSpPr>
        <p:spPr>
          <a:xfrm>
            <a:off x="457200" y="1576551"/>
            <a:ext cx="11232555" cy="4351283"/>
          </a:xfrm>
          <a:prstGeom prst="rect">
            <a:avLst/>
          </a:prstGeom>
        </p:spPr>
        <p:txBody>
          <a:bodyPr vert="horz" lIns="0" tIns="27432" rIns="0" bIns="0" rtlCol="0">
            <a:normAutofit/>
          </a:body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F00690A2-18E7-4995-D97A-69C81CB916C7}"/>
              </a:ext>
            </a:extLst>
          </p:cNvPr>
          <p:cNvSpPr txBox="1"/>
          <p:nvPr userDrawn="1">
            <p:extLst>
              <p:ext uri="{1162E1C5-73C7-4A58-AE30-91384D911F3F}">
                <p184:classification xmlns:p184="http://schemas.microsoft.com/office/powerpoint/2018/4/main" val="hdr"/>
              </p:ext>
            </p:extLst>
          </p:nvPr>
        </p:nvSpPr>
        <p:spPr>
          <a:xfrm>
            <a:off x="63500" y="63500"/>
            <a:ext cx="1400175" cy="182880"/>
          </a:xfrm>
          <a:prstGeom prst="rect">
            <a:avLst/>
          </a:prstGeom>
        </p:spPr>
        <p:txBody>
          <a:bodyPr horzOverflow="overflow" lIns="0" tIns="0" rIns="0" bIns="0">
            <a:spAutoFit/>
          </a:bodyPr>
          <a:lstStyle/>
          <a:p>
            <a:pPr algn="l"/>
            <a:r>
              <a:rPr lang="en-US" sz="1200">
                <a:solidFill>
                  <a:srgbClr val="00B294"/>
                </a:solidFill>
                <a:latin typeface="Calibri" panose="020F0502020204030204" pitchFamily="34" charset="0"/>
                <a:ea typeface="Calibri" panose="020F0502020204030204" pitchFamily="34" charset="0"/>
                <a:cs typeface="Calibri" panose="020F0502020204030204" pitchFamily="34" charset="0"/>
              </a:rPr>
              <a:t>[Organon] Proprietary</a:t>
            </a:r>
          </a:p>
        </p:txBody>
      </p:sp>
      <p:pic>
        <p:nvPicPr>
          <p:cNvPr id="2" name="Graphic 1">
            <a:extLst>
              <a:ext uri="{FF2B5EF4-FFF2-40B4-BE49-F238E27FC236}">
                <a16:creationId xmlns:a16="http://schemas.microsoft.com/office/drawing/2014/main" id="{2C1CB57B-7019-0C40-EBA8-97CDCF1184B7}"/>
              </a:ext>
            </a:extLst>
          </p:cNvPr>
          <p:cNvPicPr>
            <a:picLocks noChangeAspect="1"/>
          </p:cNvPicPr>
          <p:nvPr userDrawn="1"/>
        </p:nvPicPr>
        <p:blipFill>
          <a:blip r:embed="rId55" cstate="screen">
            <a:extLst>
              <a:ext uri="{28A0092B-C50C-407E-A947-70E740481C1C}">
                <a14:useLocalDpi xmlns:a14="http://schemas.microsoft.com/office/drawing/2010/main"/>
              </a:ext>
              <a:ext uri="{96DAC541-7B7A-43D3-8B79-37D633B846F1}">
                <asvg:svgBlip xmlns:asvg="http://schemas.microsoft.com/office/drawing/2016/SVG/main" r:embed="rId56"/>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1806079918"/>
      </p:ext>
    </p:extLst>
  </p:cSld>
  <p:clrMap bg1="lt1" tx1="dk1" bg2="lt2" tx2="dk2" accent1="accent1" accent2="accent2" accent3="accent3" accent4="accent4" accent5="accent5" accent6="accent6" hlink="hlink" folHlink="folHlink"/>
  <p:sldLayoutIdLst>
    <p:sldLayoutId id="2147484519" r:id="rId1"/>
    <p:sldLayoutId id="2147484520" r:id="rId2"/>
    <p:sldLayoutId id="2147484521" r:id="rId3"/>
    <p:sldLayoutId id="2147484522" r:id="rId4"/>
    <p:sldLayoutId id="2147484523" r:id="rId5"/>
    <p:sldLayoutId id="2147484524" r:id="rId6"/>
    <p:sldLayoutId id="2147484525" r:id="rId7"/>
    <p:sldLayoutId id="2147484526" r:id="rId8"/>
    <p:sldLayoutId id="2147484527" r:id="rId9"/>
    <p:sldLayoutId id="2147484528" r:id="rId10"/>
    <p:sldLayoutId id="2147484529" r:id="rId11"/>
    <p:sldLayoutId id="2147484530" r:id="rId12"/>
    <p:sldLayoutId id="2147484531" r:id="rId13"/>
    <p:sldLayoutId id="2147484532" r:id="rId14"/>
    <p:sldLayoutId id="2147484533" r:id="rId15"/>
    <p:sldLayoutId id="2147484534" r:id="rId16"/>
    <p:sldLayoutId id="2147484535" r:id="rId17"/>
    <p:sldLayoutId id="2147484536" r:id="rId18"/>
    <p:sldLayoutId id="2147484537" r:id="rId19"/>
    <p:sldLayoutId id="2147484538" r:id="rId20"/>
    <p:sldLayoutId id="2147484539" r:id="rId21"/>
    <p:sldLayoutId id="2147484540" r:id="rId22"/>
    <p:sldLayoutId id="2147484541" r:id="rId23"/>
    <p:sldLayoutId id="2147484542" r:id="rId24"/>
    <p:sldLayoutId id="2147484543" r:id="rId25"/>
    <p:sldLayoutId id="2147484544" r:id="rId26"/>
    <p:sldLayoutId id="2147484545" r:id="rId27"/>
    <p:sldLayoutId id="2147484546" r:id="rId28"/>
    <p:sldLayoutId id="2147484547" r:id="rId29"/>
    <p:sldLayoutId id="2147484548" r:id="rId30"/>
    <p:sldLayoutId id="2147484549" r:id="rId31"/>
    <p:sldLayoutId id="2147484550" r:id="rId32"/>
    <p:sldLayoutId id="2147484551" r:id="rId33"/>
    <p:sldLayoutId id="2147484552" r:id="rId34"/>
    <p:sldLayoutId id="2147484553" r:id="rId35"/>
    <p:sldLayoutId id="2147484554" r:id="rId36"/>
    <p:sldLayoutId id="2147484555" r:id="rId37"/>
    <p:sldLayoutId id="2147484556" r:id="rId38"/>
    <p:sldLayoutId id="2147484557" r:id="rId39"/>
    <p:sldLayoutId id="2147484558" r:id="rId40"/>
    <p:sldLayoutId id="2147484559" r:id="rId41"/>
    <p:sldLayoutId id="2147484560" r:id="rId42"/>
    <p:sldLayoutId id="2147484561" r:id="rId43"/>
    <p:sldLayoutId id="2147484562" r:id="rId44"/>
    <p:sldLayoutId id="2147484563" r:id="rId45"/>
    <p:sldLayoutId id="2147484564" r:id="rId46"/>
    <p:sldLayoutId id="2147484565" r:id="rId47"/>
    <p:sldLayoutId id="2147484566" r:id="rId48"/>
    <p:sldLayoutId id="2147484567" r:id="rId49"/>
    <p:sldLayoutId id="2147484568" r:id="rId50"/>
    <p:sldLayoutId id="2147484569" r:id="rId51"/>
    <p:sldLayoutId id="2147484570" r:id="rId52"/>
    <p:sldLayoutId id="2147484571" r:id="rId53"/>
  </p:sldLayoutIdLst>
  <p:hf hdr="0" ftr="0" dt="0"/>
  <p:txStyles>
    <p:titleStyle>
      <a:lvl1pPr algn="l" defTabSz="914377" rtl="0" eaLnBrk="1" latinLnBrk="0" hangingPunct="1">
        <a:lnSpc>
          <a:spcPct val="90000"/>
        </a:lnSpc>
        <a:spcBef>
          <a:spcPct val="0"/>
        </a:spcBef>
        <a:buNone/>
        <a:defRPr sz="2933" b="1" i="0" kern="1200">
          <a:solidFill>
            <a:schemeClr val="tx1"/>
          </a:solidFill>
          <a:latin typeface="+mj-lt"/>
          <a:ea typeface="+mj-ea"/>
          <a:cs typeface="Arial" panose="020B0604020202020204" pitchFamily="34" charset="0"/>
        </a:defRPr>
      </a:lvl1pPr>
    </p:titleStyle>
    <p:bodyStyle>
      <a:lvl1pPr marL="0" indent="0" algn="l" defTabSz="914377" rtl="0" eaLnBrk="1" latinLnBrk="0" hangingPunct="1">
        <a:lnSpc>
          <a:spcPct val="100000"/>
        </a:lnSpc>
        <a:spcBef>
          <a:spcPts val="1000"/>
        </a:spcBef>
        <a:buClr>
          <a:schemeClr val="accent1"/>
        </a:buClr>
        <a:buSzPct val="120000"/>
        <a:buFont typeface="Arial" panose="020B0604020202020204" pitchFamily="34" charset="0"/>
        <a:buNone/>
        <a:tabLst/>
        <a:defRPr sz="2133" kern="1200">
          <a:solidFill>
            <a:schemeClr val="tx1"/>
          </a:solidFill>
          <a:latin typeface="Montserrat" pitchFamily="2" charset="77"/>
          <a:ea typeface="+mn-ea"/>
          <a:cs typeface="+mn-cs"/>
        </a:defRPr>
      </a:lvl1pPr>
      <a:lvl2pPr marL="609585" indent="-243834" algn="l" defTabSz="914377" rtl="0" eaLnBrk="1" latinLnBrk="0" hangingPunct="1">
        <a:lnSpc>
          <a:spcPct val="100000"/>
        </a:lnSpc>
        <a:spcBef>
          <a:spcPts val="500"/>
        </a:spcBef>
        <a:buClr>
          <a:schemeClr val="accent1"/>
        </a:buClr>
        <a:buSzPct val="120000"/>
        <a:buFont typeface="Arial" panose="020B0604020202020204" pitchFamily="34" charset="0"/>
        <a:buChar char="•"/>
        <a:tabLst/>
        <a:defRPr sz="1867" kern="1200">
          <a:solidFill>
            <a:schemeClr val="tx1"/>
          </a:solidFill>
          <a:latin typeface="Montserrat" pitchFamily="2" charset="77"/>
          <a:ea typeface="+mn-ea"/>
          <a:cs typeface="+mn-cs"/>
        </a:defRPr>
      </a:lvl2pPr>
      <a:lvl3pPr marL="853419" indent="-243834" algn="l" defTabSz="914377" rtl="0" eaLnBrk="1" latinLnBrk="0" hangingPunct="1">
        <a:lnSpc>
          <a:spcPct val="100000"/>
        </a:lnSpc>
        <a:spcBef>
          <a:spcPts val="500"/>
        </a:spcBef>
        <a:buClr>
          <a:schemeClr val="accent1"/>
        </a:buClr>
        <a:buSzPct val="100000"/>
        <a:buFont typeface="Courier New" panose="02070309020205020404" pitchFamily="49" charset="0"/>
        <a:buChar char="o"/>
        <a:tabLst/>
        <a:defRPr sz="1600" kern="1200">
          <a:solidFill>
            <a:schemeClr val="tx1"/>
          </a:solidFill>
          <a:latin typeface="Montserrat" pitchFamily="2" charset="77"/>
          <a:ea typeface="+mn-ea"/>
          <a:cs typeface="+mn-cs"/>
        </a:defRPr>
      </a:lvl3pPr>
      <a:lvl4pPr marL="1219170" indent="-243834" algn="l" defTabSz="914377" rtl="0" eaLnBrk="1" latinLnBrk="0" hangingPunct="1">
        <a:lnSpc>
          <a:spcPct val="100000"/>
        </a:lnSpc>
        <a:spcBef>
          <a:spcPts val="500"/>
        </a:spcBef>
        <a:buClr>
          <a:schemeClr val="tx2"/>
        </a:buClr>
        <a:buSzPct val="100000"/>
        <a:buFont typeface="Arial" panose="020B0604020202020204" pitchFamily="34" charset="0"/>
        <a:buChar char="•"/>
        <a:tabLst/>
        <a:defRPr sz="1333" kern="1200">
          <a:solidFill>
            <a:schemeClr val="tx1"/>
          </a:solidFill>
          <a:latin typeface="Montserrat" pitchFamily="2" charset="77"/>
          <a:ea typeface="+mn-ea"/>
          <a:cs typeface="+mn-cs"/>
        </a:defRPr>
      </a:lvl4pPr>
      <a:lvl5pPr marL="0" indent="0" algn="l" defTabSz="914377" rtl="0" eaLnBrk="1" latinLnBrk="0" hangingPunct="1">
        <a:lnSpc>
          <a:spcPct val="100000"/>
        </a:lnSpc>
        <a:spcBef>
          <a:spcPts val="500"/>
        </a:spcBef>
        <a:spcAft>
          <a:spcPts val="200"/>
        </a:spcAft>
        <a:buClr>
          <a:schemeClr val="accent1"/>
        </a:buClr>
        <a:buFont typeface="Arial" panose="020B0604020202020204" pitchFamily="34" charset="0"/>
        <a:buNone/>
        <a:tabLst/>
        <a:defRPr sz="1867" b="1" kern="1200">
          <a:solidFill>
            <a:schemeClr val="accent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rPr sz="1400">
                <a:solidFill>
                  <a:srgbClr val="595C62"/>
                </a:solidFill>
                <a:latin typeface="Montserrat"/>
              </a:rPr>
              <a:t>Treatment patterns in prescribed analgesics</a:t>
            </a:r>
          </a:p>
          <a:p>
            <a:r>
              <a:rPr sz="1400">
                <a:solidFill>
                  <a:srgbClr val="595C62"/>
                </a:solidFill>
                <a:latin typeface="Montserrat"/>
              </a:rPr>
              <a:t>Study 25P01  ·  THIN Germany  ·  August 2026</a:t>
            </a:r>
          </a:p>
        </p:txBody>
      </p:sp>
      <p:sp>
        <p:nvSpPr>
          <p:cNvPr id="3" name="Title 2"/>
          <p:cNvSpPr>
            <a:spLocks noGrp="1"/>
          </p:cNvSpPr>
          <p:nvPr>
            <p:ph type="ctrTitle"/>
          </p:nvPr>
        </p:nvSpPr>
        <p:spPr/>
        <p:txBody>
          <a:bodyPr/>
          <a:lstStyle/>
          <a:p>
            <a:r>
              <a:rPr sz="3400">
                <a:latin typeface="Montserrat"/>
              </a:rPr>
              <a:t>Headache &amp; Migraine in Germany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0607040" cy="566928"/>
          </a:xfrm>
        </p:spPr>
        <p:txBody>
          <a:bodyPr/>
          <a:lstStyle/>
          <a:p>
            <a:pPr>
              <a:defRPr sz="2400" b="1">
                <a:solidFill>
                  <a:srgbClr val="171717"/>
                </a:solidFill>
                <a:latin typeface="Montserrat"/>
              </a:defRPr>
            </a:pPr>
            <a:r>
              <a:t>What we set out to answer</a:t>
            </a:r>
          </a:p>
        </p:txBody>
      </p:sp>
      <p:sp>
        <p:nvSpPr>
          <p:cNvPr id="3" name="TextBox 2"/>
          <p:cNvSpPr txBox="1"/>
          <p:nvPr/>
        </p:nvSpPr>
        <p:spPr>
          <a:xfrm>
            <a:off x="502920" y="859536"/>
            <a:ext cx="10881360" cy="310896"/>
          </a:xfrm>
          <a:prstGeom prst="rect">
            <a:avLst/>
          </a:prstGeom>
          <a:noFill/>
        </p:spPr>
        <p:txBody>
          <a:bodyPr wrap="square" lIns="0" rIns="0" tIns="0" bIns="0" anchor="t">
            <a:spAutoFit/>
          </a:bodyPr>
          <a:lstStyle/>
          <a:p>
            <a:pPr algn="l">
              <a:lnSpc>
                <a:spcPct val="120000"/>
              </a:lnSpc>
              <a:spcAft>
                <a:spcPts val="500"/>
              </a:spcAft>
            </a:pPr>
            <a:r>
              <a:rPr sz="1200" b="0">
                <a:solidFill>
                  <a:srgbClr val="595C62"/>
                </a:solidFill>
                <a:latin typeface="Montserrat"/>
              </a:rPr>
              <a:t>Once someone is diagnosed with a headache disorder, what pain medication do they actually receive?</a:t>
            </a:r>
          </a:p>
        </p:txBody>
      </p:sp>
      <p:sp>
        <p:nvSpPr>
          <p:cNvPr id="4" name="TextBox 3"/>
          <p:cNvSpPr txBox="1"/>
          <p:nvPr/>
        </p:nvSpPr>
        <p:spPr>
          <a:xfrm>
            <a:off x="11292840" y="6355080"/>
            <a:ext cx="457200" cy="274320"/>
          </a:xfrm>
          <a:prstGeom prst="rect">
            <a:avLst/>
          </a:prstGeom>
          <a:noFill/>
        </p:spPr>
        <p:txBody>
          <a:bodyPr wrap="square" lIns="0" rIns="0" tIns="0" bIns="0" anchor="t">
            <a:spAutoFit/>
          </a:bodyPr>
          <a:lstStyle/>
          <a:p>
            <a:pPr algn="r">
              <a:lnSpc>
                <a:spcPct val="120000"/>
              </a:lnSpc>
              <a:spcAft>
                <a:spcPts val="500"/>
              </a:spcAft>
            </a:pPr>
            <a:r>
              <a:rPr sz="900" b="0">
                <a:solidFill>
                  <a:srgbClr val="595C62"/>
                </a:solidFill>
                <a:latin typeface="Montserrat"/>
              </a:rPr>
              <a:t>1</a:t>
            </a:r>
          </a:p>
        </p:txBody>
      </p:sp>
      <p:sp>
        <p:nvSpPr>
          <p:cNvPr id="5" name="TextBox 4"/>
          <p:cNvSpPr txBox="1"/>
          <p:nvPr/>
        </p:nvSpPr>
        <p:spPr>
          <a:xfrm>
            <a:off x="502920" y="1325880"/>
            <a:ext cx="182880" cy="274320"/>
          </a:xfrm>
          <a:prstGeom prst="rect">
            <a:avLst/>
          </a:prstGeom>
          <a:noFill/>
        </p:spPr>
        <p:txBody>
          <a:bodyPr wrap="square" lIns="0" rIns="0" tIns="0" bIns="0" anchor="t">
            <a:spAutoFit/>
          </a:bodyPr>
          <a:lstStyle/>
          <a:p>
            <a:pPr algn="l">
              <a:lnSpc>
                <a:spcPct val="120000"/>
              </a:lnSpc>
              <a:spcAft>
                <a:spcPts val="500"/>
              </a:spcAft>
            </a:pPr>
            <a:r>
              <a:rPr sz="1200" b="0">
                <a:solidFill>
                  <a:srgbClr val="171717"/>
                </a:solidFill>
                <a:latin typeface="Montserrat"/>
              </a:rPr>
              <a:t>•</a:t>
            </a:r>
          </a:p>
        </p:txBody>
      </p:sp>
      <p:sp>
        <p:nvSpPr>
          <p:cNvPr id="6" name="TextBox 5"/>
          <p:cNvSpPr txBox="1"/>
          <p:nvPr/>
        </p:nvSpPr>
        <p:spPr>
          <a:xfrm>
            <a:off x="731520" y="1325880"/>
            <a:ext cx="10378440" cy="256032"/>
          </a:xfrm>
          <a:prstGeom prst="rect">
            <a:avLst/>
          </a:prstGeom>
          <a:noFill/>
        </p:spPr>
        <p:txBody>
          <a:bodyPr wrap="square" lIns="0" rIns="0" tIns="0" bIns="0" anchor="t">
            <a:spAutoFit/>
          </a:bodyPr>
          <a:lstStyle/>
          <a:p>
            <a:pPr algn="l">
              <a:lnSpc>
                <a:spcPct val="120000"/>
              </a:lnSpc>
              <a:spcAft>
                <a:spcPts val="500"/>
              </a:spcAft>
            </a:pPr>
            <a:r>
              <a:rPr sz="1200" b="1">
                <a:solidFill>
                  <a:srgbClr val="171717"/>
                </a:solidFill>
                <a:latin typeface="Montserrat"/>
              </a:rPr>
              <a:t>How much?</a:t>
            </a:r>
          </a:p>
        </p:txBody>
      </p:sp>
      <p:sp>
        <p:nvSpPr>
          <p:cNvPr id="7" name="TextBox 6"/>
          <p:cNvSpPr txBox="1"/>
          <p:nvPr/>
        </p:nvSpPr>
        <p:spPr>
          <a:xfrm>
            <a:off x="731520" y="1581912"/>
            <a:ext cx="10378440" cy="548640"/>
          </a:xfrm>
          <a:prstGeom prst="rect">
            <a:avLst/>
          </a:prstGeom>
          <a:noFill/>
        </p:spPr>
        <p:txBody>
          <a:bodyPr wrap="square" lIns="0" rIns="0" tIns="0" bIns="0" anchor="t">
            <a:spAutoFit/>
          </a:bodyPr>
          <a:lstStyle/>
          <a:p>
            <a:pPr algn="l">
              <a:lnSpc>
                <a:spcPct val="120000"/>
              </a:lnSpc>
              <a:spcAft>
                <a:spcPts val="500"/>
              </a:spcAft>
            </a:pPr>
            <a:r>
              <a:rPr sz="1200" b="0">
                <a:solidFill>
                  <a:srgbClr val="595C62"/>
                </a:solidFill>
                <a:latin typeface="Montserrat"/>
              </a:rPr>
              <a:t>Volume of painkiller prescriptions per patient, compared with a matched person without headache.</a:t>
            </a:r>
          </a:p>
        </p:txBody>
      </p:sp>
      <p:sp>
        <p:nvSpPr>
          <p:cNvPr id="8" name="TextBox 7"/>
          <p:cNvSpPr txBox="1"/>
          <p:nvPr/>
        </p:nvSpPr>
        <p:spPr>
          <a:xfrm>
            <a:off x="502920" y="1984248"/>
            <a:ext cx="182880" cy="274320"/>
          </a:xfrm>
          <a:prstGeom prst="rect">
            <a:avLst/>
          </a:prstGeom>
          <a:noFill/>
        </p:spPr>
        <p:txBody>
          <a:bodyPr wrap="square" lIns="0" rIns="0" tIns="0" bIns="0" anchor="t">
            <a:spAutoFit/>
          </a:bodyPr>
          <a:lstStyle/>
          <a:p>
            <a:pPr algn="l">
              <a:lnSpc>
                <a:spcPct val="120000"/>
              </a:lnSpc>
              <a:spcAft>
                <a:spcPts val="500"/>
              </a:spcAft>
            </a:pPr>
            <a:r>
              <a:rPr sz="1200" b="0">
                <a:solidFill>
                  <a:srgbClr val="171717"/>
                </a:solidFill>
                <a:latin typeface="Montserrat"/>
              </a:rPr>
              <a:t>•</a:t>
            </a:r>
          </a:p>
        </p:txBody>
      </p:sp>
      <p:sp>
        <p:nvSpPr>
          <p:cNvPr id="9" name="TextBox 8"/>
          <p:cNvSpPr txBox="1"/>
          <p:nvPr/>
        </p:nvSpPr>
        <p:spPr>
          <a:xfrm>
            <a:off x="731520" y="1984248"/>
            <a:ext cx="10378440" cy="256032"/>
          </a:xfrm>
          <a:prstGeom prst="rect">
            <a:avLst/>
          </a:prstGeom>
          <a:noFill/>
        </p:spPr>
        <p:txBody>
          <a:bodyPr wrap="square" lIns="0" rIns="0" tIns="0" bIns="0" anchor="t">
            <a:spAutoFit/>
          </a:bodyPr>
          <a:lstStyle/>
          <a:p>
            <a:pPr algn="l">
              <a:lnSpc>
                <a:spcPct val="120000"/>
              </a:lnSpc>
              <a:spcAft>
                <a:spcPts val="500"/>
              </a:spcAft>
            </a:pPr>
            <a:r>
              <a:rPr sz="1200" b="1">
                <a:solidFill>
                  <a:srgbClr val="171717"/>
                </a:solidFill>
                <a:latin typeface="Montserrat"/>
              </a:rPr>
              <a:t>What kind?</a:t>
            </a:r>
          </a:p>
        </p:txBody>
      </p:sp>
      <p:sp>
        <p:nvSpPr>
          <p:cNvPr id="10" name="TextBox 9"/>
          <p:cNvSpPr txBox="1"/>
          <p:nvPr/>
        </p:nvSpPr>
        <p:spPr>
          <a:xfrm>
            <a:off x="731520" y="2240280"/>
            <a:ext cx="10378440" cy="548640"/>
          </a:xfrm>
          <a:prstGeom prst="rect">
            <a:avLst/>
          </a:prstGeom>
          <a:noFill/>
        </p:spPr>
        <p:txBody>
          <a:bodyPr wrap="square" lIns="0" rIns="0" tIns="0" bIns="0" anchor="t">
            <a:spAutoFit/>
          </a:bodyPr>
          <a:lstStyle/>
          <a:p>
            <a:pPr algn="l">
              <a:lnSpc>
                <a:spcPct val="120000"/>
              </a:lnSpc>
              <a:spcAft>
                <a:spcPts val="500"/>
              </a:spcAft>
            </a:pPr>
            <a:r>
              <a:rPr sz="1200" b="0">
                <a:solidFill>
                  <a:srgbClr val="595C62"/>
                </a:solidFill>
                <a:latin typeface="Montserrat"/>
              </a:rPr>
              <a:t>Which of the three painkiller families they receive, and how much is migraine-specific.</a:t>
            </a:r>
          </a:p>
        </p:txBody>
      </p:sp>
      <p:sp>
        <p:nvSpPr>
          <p:cNvPr id="11" name="TextBox 10"/>
          <p:cNvSpPr txBox="1"/>
          <p:nvPr/>
        </p:nvSpPr>
        <p:spPr>
          <a:xfrm>
            <a:off x="502920" y="2642615"/>
            <a:ext cx="182880" cy="274320"/>
          </a:xfrm>
          <a:prstGeom prst="rect">
            <a:avLst/>
          </a:prstGeom>
          <a:noFill/>
        </p:spPr>
        <p:txBody>
          <a:bodyPr wrap="square" lIns="0" rIns="0" tIns="0" bIns="0" anchor="t">
            <a:spAutoFit/>
          </a:bodyPr>
          <a:lstStyle/>
          <a:p>
            <a:pPr algn="l">
              <a:lnSpc>
                <a:spcPct val="120000"/>
              </a:lnSpc>
              <a:spcAft>
                <a:spcPts val="500"/>
              </a:spcAft>
            </a:pPr>
            <a:r>
              <a:rPr sz="1200" b="0">
                <a:solidFill>
                  <a:srgbClr val="171717"/>
                </a:solidFill>
                <a:latin typeface="Montserrat"/>
              </a:rPr>
              <a:t>•</a:t>
            </a:r>
          </a:p>
        </p:txBody>
      </p:sp>
      <p:sp>
        <p:nvSpPr>
          <p:cNvPr id="12" name="TextBox 11"/>
          <p:cNvSpPr txBox="1"/>
          <p:nvPr/>
        </p:nvSpPr>
        <p:spPr>
          <a:xfrm>
            <a:off x="731520" y="2642615"/>
            <a:ext cx="10378440" cy="256032"/>
          </a:xfrm>
          <a:prstGeom prst="rect">
            <a:avLst/>
          </a:prstGeom>
          <a:noFill/>
        </p:spPr>
        <p:txBody>
          <a:bodyPr wrap="square" lIns="0" rIns="0" tIns="0" bIns="0" anchor="t">
            <a:spAutoFit/>
          </a:bodyPr>
          <a:lstStyle/>
          <a:p>
            <a:pPr algn="l">
              <a:lnSpc>
                <a:spcPct val="120000"/>
              </a:lnSpc>
              <a:spcAft>
                <a:spcPts val="500"/>
              </a:spcAft>
            </a:pPr>
            <a:r>
              <a:rPr sz="1200" b="1">
                <a:solidFill>
                  <a:srgbClr val="171717"/>
                </a:solidFill>
                <a:latin typeface="Montserrat"/>
              </a:rPr>
              <a:t>For how long?</a:t>
            </a:r>
          </a:p>
        </p:txBody>
      </p:sp>
      <p:sp>
        <p:nvSpPr>
          <p:cNvPr id="13" name="TextBox 12"/>
          <p:cNvSpPr txBox="1"/>
          <p:nvPr/>
        </p:nvSpPr>
        <p:spPr>
          <a:xfrm>
            <a:off x="731520" y="2898648"/>
            <a:ext cx="10378440" cy="548640"/>
          </a:xfrm>
          <a:prstGeom prst="rect">
            <a:avLst/>
          </a:prstGeom>
          <a:noFill/>
        </p:spPr>
        <p:txBody>
          <a:bodyPr wrap="square" lIns="0" rIns="0" tIns="0" bIns="0" anchor="t">
            <a:spAutoFit/>
          </a:bodyPr>
          <a:lstStyle/>
          <a:p>
            <a:pPr algn="l">
              <a:lnSpc>
                <a:spcPct val="120000"/>
              </a:lnSpc>
              <a:spcAft>
                <a:spcPts val="500"/>
              </a:spcAft>
            </a:pPr>
            <a:r>
              <a:rPr sz="1200" b="0">
                <a:solidFill>
                  <a:srgbClr val="595C62"/>
                </a:solidFill>
                <a:latin typeface="Montserrat"/>
              </a:rPr>
              <a:t>Whether treatment is sustained, whether patients switch drugs, and whether they keep collecting them.</a:t>
            </a:r>
          </a:p>
        </p:txBody>
      </p:sp>
      <p:sp>
        <p:nvSpPr>
          <p:cNvPr id="14" name="TextBox 13"/>
          <p:cNvSpPr txBox="1"/>
          <p:nvPr/>
        </p:nvSpPr>
        <p:spPr>
          <a:xfrm>
            <a:off x="502920" y="3429000"/>
            <a:ext cx="5486400" cy="274320"/>
          </a:xfrm>
          <a:prstGeom prst="rect">
            <a:avLst/>
          </a:prstGeom>
          <a:noFill/>
        </p:spPr>
        <p:txBody>
          <a:bodyPr wrap="square" lIns="0" rIns="0" tIns="0" bIns="0" anchor="t">
            <a:spAutoFit/>
          </a:bodyPr>
          <a:lstStyle/>
          <a:p>
            <a:pPr algn="l">
              <a:lnSpc>
                <a:spcPct val="120000"/>
              </a:lnSpc>
              <a:spcAft>
                <a:spcPts val="500"/>
              </a:spcAft>
            </a:pPr>
            <a:r>
              <a:rPr sz="1300" b="1">
                <a:solidFill>
                  <a:srgbClr val="171717"/>
                </a:solidFill>
                <a:latin typeface="Montserrat"/>
              </a:rPr>
              <a:t>Who is in the study</a:t>
            </a:r>
          </a:p>
        </p:txBody>
      </p:sp>
      <p:sp>
        <p:nvSpPr>
          <p:cNvPr id="15" name="TextBox 14"/>
          <p:cNvSpPr txBox="1"/>
          <p:nvPr/>
        </p:nvSpPr>
        <p:spPr>
          <a:xfrm>
            <a:off x="502920" y="3794760"/>
            <a:ext cx="1554480" cy="274320"/>
          </a:xfrm>
          <a:prstGeom prst="rect">
            <a:avLst/>
          </a:prstGeom>
          <a:noFill/>
        </p:spPr>
        <p:txBody>
          <a:bodyPr wrap="square" lIns="0" rIns="0" tIns="0" bIns="0" anchor="t">
            <a:spAutoFit/>
          </a:bodyPr>
          <a:lstStyle/>
          <a:p>
            <a:pPr algn="r">
              <a:lnSpc>
                <a:spcPct val="120000"/>
              </a:lnSpc>
              <a:spcAft>
                <a:spcPts val="500"/>
              </a:spcAft>
            </a:pPr>
            <a:r>
              <a:rPr sz="1300" b="1">
                <a:solidFill>
                  <a:srgbClr val="171717"/>
                </a:solidFill>
                <a:latin typeface="Montserrat"/>
              </a:rPr>
              <a:t>10,466,929</a:t>
            </a:r>
          </a:p>
        </p:txBody>
      </p:sp>
      <p:sp>
        <p:nvSpPr>
          <p:cNvPr id="16" name="TextBox 15"/>
          <p:cNvSpPr txBox="1"/>
          <p:nvPr/>
        </p:nvSpPr>
        <p:spPr>
          <a:xfrm>
            <a:off x="2240280" y="3813048"/>
            <a:ext cx="8229600" cy="274320"/>
          </a:xfrm>
          <a:prstGeom prst="rect">
            <a:avLst/>
          </a:prstGeom>
          <a:noFill/>
        </p:spPr>
        <p:txBody>
          <a:bodyPr wrap="square" lIns="0" rIns="0" tIns="0" bIns="0" anchor="t">
            <a:spAutoFit/>
          </a:bodyPr>
          <a:lstStyle/>
          <a:p>
            <a:pPr algn="l">
              <a:lnSpc>
                <a:spcPct val="120000"/>
              </a:lnSpc>
              <a:spcAft>
                <a:spcPts val="500"/>
              </a:spcAft>
            </a:pPr>
            <a:r>
              <a:rPr sz="1200" b="0">
                <a:solidFill>
                  <a:srgbClr val="595C62"/>
                </a:solidFill>
                <a:latin typeface="Montserrat"/>
              </a:rPr>
              <a:t>patients observable in THIN Germany from Jan 2021</a:t>
            </a:r>
          </a:p>
        </p:txBody>
      </p:sp>
      <p:sp>
        <p:nvSpPr>
          <p:cNvPr id="17" name="TextBox 16"/>
          <p:cNvSpPr txBox="1"/>
          <p:nvPr/>
        </p:nvSpPr>
        <p:spPr>
          <a:xfrm>
            <a:off x="502920" y="4178808"/>
            <a:ext cx="1554480" cy="274320"/>
          </a:xfrm>
          <a:prstGeom prst="rect">
            <a:avLst/>
          </a:prstGeom>
          <a:noFill/>
        </p:spPr>
        <p:txBody>
          <a:bodyPr wrap="square" lIns="0" rIns="0" tIns="0" bIns="0" anchor="t">
            <a:spAutoFit/>
          </a:bodyPr>
          <a:lstStyle/>
          <a:p>
            <a:pPr algn="r">
              <a:lnSpc>
                <a:spcPct val="120000"/>
              </a:lnSpc>
              <a:spcAft>
                <a:spcPts val="500"/>
              </a:spcAft>
            </a:pPr>
            <a:r>
              <a:rPr sz="1300" b="1">
                <a:solidFill>
                  <a:srgbClr val="171717"/>
                </a:solidFill>
                <a:latin typeface="Montserrat"/>
              </a:rPr>
              <a:t>359,425</a:t>
            </a:r>
          </a:p>
        </p:txBody>
      </p:sp>
      <p:sp>
        <p:nvSpPr>
          <p:cNvPr id="18" name="TextBox 17"/>
          <p:cNvSpPr txBox="1"/>
          <p:nvPr/>
        </p:nvSpPr>
        <p:spPr>
          <a:xfrm>
            <a:off x="2240280" y="4197096"/>
            <a:ext cx="8229600" cy="274320"/>
          </a:xfrm>
          <a:prstGeom prst="rect">
            <a:avLst/>
          </a:prstGeom>
          <a:noFill/>
        </p:spPr>
        <p:txBody>
          <a:bodyPr wrap="square" lIns="0" rIns="0" tIns="0" bIns="0" anchor="t">
            <a:spAutoFit/>
          </a:bodyPr>
          <a:lstStyle/>
          <a:p>
            <a:pPr algn="l">
              <a:lnSpc>
                <a:spcPct val="120000"/>
              </a:lnSpc>
              <a:spcAft>
                <a:spcPts val="500"/>
              </a:spcAft>
            </a:pPr>
            <a:r>
              <a:rPr sz="1200" b="0">
                <a:solidFill>
                  <a:srgbClr val="595C62"/>
                </a:solidFill>
                <a:latin typeface="Montserrat"/>
              </a:rPr>
              <a:t>with a confirmed headache disorder diagnosis</a:t>
            </a:r>
          </a:p>
        </p:txBody>
      </p:sp>
      <p:sp>
        <p:nvSpPr>
          <p:cNvPr id="19" name="TextBox 18"/>
          <p:cNvSpPr txBox="1"/>
          <p:nvPr/>
        </p:nvSpPr>
        <p:spPr>
          <a:xfrm>
            <a:off x="502920" y="4562856"/>
            <a:ext cx="1554480" cy="274320"/>
          </a:xfrm>
          <a:prstGeom prst="rect">
            <a:avLst/>
          </a:prstGeom>
          <a:noFill/>
        </p:spPr>
        <p:txBody>
          <a:bodyPr wrap="square" lIns="0" rIns="0" tIns="0" bIns="0" anchor="t">
            <a:spAutoFit/>
          </a:bodyPr>
          <a:lstStyle/>
          <a:p>
            <a:pPr algn="r">
              <a:lnSpc>
                <a:spcPct val="120000"/>
              </a:lnSpc>
              <a:spcAft>
                <a:spcPts val="500"/>
              </a:spcAft>
            </a:pPr>
            <a:r>
              <a:rPr sz="1300" b="1">
                <a:solidFill>
                  <a:srgbClr val="171717"/>
                </a:solidFill>
                <a:latin typeface="Montserrat"/>
              </a:rPr>
              <a:t>273,957</a:t>
            </a:r>
          </a:p>
        </p:txBody>
      </p:sp>
      <p:sp>
        <p:nvSpPr>
          <p:cNvPr id="20" name="TextBox 19"/>
          <p:cNvSpPr txBox="1"/>
          <p:nvPr/>
        </p:nvSpPr>
        <p:spPr>
          <a:xfrm>
            <a:off x="2240280" y="4581144"/>
            <a:ext cx="8229600" cy="274320"/>
          </a:xfrm>
          <a:prstGeom prst="rect">
            <a:avLst/>
          </a:prstGeom>
          <a:noFill/>
        </p:spPr>
        <p:txBody>
          <a:bodyPr wrap="square" lIns="0" rIns="0" tIns="0" bIns="0" anchor="t">
            <a:spAutoFit/>
          </a:bodyPr>
          <a:lstStyle/>
          <a:p>
            <a:pPr algn="l">
              <a:lnSpc>
                <a:spcPct val="120000"/>
              </a:lnSpc>
              <a:spcAft>
                <a:spcPts val="500"/>
              </a:spcAft>
            </a:pPr>
            <a:r>
              <a:rPr sz="1200" b="0">
                <a:solidFill>
                  <a:srgbClr val="595C62"/>
                </a:solidFill>
                <a:latin typeface="Montserrat"/>
              </a:rPr>
              <a:t>with at least 1 year of follow-up after diagnosis</a:t>
            </a:r>
          </a:p>
        </p:txBody>
      </p:sp>
      <p:sp>
        <p:nvSpPr>
          <p:cNvPr id="21" name="TextBox 20"/>
          <p:cNvSpPr txBox="1"/>
          <p:nvPr/>
        </p:nvSpPr>
        <p:spPr>
          <a:xfrm>
            <a:off x="502920" y="4946904"/>
            <a:ext cx="1554480" cy="274320"/>
          </a:xfrm>
          <a:prstGeom prst="rect">
            <a:avLst/>
          </a:prstGeom>
          <a:noFill/>
        </p:spPr>
        <p:txBody>
          <a:bodyPr wrap="square" lIns="0" rIns="0" tIns="0" bIns="0" anchor="t">
            <a:spAutoFit/>
          </a:bodyPr>
          <a:lstStyle/>
          <a:p>
            <a:pPr algn="r">
              <a:lnSpc>
                <a:spcPct val="120000"/>
              </a:lnSpc>
              <a:spcAft>
                <a:spcPts val="500"/>
              </a:spcAft>
            </a:pPr>
            <a:r>
              <a:rPr sz="1300" b="1">
                <a:solidFill>
                  <a:srgbClr val="171717"/>
                </a:solidFill>
                <a:latin typeface="Montserrat"/>
              </a:rPr>
              <a:t>242,486</a:t>
            </a:r>
          </a:p>
        </p:txBody>
      </p:sp>
      <p:sp>
        <p:nvSpPr>
          <p:cNvPr id="22" name="TextBox 21"/>
          <p:cNvSpPr txBox="1"/>
          <p:nvPr/>
        </p:nvSpPr>
        <p:spPr>
          <a:xfrm>
            <a:off x="2240280" y="4965192"/>
            <a:ext cx="8229600" cy="274320"/>
          </a:xfrm>
          <a:prstGeom prst="rect">
            <a:avLst/>
          </a:prstGeom>
          <a:noFill/>
        </p:spPr>
        <p:txBody>
          <a:bodyPr wrap="square" lIns="0" rIns="0" tIns="0" bIns="0" anchor="t">
            <a:spAutoFit/>
          </a:bodyPr>
          <a:lstStyle/>
          <a:p>
            <a:pPr algn="l">
              <a:lnSpc>
                <a:spcPct val="120000"/>
              </a:lnSpc>
              <a:spcAft>
                <a:spcPts val="500"/>
              </a:spcAft>
            </a:pPr>
            <a:r>
              <a:rPr sz="1200" b="0">
                <a:solidFill>
                  <a:srgbClr val="595C62"/>
                </a:solidFill>
                <a:latin typeface="Montserrat"/>
              </a:rPr>
              <a:t>matched 1:1 to a person with no headache history</a:t>
            </a:r>
          </a:p>
        </p:txBody>
      </p:sp>
      <p:sp>
        <p:nvSpPr>
          <p:cNvPr id="23" name="TextBox 22"/>
          <p:cNvSpPr txBox="1"/>
          <p:nvPr/>
        </p:nvSpPr>
        <p:spPr>
          <a:xfrm>
            <a:off x="502920" y="5532120"/>
            <a:ext cx="10607040" cy="365760"/>
          </a:xfrm>
          <a:prstGeom prst="rect">
            <a:avLst/>
          </a:prstGeom>
          <a:noFill/>
        </p:spPr>
        <p:txBody>
          <a:bodyPr wrap="square" lIns="0" rIns="0" tIns="0" bIns="0" anchor="t">
            <a:spAutoFit/>
          </a:bodyPr>
          <a:lstStyle/>
          <a:p>
            <a:pPr algn="l">
              <a:lnSpc>
                <a:spcPct val="120000"/>
              </a:lnSpc>
              <a:spcAft>
                <a:spcPts val="500"/>
              </a:spcAft>
            </a:pPr>
            <a:r>
              <a:rPr sz="1100" b="0">
                <a:solidFill>
                  <a:srgbClr val="595C62"/>
                </a:solidFill>
                <a:latin typeface="Montserrat"/>
              </a:rPr>
              <a:t>Matched on year of birth (within 2 years), sex and practice site, so the two groups are comparable and each pair is followed over the same window of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0607040" cy="566928"/>
          </a:xfrm>
        </p:spPr>
        <p:txBody>
          <a:bodyPr/>
          <a:lstStyle/>
          <a:p>
            <a:pPr>
              <a:defRPr sz="2400" b="1">
                <a:solidFill>
                  <a:srgbClr val="171717"/>
                </a:solidFill>
                <a:latin typeface="Montserrat"/>
              </a:defRPr>
            </a:pPr>
            <a:r>
              <a:t>How to read these results: the N02 painkiller family</a:t>
            </a:r>
          </a:p>
        </p:txBody>
      </p:sp>
      <p:sp>
        <p:nvSpPr>
          <p:cNvPr id="3" name="TextBox 2"/>
          <p:cNvSpPr txBox="1"/>
          <p:nvPr/>
        </p:nvSpPr>
        <p:spPr>
          <a:xfrm>
            <a:off x="502920" y="859536"/>
            <a:ext cx="10881360" cy="310896"/>
          </a:xfrm>
          <a:prstGeom prst="rect">
            <a:avLst/>
          </a:prstGeom>
          <a:noFill/>
        </p:spPr>
        <p:txBody>
          <a:bodyPr wrap="square" lIns="0" rIns="0" tIns="0" bIns="0" anchor="t">
            <a:spAutoFit/>
          </a:bodyPr>
          <a:lstStyle/>
          <a:p>
            <a:pPr algn="l">
              <a:lnSpc>
                <a:spcPct val="120000"/>
              </a:lnSpc>
              <a:spcAft>
                <a:spcPts val="500"/>
              </a:spcAft>
            </a:pPr>
            <a:r>
              <a:rPr sz="1200" b="0">
                <a:solidFill>
                  <a:srgbClr val="595C62"/>
                </a:solidFill>
                <a:latin typeface="Montserrat"/>
              </a:rPr>
              <a:t>Everything here concerns ATC group N02, prescribed painkillers. It splits into three types.</a:t>
            </a:r>
          </a:p>
        </p:txBody>
      </p:sp>
      <p:sp>
        <p:nvSpPr>
          <p:cNvPr id="4" name="TextBox 3"/>
          <p:cNvSpPr txBox="1"/>
          <p:nvPr/>
        </p:nvSpPr>
        <p:spPr>
          <a:xfrm>
            <a:off x="11292840" y="6355080"/>
            <a:ext cx="457200" cy="274320"/>
          </a:xfrm>
          <a:prstGeom prst="rect">
            <a:avLst/>
          </a:prstGeom>
          <a:noFill/>
        </p:spPr>
        <p:txBody>
          <a:bodyPr wrap="square" lIns="0" rIns="0" tIns="0" bIns="0" anchor="t">
            <a:spAutoFit/>
          </a:bodyPr>
          <a:lstStyle/>
          <a:p>
            <a:pPr algn="r">
              <a:lnSpc>
                <a:spcPct val="120000"/>
              </a:lnSpc>
              <a:spcAft>
                <a:spcPts val="500"/>
              </a:spcAft>
            </a:pPr>
            <a:r>
              <a:rPr sz="900" b="0">
                <a:solidFill>
                  <a:srgbClr val="595C62"/>
                </a:solidFill>
                <a:latin typeface="Montserrat"/>
              </a:rPr>
              <a:t>2</a:t>
            </a:r>
          </a:p>
        </p:txBody>
      </p:sp>
      <p:sp>
        <p:nvSpPr>
          <p:cNvPr id="5" name="TextBox 4"/>
          <p:cNvSpPr txBox="1"/>
          <p:nvPr/>
        </p:nvSpPr>
        <p:spPr>
          <a:xfrm>
            <a:off x="502920" y="1371600"/>
            <a:ext cx="3657600" cy="274320"/>
          </a:xfrm>
          <a:prstGeom prst="rect">
            <a:avLst/>
          </a:prstGeom>
          <a:noFill/>
        </p:spPr>
        <p:txBody>
          <a:bodyPr wrap="square" lIns="0" rIns="0" tIns="0" bIns="0" anchor="t">
            <a:spAutoFit/>
          </a:bodyPr>
          <a:lstStyle/>
          <a:p>
            <a:pPr algn="l">
              <a:lnSpc>
                <a:spcPct val="120000"/>
              </a:lnSpc>
              <a:spcAft>
                <a:spcPts val="500"/>
              </a:spcAft>
            </a:pPr>
            <a:r>
              <a:rPr sz="1300" b="1">
                <a:solidFill>
                  <a:srgbClr val="171717"/>
                </a:solidFill>
                <a:latin typeface="Montserrat"/>
              </a:rPr>
              <a:t>N02A  Opioids</a:t>
            </a:r>
          </a:p>
        </p:txBody>
      </p:sp>
      <p:sp>
        <p:nvSpPr>
          <p:cNvPr id="6" name="TextBox 5"/>
          <p:cNvSpPr txBox="1"/>
          <p:nvPr/>
        </p:nvSpPr>
        <p:spPr>
          <a:xfrm>
            <a:off x="3931920" y="1371600"/>
            <a:ext cx="7223760" cy="548640"/>
          </a:xfrm>
          <a:prstGeom prst="rect">
            <a:avLst/>
          </a:prstGeom>
          <a:noFill/>
        </p:spPr>
        <p:txBody>
          <a:bodyPr wrap="square" lIns="0" rIns="0" tIns="0" bIns="0" anchor="t">
            <a:spAutoFit/>
          </a:bodyPr>
          <a:lstStyle/>
          <a:p>
            <a:pPr algn="l">
              <a:lnSpc>
                <a:spcPct val="120000"/>
              </a:lnSpc>
              <a:spcAft>
                <a:spcPts val="500"/>
              </a:spcAft>
            </a:pPr>
            <a:r>
              <a:rPr sz="1200" b="0">
                <a:solidFill>
                  <a:srgbClr val="595C62"/>
                </a:solidFill>
                <a:latin typeface="Montserrat"/>
              </a:rPr>
              <a:t>Strong pain relief: tramadol, tilidine, oxycodone, fentanyl. Not a headache treatment; their presence signals escalation or other pain.</a:t>
            </a:r>
          </a:p>
        </p:txBody>
      </p:sp>
      <p:sp>
        <p:nvSpPr>
          <p:cNvPr id="7" name="Rectangle 6"/>
          <p:cNvSpPr/>
          <p:nvPr/>
        </p:nvSpPr>
        <p:spPr>
          <a:xfrm>
            <a:off x="502920" y="1938528"/>
            <a:ext cx="10652760" cy="10058"/>
          </a:xfrm>
          <a:prstGeom prst="rect">
            <a:avLst/>
          </a:prstGeom>
          <a:solidFill>
            <a:srgbClr val="CFD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231136"/>
            <a:ext cx="3657600" cy="274320"/>
          </a:xfrm>
          <a:prstGeom prst="rect">
            <a:avLst/>
          </a:prstGeom>
          <a:noFill/>
        </p:spPr>
        <p:txBody>
          <a:bodyPr wrap="square" lIns="0" rIns="0" tIns="0" bIns="0" anchor="t">
            <a:spAutoFit/>
          </a:bodyPr>
          <a:lstStyle/>
          <a:p>
            <a:pPr algn="l">
              <a:lnSpc>
                <a:spcPct val="120000"/>
              </a:lnSpc>
              <a:spcAft>
                <a:spcPts val="500"/>
              </a:spcAft>
            </a:pPr>
            <a:r>
              <a:rPr sz="1300" b="1">
                <a:solidFill>
                  <a:srgbClr val="171717"/>
                </a:solidFill>
                <a:latin typeface="Montserrat"/>
              </a:rPr>
              <a:t>N02B  Everyday analgesics</a:t>
            </a:r>
          </a:p>
        </p:txBody>
      </p:sp>
      <p:sp>
        <p:nvSpPr>
          <p:cNvPr id="9" name="TextBox 8"/>
          <p:cNvSpPr txBox="1"/>
          <p:nvPr/>
        </p:nvSpPr>
        <p:spPr>
          <a:xfrm>
            <a:off x="3931920" y="2231136"/>
            <a:ext cx="7223760" cy="548640"/>
          </a:xfrm>
          <a:prstGeom prst="rect">
            <a:avLst/>
          </a:prstGeom>
          <a:noFill/>
        </p:spPr>
        <p:txBody>
          <a:bodyPr wrap="square" lIns="0" rIns="0" tIns="0" bIns="0" anchor="t">
            <a:spAutoFit/>
          </a:bodyPr>
          <a:lstStyle/>
          <a:p>
            <a:pPr algn="l">
              <a:lnSpc>
                <a:spcPct val="120000"/>
              </a:lnSpc>
              <a:spcAft>
                <a:spcPts val="500"/>
              </a:spcAft>
            </a:pPr>
            <a:r>
              <a:rPr sz="1200" b="0">
                <a:solidFill>
                  <a:srgbClr val="595C62"/>
                </a:solidFill>
                <a:latin typeface="Montserrat"/>
              </a:rPr>
              <a:t>Metamizole, paracetamol, aspirin, plus gabapentin and pregabalin for nerve pain. General-purpose, not migraine-specific.</a:t>
            </a:r>
          </a:p>
        </p:txBody>
      </p:sp>
      <p:sp>
        <p:nvSpPr>
          <p:cNvPr id="10" name="Rectangle 9"/>
          <p:cNvSpPr/>
          <p:nvPr/>
        </p:nvSpPr>
        <p:spPr>
          <a:xfrm>
            <a:off x="502920" y="2798064"/>
            <a:ext cx="10652760" cy="10058"/>
          </a:xfrm>
          <a:prstGeom prst="rect">
            <a:avLst/>
          </a:prstGeom>
          <a:solidFill>
            <a:srgbClr val="CFD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3090672"/>
            <a:ext cx="3657600" cy="274320"/>
          </a:xfrm>
          <a:prstGeom prst="rect">
            <a:avLst/>
          </a:prstGeom>
          <a:noFill/>
        </p:spPr>
        <p:txBody>
          <a:bodyPr wrap="square" lIns="0" rIns="0" tIns="0" bIns="0" anchor="t">
            <a:spAutoFit/>
          </a:bodyPr>
          <a:lstStyle/>
          <a:p>
            <a:pPr algn="l">
              <a:lnSpc>
                <a:spcPct val="120000"/>
              </a:lnSpc>
              <a:spcAft>
                <a:spcPts val="500"/>
              </a:spcAft>
            </a:pPr>
            <a:r>
              <a:rPr sz="1300" b="1">
                <a:solidFill>
                  <a:srgbClr val="171717"/>
                </a:solidFill>
                <a:latin typeface="Montserrat"/>
              </a:rPr>
              <a:t>N02C  Migraine-specific</a:t>
            </a:r>
          </a:p>
        </p:txBody>
      </p:sp>
      <p:sp>
        <p:nvSpPr>
          <p:cNvPr id="12" name="TextBox 11"/>
          <p:cNvSpPr txBox="1"/>
          <p:nvPr/>
        </p:nvSpPr>
        <p:spPr>
          <a:xfrm>
            <a:off x="3931920" y="3090672"/>
            <a:ext cx="7223760" cy="548640"/>
          </a:xfrm>
          <a:prstGeom prst="rect">
            <a:avLst/>
          </a:prstGeom>
          <a:noFill/>
        </p:spPr>
        <p:txBody>
          <a:bodyPr wrap="square" lIns="0" rIns="0" tIns="0" bIns="0" anchor="t">
            <a:spAutoFit/>
          </a:bodyPr>
          <a:lstStyle/>
          <a:p>
            <a:pPr algn="l">
              <a:lnSpc>
                <a:spcPct val="120000"/>
              </a:lnSpc>
              <a:spcAft>
                <a:spcPts val="500"/>
              </a:spcAft>
            </a:pPr>
            <a:r>
              <a:rPr sz="1200" b="0">
                <a:solidFill>
                  <a:srgbClr val="595C62"/>
                </a:solidFill>
                <a:latin typeface="Montserrat"/>
              </a:rPr>
              <a:t>Triptans (sumatriptan, rizatriptan) and the newer CGRP antibodies. Prescribed for migraine and essentially nothing else.</a:t>
            </a:r>
          </a:p>
        </p:txBody>
      </p:sp>
      <p:sp>
        <p:nvSpPr>
          <p:cNvPr id="13" name="Rectangle 12"/>
          <p:cNvSpPr/>
          <p:nvPr/>
        </p:nvSpPr>
        <p:spPr>
          <a:xfrm>
            <a:off x="502920" y="3657600"/>
            <a:ext cx="10652760" cy="10058"/>
          </a:xfrm>
          <a:prstGeom prst="rect">
            <a:avLst/>
          </a:prstGeom>
          <a:solidFill>
            <a:srgbClr val="CFD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977639"/>
            <a:ext cx="10607040" cy="548640"/>
          </a:xfrm>
          <a:prstGeom prst="rect">
            <a:avLst/>
          </a:prstGeom>
          <a:noFill/>
        </p:spPr>
        <p:txBody>
          <a:bodyPr wrap="square" lIns="0" rIns="0" tIns="0" bIns="0" anchor="t">
            <a:spAutoFit/>
          </a:bodyPr>
          <a:lstStyle/>
          <a:p>
            <a:pPr algn="l">
              <a:lnSpc>
                <a:spcPct val="130000"/>
              </a:lnSpc>
              <a:spcAft>
                <a:spcPts val="500"/>
              </a:spcAft>
            </a:pPr>
            <a:r>
              <a:rPr sz="1250" b="0">
                <a:solidFill>
                  <a:srgbClr val="171717"/>
                </a:solidFill>
                <a:latin typeface="Montserrat"/>
              </a:rPr>
              <a:t>N02C is the only family that tells us a doctor is treating migraine as migraine. N02A and N02B tell us pain is being managed. They do not tell us it is being managed as a headache disorder.</a:t>
            </a:r>
          </a:p>
        </p:txBody>
      </p:sp>
      <p:sp>
        <p:nvSpPr>
          <p:cNvPr id="15" name="TextBox 14"/>
          <p:cNvSpPr txBox="1"/>
          <p:nvPr/>
        </p:nvSpPr>
        <p:spPr>
          <a:xfrm>
            <a:off x="502920" y="4892040"/>
            <a:ext cx="10607040" cy="365760"/>
          </a:xfrm>
          <a:prstGeom prst="rect">
            <a:avLst/>
          </a:prstGeom>
          <a:noFill/>
        </p:spPr>
        <p:txBody>
          <a:bodyPr wrap="square" lIns="0" rIns="0" tIns="0" bIns="0" anchor="t">
            <a:spAutoFit/>
          </a:bodyPr>
          <a:lstStyle/>
          <a:p>
            <a:pPr algn="l">
              <a:lnSpc>
                <a:spcPct val="120000"/>
              </a:lnSpc>
              <a:spcAft>
                <a:spcPts val="500"/>
              </a:spcAft>
            </a:pPr>
            <a:r>
              <a:rPr sz="1100" b="0">
                <a:solidFill>
                  <a:srgbClr val="595C62"/>
                </a:solidFill>
                <a:latin typeface="Montserrat"/>
              </a:rPr>
              <a:t>Note on what is counted: a “prescription line” is one drug on one prescription. Percentages are either that arm's share of its own prescription lines, or a share of patients. Each is labelled.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0607040" cy="566928"/>
          </a:xfrm>
        </p:spPr>
        <p:txBody>
          <a:bodyPr/>
          <a:lstStyle/>
          <a:p>
            <a:pPr>
              <a:defRPr sz="2400" b="1">
                <a:solidFill>
                  <a:srgbClr val="171717"/>
                </a:solidFill>
                <a:latin typeface="Montserrat"/>
              </a:defRPr>
            </a:pPr>
            <a:r>
              <a:t>Headache patients receive far more pain medication</a:t>
            </a:r>
          </a:p>
        </p:txBody>
      </p:sp>
      <p:sp>
        <p:nvSpPr>
          <p:cNvPr id="3" name="TextBox 2"/>
          <p:cNvSpPr txBox="1"/>
          <p:nvPr/>
        </p:nvSpPr>
        <p:spPr>
          <a:xfrm>
            <a:off x="502920" y="859536"/>
            <a:ext cx="10881360" cy="310896"/>
          </a:xfrm>
          <a:prstGeom prst="rect">
            <a:avLst/>
          </a:prstGeom>
          <a:noFill/>
        </p:spPr>
        <p:txBody>
          <a:bodyPr wrap="square" lIns="0" rIns="0" tIns="0" bIns="0" anchor="t">
            <a:spAutoFit/>
          </a:bodyPr>
          <a:lstStyle/>
          <a:p>
            <a:pPr algn="l">
              <a:lnSpc>
                <a:spcPct val="120000"/>
              </a:lnSpc>
              <a:spcAft>
                <a:spcPts val="500"/>
              </a:spcAft>
            </a:pPr>
            <a:r>
              <a:rPr sz="1200" b="0">
                <a:solidFill>
                  <a:srgbClr val="595C62"/>
                </a:solidFill>
                <a:latin typeface="Montserrat"/>
              </a:rPr>
              <a:t>Counted over each patient's own follow-up time. Both groups have 242,486 patients.</a:t>
            </a:r>
          </a:p>
        </p:txBody>
      </p:sp>
      <p:sp>
        <p:nvSpPr>
          <p:cNvPr id="4" name="TextBox 3"/>
          <p:cNvSpPr txBox="1"/>
          <p:nvPr/>
        </p:nvSpPr>
        <p:spPr>
          <a:xfrm>
            <a:off x="11292840" y="6355080"/>
            <a:ext cx="457200" cy="274320"/>
          </a:xfrm>
          <a:prstGeom prst="rect">
            <a:avLst/>
          </a:prstGeom>
          <a:noFill/>
        </p:spPr>
        <p:txBody>
          <a:bodyPr wrap="square" lIns="0" rIns="0" tIns="0" bIns="0" anchor="t">
            <a:spAutoFit/>
          </a:bodyPr>
          <a:lstStyle/>
          <a:p>
            <a:pPr algn="r">
              <a:lnSpc>
                <a:spcPct val="120000"/>
              </a:lnSpc>
              <a:spcAft>
                <a:spcPts val="500"/>
              </a:spcAft>
            </a:pPr>
            <a:r>
              <a:rPr sz="900" b="0">
                <a:solidFill>
                  <a:srgbClr val="595C62"/>
                </a:solidFill>
                <a:latin typeface="Montserrat"/>
              </a:rPr>
              <a:t>3</a:t>
            </a:r>
          </a:p>
        </p:txBody>
      </p:sp>
      <p:sp>
        <p:nvSpPr>
          <p:cNvPr id="5" name="TextBox 4"/>
          <p:cNvSpPr txBox="1"/>
          <p:nvPr/>
        </p:nvSpPr>
        <p:spPr>
          <a:xfrm>
            <a:off x="502920" y="1371600"/>
            <a:ext cx="3383280" cy="457200"/>
          </a:xfrm>
          <a:prstGeom prst="rect">
            <a:avLst/>
          </a:prstGeom>
          <a:noFill/>
        </p:spPr>
        <p:txBody>
          <a:bodyPr wrap="square" lIns="0" rIns="0" tIns="0" bIns="0" anchor="t">
            <a:spAutoFit/>
          </a:bodyPr>
          <a:lstStyle/>
          <a:p>
            <a:pPr algn="l">
              <a:lnSpc>
                <a:spcPct val="120000"/>
              </a:lnSpc>
              <a:spcAft>
                <a:spcPts val="500"/>
              </a:spcAft>
            </a:pPr>
            <a:r>
              <a:rPr sz="2600" b="1">
                <a:solidFill>
                  <a:srgbClr val="E20177"/>
                </a:solidFill>
                <a:latin typeface="Montserrat"/>
              </a:rPr>
              <a:t>50.9%</a:t>
            </a:r>
          </a:p>
        </p:txBody>
      </p:sp>
      <p:sp>
        <p:nvSpPr>
          <p:cNvPr id="6" name="TextBox 5"/>
          <p:cNvSpPr txBox="1"/>
          <p:nvPr/>
        </p:nvSpPr>
        <p:spPr>
          <a:xfrm>
            <a:off x="502920" y="1874519"/>
            <a:ext cx="3383280" cy="274320"/>
          </a:xfrm>
          <a:prstGeom prst="rect">
            <a:avLst/>
          </a:prstGeom>
          <a:noFill/>
        </p:spPr>
        <p:txBody>
          <a:bodyPr wrap="square" lIns="0" rIns="0" tIns="0" bIns="0" anchor="t">
            <a:spAutoFit/>
          </a:bodyPr>
          <a:lstStyle/>
          <a:p>
            <a:pPr algn="l">
              <a:lnSpc>
                <a:spcPct val="120000"/>
              </a:lnSpc>
              <a:spcAft>
                <a:spcPts val="500"/>
              </a:spcAft>
            </a:pPr>
            <a:r>
              <a:rPr sz="1200" b="1">
                <a:solidFill>
                  <a:srgbClr val="171717"/>
                </a:solidFill>
                <a:latin typeface="Montserrat"/>
              </a:rPr>
              <a:t>of headache patients are treated</a:t>
            </a:r>
          </a:p>
        </p:txBody>
      </p:sp>
      <p:sp>
        <p:nvSpPr>
          <p:cNvPr id="7" name="TextBox 6"/>
          <p:cNvSpPr txBox="1"/>
          <p:nvPr/>
        </p:nvSpPr>
        <p:spPr>
          <a:xfrm>
            <a:off x="502920" y="2194560"/>
            <a:ext cx="3291840" cy="731520"/>
          </a:xfrm>
          <a:prstGeom prst="rect">
            <a:avLst/>
          </a:prstGeom>
          <a:noFill/>
        </p:spPr>
        <p:txBody>
          <a:bodyPr wrap="square" lIns="0" rIns="0" tIns="0" bIns="0" anchor="t">
            <a:spAutoFit/>
          </a:bodyPr>
          <a:lstStyle/>
          <a:p>
            <a:pPr algn="l">
              <a:lnSpc>
                <a:spcPct val="120000"/>
              </a:lnSpc>
              <a:spcAft>
                <a:spcPts val="500"/>
              </a:spcAft>
            </a:pPr>
            <a:r>
              <a:rPr sz="1100" b="0">
                <a:solidFill>
                  <a:srgbClr val="595C62"/>
                </a:solidFill>
                <a:latin typeface="Montserrat"/>
              </a:rPr>
              <a:t>123,330 patients, against 44,471 controls (18.3%). Nearly three times the treated population.</a:t>
            </a:r>
          </a:p>
        </p:txBody>
      </p:sp>
      <p:sp>
        <p:nvSpPr>
          <p:cNvPr id="8" name="TextBox 7"/>
          <p:cNvSpPr txBox="1"/>
          <p:nvPr/>
        </p:nvSpPr>
        <p:spPr>
          <a:xfrm>
            <a:off x="4160520" y="1371600"/>
            <a:ext cx="3383280" cy="457200"/>
          </a:xfrm>
          <a:prstGeom prst="rect">
            <a:avLst/>
          </a:prstGeom>
          <a:noFill/>
        </p:spPr>
        <p:txBody>
          <a:bodyPr wrap="square" lIns="0" rIns="0" tIns="0" bIns="0" anchor="t">
            <a:spAutoFit/>
          </a:bodyPr>
          <a:lstStyle/>
          <a:p>
            <a:pPr algn="l">
              <a:lnSpc>
                <a:spcPct val="120000"/>
              </a:lnSpc>
              <a:spcAft>
                <a:spcPts val="500"/>
              </a:spcAft>
            </a:pPr>
            <a:r>
              <a:rPr sz="2600" b="1">
                <a:solidFill>
                  <a:srgbClr val="E20177"/>
                </a:solidFill>
                <a:latin typeface="Montserrat"/>
              </a:rPr>
              <a:t>6.9</a:t>
            </a:r>
          </a:p>
        </p:txBody>
      </p:sp>
      <p:sp>
        <p:nvSpPr>
          <p:cNvPr id="9" name="TextBox 8"/>
          <p:cNvSpPr txBox="1"/>
          <p:nvPr/>
        </p:nvSpPr>
        <p:spPr>
          <a:xfrm>
            <a:off x="4160520" y="1874519"/>
            <a:ext cx="3383280" cy="274320"/>
          </a:xfrm>
          <a:prstGeom prst="rect">
            <a:avLst/>
          </a:prstGeom>
          <a:noFill/>
        </p:spPr>
        <p:txBody>
          <a:bodyPr wrap="square" lIns="0" rIns="0" tIns="0" bIns="0" anchor="t">
            <a:spAutoFit/>
          </a:bodyPr>
          <a:lstStyle/>
          <a:p>
            <a:pPr algn="l">
              <a:lnSpc>
                <a:spcPct val="120000"/>
              </a:lnSpc>
              <a:spcAft>
                <a:spcPts val="500"/>
              </a:spcAft>
            </a:pPr>
            <a:r>
              <a:rPr sz="1200" b="1">
                <a:solidFill>
                  <a:srgbClr val="171717"/>
                </a:solidFill>
                <a:latin typeface="Montserrat"/>
              </a:rPr>
              <a:t>prescriptions each, on average</a:t>
            </a:r>
          </a:p>
        </p:txBody>
      </p:sp>
      <p:sp>
        <p:nvSpPr>
          <p:cNvPr id="10" name="TextBox 9"/>
          <p:cNvSpPr txBox="1"/>
          <p:nvPr/>
        </p:nvSpPr>
        <p:spPr>
          <a:xfrm>
            <a:off x="4160520" y="2194560"/>
            <a:ext cx="3291840" cy="731520"/>
          </a:xfrm>
          <a:prstGeom prst="rect">
            <a:avLst/>
          </a:prstGeom>
          <a:noFill/>
        </p:spPr>
        <p:txBody>
          <a:bodyPr wrap="square" lIns="0" rIns="0" tIns="0" bIns="0" anchor="t">
            <a:spAutoFit/>
          </a:bodyPr>
          <a:lstStyle/>
          <a:p>
            <a:pPr algn="l">
              <a:lnSpc>
                <a:spcPct val="120000"/>
              </a:lnSpc>
              <a:spcAft>
                <a:spcPts val="500"/>
              </a:spcAft>
            </a:pPr>
            <a:r>
              <a:rPr sz="1100" b="0">
                <a:solidFill>
                  <a:srgbClr val="595C62"/>
                </a:solidFill>
                <a:latin typeface="Montserrat"/>
              </a:rPr>
              <a:t>Controls: 4.78. The typical patient gets 3, against 2 for controls. The average is pulled up by a heavy-use minority.</a:t>
            </a:r>
          </a:p>
        </p:txBody>
      </p:sp>
      <p:sp>
        <p:nvSpPr>
          <p:cNvPr id="11" name="TextBox 10"/>
          <p:cNvSpPr txBox="1"/>
          <p:nvPr/>
        </p:nvSpPr>
        <p:spPr>
          <a:xfrm>
            <a:off x="7818120" y="1371600"/>
            <a:ext cx="3383280" cy="457200"/>
          </a:xfrm>
          <a:prstGeom prst="rect">
            <a:avLst/>
          </a:prstGeom>
          <a:noFill/>
        </p:spPr>
        <p:txBody>
          <a:bodyPr wrap="square" lIns="0" rIns="0" tIns="0" bIns="0" anchor="t">
            <a:spAutoFit/>
          </a:bodyPr>
          <a:lstStyle/>
          <a:p>
            <a:pPr algn="l">
              <a:lnSpc>
                <a:spcPct val="120000"/>
              </a:lnSpc>
              <a:spcAft>
                <a:spcPts val="500"/>
              </a:spcAft>
            </a:pPr>
            <a:r>
              <a:rPr sz="2600" b="1">
                <a:solidFill>
                  <a:srgbClr val="1B4198"/>
                </a:solidFill>
                <a:latin typeface="Montserrat"/>
              </a:rPr>
              <a:t>1.96%</a:t>
            </a:r>
          </a:p>
        </p:txBody>
      </p:sp>
      <p:sp>
        <p:nvSpPr>
          <p:cNvPr id="12" name="TextBox 11"/>
          <p:cNvSpPr txBox="1"/>
          <p:nvPr/>
        </p:nvSpPr>
        <p:spPr>
          <a:xfrm>
            <a:off x="7818120" y="1874519"/>
            <a:ext cx="3383280" cy="274320"/>
          </a:xfrm>
          <a:prstGeom prst="rect">
            <a:avLst/>
          </a:prstGeom>
          <a:noFill/>
        </p:spPr>
        <p:txBody>
          <a:bodyPr wrap="square" lIns="0" rIns="0" tIns="0" bIns="0" anchor="t">
            <a:spAutoFit/>
          </a:bodyPr>
          <a:lstStyle/>
          <a:p>
            <a:pPr algn="l">
              <a:lnSpc>
                <a:spcPct val="120000"/>
              </a:lnSpc>
              <a:spcAft>
                <a:spcPts val="500"/>
              </a:spcAft>
            </a:pPr>
            <a:r>
              <a:rPr sz="1200" b="1">
                <a:solidFill>
                  <a:srgbClr val="171717"/>
                </a:solidFill>
                <a:latin typeface="Montserrat"/>
              </a:rPr>
              <a:t>show possible medication overuse</a:t>
            </a:r>
          </a:p>
        </p:txBody>
      </p:sp>
      <p:sp>
        <p:nvSpPr>
          <p:cNvPr id="13" name="TextBox 12"/>
          <p:cNvSpPr txBox="1"/>
          <p:nvPr/>
        </p:nvSpPr>
        <p:spPr>
          <a:xfrm>
            <a:off x="7818120" y="2194560"/>
            <a:ext cx="3291840" cy="731520"/>
          </a:xfrm>
          <a:prstGeom prst="rect">
            <a:avLst/>
          </a:prstGeom>
          <a:noFill/>
        </p:spPr>
        <p:txBody>
          <a:bodyPr wrap="square" lIns="0" rIns="0" tIns="0" bIns="0" anchor="t">
            <a:spAutoFit/>
          </a:bodyPr>
          <a:lstStyle/>
          <a:p>
            <a:pPr algn="l">
              <a:lnSpc>
                <a:spcPct val="120000"/>
              </a:lnSpc>
              <a:spcAft>
                <a:spcPts val="500"/>
              </a:spcAft>
            </a:pPr>
            <a:r>
              <a:rPr sz="1100" b="0">
                <a:solidFill>
                  <a:srgbClr val="595C62"/>
                </a:solidFill>
                <a:latin typeface="Montserrat"/>
              </a:rPr>
              <a:t>4,748 patients at 10 or more painkiller prescriptions a year, against 1,251 controls (0.52%).</a:t>
            </a:r>
          </a:p>
        </p:txBody>
      </p:sp>
      <p:sp>
        <p:nvSpPr>
          <p:cNvPr id="14" name="Rectangle 13"/>
          <p:cNvSpPr/>
          <p:nvPr/>
        </p:nvSpPr>
        <p:spPr>
          <a:xfrm>
            <a:off x="502920" y="3200400"/>
            <a:ext cx="10652760" cy="10058"/>
          </a:xfrm>
          <a:prstGeom prst="rect">
            <a:avLst/>
          </a:prstGeom>
          <a:solidFill>
            <a:srgbClr val="CFD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429000"/>
            <a:ext cx="10607040" cy="274320"/>
          </a:xfrm>
          <a:prstGeom prst="rect">
            <a:avLst/>
          </a:prstGeom>
          <a:noFill/>
        </p:spPr>
        <p:txBody>
          <a:bodyPr wrap="square" lIns="0" rIns="0" tIns="0" bIns="0" anchor="t">
            <a:spAutoFit/>
          </a:bodyPr>
          <a:lstStyle/>
          <a:p>
            <a:pPr algn="l">
              <a:lnSpc>
                <a:spcPct val="120000"/>
              </a:lnSpc>
              <a:spcAft>
                <a:spcPts val="500"/>
              </a:spcAft>
            </a:pPr>
            <a:r>
              <a:rPr sz="1300" b="1">
                <a:solidFill>
                  <a:srgbClr val="171717"/>
                </a:solidFill>
                <a:latin typeface="Montserrat"/>
              </a:rPr>
              <a:t>They are also treated sooner, and treated more intensively</a:t>
            </a:r>
          </a:p>
        </p:txBody>
      </p:sp>
      <p:sp>
        <p:nvSpPr>
          <p:cNvPr id="16" name="TextBox 15"/>
          <p:cNvSpPr txBox="1"/>
          <p:nvPr/>
        </p:nvSpPr>
        <p:spPr>
          <a:xfrm>
            <a:off x="502920" y="3767328"/>
            <a:ext cx="10607040" cy="822960"/>
          </a:xfrm>
          <a:prstGeom prst="rect">
            <a:avLst/>
          </a:prstGeom>
          <a:noFill/>
        </p:spPr>
        <p:txBody>
          <a:bodyPr wrap="square" lIns="0" rIns="0" tIns="0" bIns="0" anchor="t">
            <a:spAutoFit/>
          </a:bodyPr>
          <a:lstStyle/>
          <a:p>
            <a:pPr algn="l">
              <a:lnSpc>
                <a:spcPct val="130000"/>
              </a:lnSpc>
              <a:spcAft>
                <a:spcPts val="500"/>
              </a:spcAft>
            </a:pPr>
            <a:r>
              <a:rPr sz="1200" b="0">
                <a:solidFill>
                  <a:srgbClr val="595C62"/>
                </a:solidFill>
                <a:latin typeface="Montserrat"/>
              </a:rPr>
              <a:t>Half of headache patients get their first painkiller within 235 days of diagnosis, against 427 days for controls. They receive 2.28 prescriptions a year against 1.60. Across the study the two groups generated 850,431 and 212,615 prescriptions respectively, a fourfold difference over equal time.</a:t>
            </a:r>
          </a:p>
        </p:txBody>
      </p:sp>
      <p:sp>
        <p:nvSpPr>
          <p:cNvPr id="17" name="TextBox 16"/>
          <p:cNvSpPr txBox="1"/>
          <p:nvPr/>
        </p:nvSpPr>
        <p:spPr>
          <a:xfrm>
            <a:off x="502920" y="4892040"/>
            <a:ext cx="10607040" cy="548640"/>
          </a:xfrm>
          <a:prstGeom prst="rect">
            <a:avLst/>
          </a:prstGeom>
          <a:noFill/>
        </p:spPr>
        <p:txBody>
          <a:bodyPr wrap="square" lIns="0" rIns="0" tIns="0" bIns="0" anchor="t">
            <a:spAutoFit/>
          </a:bodyPr>
          <a:lstStyle/>
          <a:p>
            <a:pPr algn="l">
              <a:lnSpc>
                <a:spcPct val="130000"/>
              </a:lnSpc>
              <a:spcAft>
                <a:spcPts val="500"/>
              </a:spcAft>
            </a:pPr>
            <a:r>
              <a:rPr sz="1250" b="0">
                <a:solidFill>
                  <a:srgbClr val="171717"/>
                </a:solidFill>
                <a:latin typeface="Montserrat"/>
              </a:rPr>
              <a:t>The burden is concentrated. Most patients receive a modest number of prescriptions and a minority receive very many, up to 394 in one case. That tail is where medication-overuse risk sits.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0607040" cy="566928"/>
          </a:xfrm>
        </p:spPr>
        <p:txBody>
          <a:bodyPr/>
          <a:lstStyle/>
          <a:p>
            <a:pPr>
              <a:defRPr sz="2400" b="1">
                <a:solidFill>
                  <a:srgbClr val="171717"/>
                </a:solidFill>
                <a:latin typeface="Montserrat"/>
              </a:defRPr>
            </a:pPr>
            <a:r>
              <a:t>What they receive: nearly a third is migraine-specific</a:t>
            </a:r>
          </a:p>
        </p:txBody>
      </p:sp>
      <p:sp>
        <p:nvSpPr>
          <p:cNvPr id="3" name="TextBox 2"/>
          <p:cNvSpPr txBox="1"/>
          <p:nvPr/>
        </p:nvSpPr>
        <p:spPr>
          <a:xfrm>
            <a:off x="502920" y="859536"/>
            <a:ext cx="10881360" cy="310896"/>
          </a:xfrm>
          <a:prstGeom prst="rect">
            <a:avLst/>
          </a:prstGeom>
          <a:noFill/>
        </p:spPr>
        <p:txBody>
          <a:bodyPr wrap="square" lIns="0" rIns="0" tIns="0" bIns="0" anchor="t">
            <a:spAutoFit/>
          </a:bodyPr>
          <a:lstStyle/>
          <a:p>
            <a:pPr algn="l">
              <a:lnSpc>
                <a:spcPct val="120000"/>
              </a:lnSpc>
              <a:spcAft>
                <a:spcPts val="500"/>
              </a:spcAft>
            </a:pPr>
            <a:r>
              <a:rPr sz="1200" b="0">
                <a:solidFill>
                  <a:srgbClr val="595C62"/>
                </a:solidFill>
                <a:latin typeface="Montserrat"/>
              </a:rPr>
              <a:t>Share of each group's own N02 prescription lines, by painkiller family.</a:t>
            </a:r>
          </a:p>
        </p:txBody>
      </p:sp>
      <p:sp>
        <p:nvSpPr>
          <p:cNvPr id="4" name="TextBox 3"/>
          <p:cNvSpPr txBox="1"/>
          <p:nvPr/>
        </p:nvSpPr>
        <p:spPr>
          <a:xfrm>
            <a:off x="11292840" y="6355080"/>
            <a:ext cx="457200" cy="274320"/>
          </a:xfrm>
          <a:prstGeom prst="rect">
            <a:avLst/>
          </a:prstGeom>
          <a:noFill/>
        </p:spPr>
        <p:txBody>
          <a:bodyPr wrap="square" lIns="0" rIns="0" tIns="0" bIns="0" anchor="t">
            <a:spAutoFit/>
          </a:bodyPr>
          <a:lstStyle/>
          <a:p>
            <a:pPr algn="r">
              <a:lnSpc>
                <a:spcPct val="120000"/>
              </a:lnSpc>
              <a:spcAft>
                <a:spcPts val="500"/>
              </a:spcAft>
            </a:pPr>
            <a:r>
              <a:rPr sz="900" b="0">
                <a:solidFill>
                  <a:srgbClr val="595C62"/>
                </a:solidFill>
                <a:latin typeface="Montserrat"/>
              </a:rPr>
              <a:t>4</a:t>
            </a:r>
          </a:p>
        </p:txBody>
      </p:sp>
      <p:sp>
        <p:nvSpPr>
          <p:cNvPr id="5" name="Rectangle 4"/>
          <p:cNvSpPr/>
          <p:nvPr/>
        </p:nvSpPr>
        <p:spPr>
          <a:xfrm>
            <a:off x="502920" y="1371600"/>
            <a:ext cx="128016" cy="128016"/>
          </a:xfrm>
          <a:prstGeom prst="rect">
            <a:avLst/>
          </a:prstGeom>
          <a:solidFill>
            <a:srgbClr val="E201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1325880"/>
            <a:ext cx="2194560" cy="237744"/>
          </a:xfrm>
          <a:prstGeom prst="rect">
            <a:avLst/>
          </a:prstGeom>
          <a:noFill/>
        </p:spPr>
        <p:txBody>
          <a:bodyPr wrap="square" lIns="0" rIns="0" tIns="0" bIns="0" anchor="t">
            <a:spAutoFit/>
          </a:bodyPr>
          <a:lstStyle/>
          <a:p>
            <a:pPr algn="l">
              <a:lnSpc>
                <a:spcPct val="120000"/>
              </a:lnSpc>
              <a:spcAft>
                <a:spcPts val="500"/>
              </a:spcAft>
            </a:pPr>
            <a:r>
              <a:rPr sz="1100" b="0">
                <a:solidFill>
                  <a:srgbClr val="595C62"/>
                </a:solidFill>
                <a:latin typeface="Montserrat"/>
              </a:rPr>
              <a:t>Headache patients</a:t>
            </a:r>
          </a:p>
        </p:txBody>
      </p:sp>
      <p:sp>
        <p:nvSpPr>
          <p:cNvPr id="7" name="Rectangle 6"/>
          <p:cNvSpPr/>
          <p:nvPr/>
        </p:nvSpPr>
        <p:spPr>
          <a:xfrm>
            <a:off x="2688336" y="1371600"/>
            <a:ext cx="128016" cy="128016"/>
          </a:xfrm>
          <a:prstGeom prst="rect">
            <a:avLst/>
          </a:prstGeom>
          <a:solidFill>
            <a:srgbClr val="1B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89504" y="1325880"/>
            <a:ext cx="2194560" cy="237744"/>
          </a:xfrm>
          <a:prstGeom prst="rect">
            <a:avLst/>
          </a:prstGeom>
          <a:noFill/>
        </p:spPr>
        <p:txBody>
          <a:bodyPr wrap="square" lIns="0" rIns="0" tIns="0" bIns="0" anchor="t">
            <a:spAutoFit/>
          </a:bodyPr>
          <a:lstStyle/>
          <a:p>
            <a:pPr algn="l">
              <a:lnSpc>
                <a:spcPct val="120000"/>
              </a:lnSpc>
              <a:spcAft>
                <a:spcPts val="500"/>
              </a:spcAft>
            </a:pPr>
            <a:r>
              <a:rPr sz="1100" b="0">
                <a:solidFill>
                  <a:srgbClr val="595C62"/>
                </a:solidFill>
                <a:latin typeface="Montserrat"/>
              </a:rPr>
              <a:t>Matched controls</a:t>
            </a:r>
          </a:p>
        </p:txBody>
      </p:sp>
      <p:sp>
        <p:nvSpPr>
          <p:cNvPr id="9" name="TextBox 8"/>
          <p:cNvSpPr txBox="1"/>
          <p:nvPr/>
        </p:nvSpPr>
        <p:spPr>
          <a:xfrm>
            <a:off x="502920" y="1664207"/>
            <a:ext cx="1965960" cy="704088"/>
          </a:xfrm>
          <a:prstGeom prst="rect">
            <a:avLst/>
          </a:prstGeom>
          <a:noFill/>
        </p:spPr>
        <p:txBody>
          <a:bodyPr wrap="square" lIns="0" rIns="0" tIns="0" bIns="0" anchor="ctr">
            <a:spAutoFit/>
          </a:bodyPr>
          <a:lstStyle/>
          <a:p>
            <a:pPr algn="l">
              <a:lnSpc>
                <a:spcPct val="120000"/>
              </a:lnSpc>
              <a:spcAft>
                <a:spcPts val="0"/>
              </a:spcAft>
            </a:pPr>
            <a:r>
              <a:rPr sz="1150" b="0">
                <a:solidFill>
                  <a:srgbClr val="171717"/>
                </a:solidFill>
                <a:latin typeface="Montserrat"/>
              </a:rPr>
              <a:t>N02C  Migraine-specific</a:t>
            </a:r>
          </a:p>
        </p:txBody>
      </p:sp>
      <p:sp>
        <p:nvSpPr>
          <p:cNvPr id="10" name="Rectangle 9"/>
          <p:cNvSpPr/>
          <p:nvPr/>
        </p:nvSpPr>
        <p:spPr>
          <a:xfrm>
            <a:off x="2606039" y="1737360"/>
            <a:ext cx="3437817" cy="256032"/>
          </a:xfrm>
          <a:prstGeom prst="rect">
            <a:avLst/>
          </a:prstGeom>
          <a:solidFill>
            <a:srgbClr val="E201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53585" y="1764792"/>
            <a:ext cx="1005840" cy="237744"/>
          </a:xfrm>
          <a:prstGeom prst="rect">
            <a:avLst/>
          </a:prstGeom>
          <a:noFill/>
        </p:spPr>
        <p:txBody>
          <a:bodyPr wrap="square" lIns="0" rIns="0" tIns="0" bIns="0" anchor="t">
            <a:spAutoFit/>
          </a:bodyPr>
          <a:lstStyle/>
          <a:p>
            <a:pPr algn="l">
              <a:lnSpc>
                <a:spcPct val="120000"/>
              </a:lnSpc>
              <a:spcAft>
                <a:spcPts val="500"/>
              </a:spcAft>
            </a:pPr>
            <a:r>
              <a:rPr sz="1100" b="0">
                <a:solidFill>
                  <a:srgbClr val="171717"/>
                </a:solidFill>
                <a:latin typeface="Montserrat"/>
              </a:rPr>
              <a:t>31.9%</a:t>
            </a:r>
          </a:p>
        </p:txBody>
      </p:sp>
      <p:sp>
        <p:nvSpPr>
          <p:cNvPr id="12" name="Rectangle 11"/>
          <p:cNvSpPr/>
          <p:nvPr/>
        </p:nvSpPr>
        <p:spPr>
          <a:xfrm>
            <a:off x="2606039" y="2039112"/>
            <a:ext cx="43107" cy="256032"/>
          </a:xfrm>
          <a:prstGeom prst="rect">
            <a:avLst/>
          </a:prstGeom>
          <a:solidFill>
            <a:srgbClr val="1B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58875" y="2066543"/>
            <a:ext cx="1005840" cy="237744"/>
          </a:xfrm>
          <a:prstGeom prst="rect">
            <a:avLst/>
          </a:prstGeom>
          <a:noFill/>
        </p:spPr>
        <p:txBody>
          <a:bodyPr wrap="square" lIns="0" rIns="0" tIns="0" bIns="0" anchor="t">
            <a:spAutoFit/>
          </a:bodyPr>
          <a:lstStyle/>
          <a:p>
            <a:pPr algn="l">
              <a:lnSpc>
                <a:spcPct val="120000"/>
              </a:lnSpc>
              <a:spcAft>
                <a:spcPts val="500"/>
              </a:spcAft>
            </a:pPr>
            <a:r>
              <a:rPr sz="1100" b="0">
                <a:solidFill>
                  <a:srgbClr val="171717"/>
                </a:solidFill>
                <a:latin typeface="Montserrat"/>
              </a:rPr>
              <a:t>0.4%</a:t>
            </a:r>
          </a:p>
        </p:txBody>
      </p:sp>
      <p:sp>
        <p:nvSpPr>
          <p:cNvPr id="14" name="TextBox 13"/>
          <p:cNvSpPr txBox="1"/>
          <p:nvPr/>
        </p:nvSpPr>
        <p:spPr>
          <a:xfrm>
            <a:off x="502920" y="2514600"/>
            <a:ext cx="1965960" cy="704088"/>
          </a:xfrm>
          <a:prstGeom prst="rect">
            <a:avLst/>
          </a:prstGeom>
          <a:noFill/>
        </p:spPr>
        <p:txBody>
          <a:bodyPr wrap="square" lIns="0" rIns="0" tIns="0" bIns="0" anchor="ctr">
            <a:spAutoFit/>
          </a:bodyPr>
          <a:lstStyle/>
          <a:p>
            <a:pPr algn="l">
              <a:lnSpc>
                <a:spcPct val="120000"/>
              </a:lnSpc>
              <a:spcAft>
                <a:spcPts val="0"/>
              </a:spcAft>
            </a:pPr>
            <a:r>
              <a:rPr sz="1150" b="0">
                <a:solidFill>
                  <a:srgbClr val="171717"/>
                </a:solidFill>
                <a:latin typeface="Montserrat"/>
              </a:rPr>
              <a:t>N02B  Everyday analgesics</a:t>
            </a:r>
          </a:p>
        </p:txBody>
      </p:sp>
      <p:sp>
        <p:nvSpPr>
          <p:cNvPr id="15" name="Rectangle 14"/>
          <p:cNvSpPr/>
          <p:nvPr/>
        </p:nvSpPr>
        <p:spPr>
          <a:xfrm>
            <a:off x="2606039" y="2587752"/>
            <a:ext cx="5065122" cy="256032"/>
          </a:xfrm>
          <a:prstGeom prst="rect">
            <a:avLst/>
          </a:prstGeom>
          <a:solidFill>
            <a:srgbClr val="E201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80890" y="2615184"/>
            <a:ext cx="1005840" cy="237744"/>
          </a:xfrm>
          <a:prstGeom prst="rect">
            <a:avLst/>
          </a:prstGeom>
          <a:noFill/>
        </p:spPr>
        <p:txBody>
          <a:bodyPr wrap="square" lIns="0" rIns="0" tIns="0" bIns="0" anchor="t">
            <a:spAutoFit/>
          </a:bodyPr>
          <a:lstStyle/>
          <a:p>
            <a:pPr algn="l">
              <a:lnSpc>
                <a:spcPct val="120000"/>
              </a:lnSpc>
              <a:spcAft>
                <a:spcPts val="500"/>
              </a:spcAft>
            </a:pPr>
            <a:r>
              <a:rPr sz="1100" b="0">
                <a:solidFill>
                  <a:srgbClr val="171717"/>
                </a:solidFill>
                <a:latin typeface="Montserrat"/>
              </a:rPr>
              <a:t>47.0%</a:t>
            </a:r>
          </a:p>
        </p:txBody>
      </p:sp>
      <p:sp>
        <p:nvSpPr>
          <p:cNvPr id="17" name="Rectangle 16"/>
          <p:cNvSpPr/>
          <p:nvPr/>
        </p:nvSpPr>
        <p:spPr>
          <a:xfrm>
            <a:off x="2606039" y="2889504"/>
            <a:ext cx="7242047" cy="256032"/>
          </a:xfrm>
          <a:prstGeom prst="rect">
            <a:avLst/>
          </a:prstGeom>
          <a:solidFill>
            <a:srgbClr val="1B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57815" y="2916936"/>
            <a:ext cx="1005840" cy="237744"/>
          </a:xfrm>
          <a:prstGeom prst="rect">
            <a:avLst/>
          </a:prstGeom>
          <a:noFill/>
        </p:spPr>
        <p:txBody>
          <a:bodyPr wrap="square" lIns="0" rIns="0" tIns="0" bIns="0" anchor="t">
            <a:spAutoFit/>
          </a:bodyPr>
          <a:lstStyle/>
          <a:p>
            <a:pPr algn="l">
              <a:lnSpc>
                <a:spcPct val="120000"/>
              </a:lnSpc>
              <a:spcAft>
                <a:spcPts val="500"/>
              </a:spcAft>
            </a:pPr>
            <a:r>
              <a:rPr sz="1100" b="0">
                <a:solidFill>
                  <a:srgbClr val="171717"/>
                </a:solidFill>
                <a:latin typeface="Montserrat"/>
              </a:rPr>
              <a:t>67.2%</a:t>
            </a:r>
          </a:p>
        </p:txBody>
      </p:sp>
      <p:sp>
        <p:nvSpPr>
          <p:cNvPr id="19" name="TextBox 18"/>
          <p:cNvSpPr txBox="1"/>
          <p:nvPr/>
        </p:nvSpPr>
        <p:spPr>
          <a:xfrm>
            <a:off x="502920" y="3364992"/>
            <a:ext cx="1965960" cy="704088"/>
          </a:xfrm>
          <a:prstGeom prst="rect">
            <a:avLst/>
          </a:prstGeom>
          <a:noFill/>
        </p:spPr>
        <p:txBody>
          <a:bodyPr wrap="square" lIns="0" rIns="0" tIns="0" bIns="0" anchor="ctr">
            <a:spAutoFit/>
          </a:bodyPr>
          <a:lstStyle/>
          <a:p>
            <a:pPr algn="l">
              <a:lnSpc>
                <a:spcPct val="120000"/>
              </a:lnSpc>
              <a:spcAft>
                <a:spcPts val="0"/>
              </a:spcAft>
            </a:pPr>
            <a:r>
              <a:rPr sz="1150" b="0">
                <a:solidFill>
                  <a:srgbClr val="171717"/>
                </a:solidFill>
                <a:latin typeface="Montserrat"/>
              </a:rPr>
              <a:t>N02A  Opioids</a:t>
            </a:r>
          </a:p>
        </p:txBody>
      </p:sp>
      <p:sp>
        <p:nvSpPr>
          <p:cNvPr id="20" name="Rectangle 19"/>
          <p:cNvSpPr/>
          <p:nvPr/>
        </p:nvSpPr>
        <p:spPr>
          <a:xfrm>
            <a:off x="2606039" y="3438144"/>
            <a:ext cx="2263139" cy="256032"/>
          </a:xfrm>
          <a:prstGeom prst="rect">
            <a:avLst/>
          </a:prstGeom>
          <a:solidFill>
            <a:srgbClr val="E201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78907" y="3465576"/>
            <a:ext cx="1005840" cy="237744"/>
          </a:xfrm>
          <a:prstGeom prst="rect">
            <a:avLst/>
          </a:prstGeom>
          <a:noFill/>
        </p:spPr>
        <p:txBody>
          <a:bodyPr wrap="square" lIns="0" rIns="0" tIns="0" bIns="0" anchor="t">
            <a:spAutoFit/>
          </a:bodyPr>
          <a:lstStyle/>
          <a:p>
            <a:pPr algn="l">
              <a:lnSpc>
                <a:spcPct val="120000"/>
              </a:lnSpc>
              <a:spcAft>
                <a:spcPts val="500"/>
              </a:spcAft>
            </a:pPr>
            <a:r>
              <a:rPr sz="1100" b="0">
                <a:solidFill>
                  <a:srgbClr val="171717"/>
                </a:solidFill>
                <a:latin typeface="Montserrat"/>
              </a:rPr>
              <a:t>21.0%</a:t>
            </a:r>
          </a:p>
        </p:txBody>
      </p:sp>
      <p:sp>
        <p:nvSpPr>
          <p:cNvPr id="22" name="Rectangle 21"/>
          <p:cNvSpPr/>
          <p:nvPr/>
        </p:nvSpPr>
        <p:spPr>
          <a:xfrm>
            <a:off x="2606039" y="3739896"/>
            <a:ext cx="3491701" cy="256032"/>
          </a:xfrm>
          <a:prstGeom prst="rect">
            <a:avLst/>
          </a:prstGeom>
          <a:solidFill>
            <a:srgbClr val="1B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07469" y="3767328"/>
            <a:ext cx="1005840" cy="237744"/>
          </a:xfrm>
          <a:prstGeom prst="rect">
            <a:avLst/>
          </a:prstGeom>
          <a:noFill/>
        </p:spPr>
        <p:txBody>
          <a:bodyPr wrap="square" lIns="0" rIns="0" tIns="0" bIns="0" anchor="t">
            <a:spAutoFit/>
          </a:bodyPr>
          <a:lstStyle/>
          <a:p>
            <a:pPr algn="l">
              <a:lnSpc>
                <a:spcPct val="120000"/>
              </a:lnSpc>
              <a:spcAft>
                <a:spcPts val="500"/>
              </a:spcAft>
            </a:pPr>
            <a:r>
              <a:rPr sz="1100" b="0">
                <a:solidFill>
                  <a:srgbClr val="171717"/>
                </a:solidFill>
                <a:latin typeface="Montserrat"/>
              </a:rPr>
              <a:t>32.4%</a:t>
            </a:r>
          </a:p>
        </p:txBody>
      </p:sp>
      <p:sp>
        <p:nvSpPr>
          <p:cNvPr id="24" name="TextBox 23"/>
          <p:cNvSpPr txBox="1"/>
          <p:nvPr/>
        </p:nvSpPr>
        <p:spPr>
          <a:xfrm>
            <a:off x="502920" y="4114800"/>
            <a:ext cx="10607040" cy="274320"/>
          </a:xfrm>
          <a:prstGeom prst="rect">
            <a:avLst/>
          </a:prstGeom>
          <a:noFill/>
        </p:spPr>
        <p:txBody>
          <a:bodyPr wrap="square" lIns="0" rIns="0" tIns="0" bIns="0" anchor="t">
            <a:spAutoFit/>
          </a:bodyPr>
          <a:lstStyle/>
          <a:p>
            <a:pPr algn="l">
              <a:lnSpc>
                <a:spcPct val="120000"/>
              </a:lnSpc>
              <a:spcAft>
                <a:spcPts val="500"/>
              </a:spcAft>
            </a:pPr>
            <a:r>
              <a:rPr sz="1300" b="1">
                <a:solidFill>
                  <a:srgbClr val="171717"/>
                </a:solidFill>
                <a:latin typeface="Montserrat"/>
              </a:rPr>
              <a:t>31.9% vs 0.4%: the cohort behaves as it should</a:t>
            </a:r>
          </a:p>
        </p:txBody>
      </p:sp>
      <p:sp>
        <p:nvSpPr>
          <p:cNvPr id="25" name="TextBox 24"/>
          <p:cNvSpPr txBox="1"/>
          <p:nvPr/>
        </p:nvSpPr>
        <p:spPr>
          <a:xfrm>
            <a:off x="502920" y="4443984"/>
            <a:ext cx="10607040" cy="640080"/>
          </a:xfrm>
          <a:prstGeom prst="rect">
            <a:avLst/>
          </a:prstGeom>
          <a:noFill/>
        </p:spPr>
        <p:txBody>
          <a:bodyPr wrap="square" lIns="0" rIns="0" tIns="0" bIns="0" anchor="t">
            <a:spAutoFit/>
          </a:bodyPr>
          <a:lstStyle/>
          <a:p>
            <a:pPr algn="l">
              <a:lnSpc>
                <a:spcPct val="130000"/>
              </a:lnSpc>
              <a:spcAft>
                <a:spcPts val="500"/>
              </a:spcAft>
            </a:pPr>
            <a:r>
              <a:rPr sz="1200" b="0">
                <a:solidFill>
                  <a:srgbClr val="595C62"/>
                </a:solidFill>
                <a:latin typeface="Montserrat"/>
              </a:rPr>
              <a:t>Migraine-specific drugs are almost entirely absent from the control group, and 23.2% of headache patients start treatment on one. That is a strong validity check: the matching worked, and the cohort is genuinely being treated for headache.</a:t>
            </a:r>
          </a:p>
        </p:txBody>
      </p:sp>
      <p:sp>
        <p:nvSpPr>
          <p:cNvPr id="26" name="TextBox 25"/>
          <p:cNvSpPr txBox="1"/>
          <p:nvPr/>
        </p:nvSpPr>
        <p:spPr>
          <a:xfrm>
            <a:off x="502920" y="5303520"/>
            <a:ext cx="10607040" cy="640080"/>
          </a:xfrm>
          <a:prstGeom prst="rect">
            <a:avLst/>
          </a:prstGeom>
          <a:noFill/>
        </p:spPr>
        <p:txBody>
          <a:bodyPr wrap="square" lIns="0" rIns="0" tIns="0" bIns="0" anchor="t">
            <a:spAutoFit/>
          </a:bodyPr>
          <a:lstStyle/>
          <a:p>
            <a:pPr algn="l">
              <a:lnSpc>
                <a:spcPct val="130000"/>
              </a:lnSpc>
              <a:spcAft>
                <a:spcPts val="500"/>
              </a:spcAft>
            </a:pPr>
            <a:r>
              <a:rPr sz="1200" b="0">
                <a:solidFill>
                  <a:srgbClr val="171717"/>
                </a:solidFill>
                <a:latin typeface="Montserrat"/>
              </a:rPr>
              <a:t>Read shares with care. Headache patients receive about four times more prescriptions overall, so a smaller share can still mean more medication. Controls' 32.4% opioid share is 68,911 lines. The patients' smaller 21.0% share is 178,881.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0607040" cy="566928"/>
          </a:xfrm>
        </p:spPr>
        <p:txBody>
          <a:bodyPr/>
          <a:lstStyle/>
          <a:p>
            <a:pPr>
              <a:defRPr sz="2400" b="1">
                <a:solidFill>
                  <a:srgbClr val="171717"/>
                </a:solidFill>
                <a:latin typeface="Montserrat"/>
              </a:defRPr>
            </a:pPr>
            <a:r>
              <a:t>Inside the migraine-specific prescriptions</a:t>
            </a:r>
          </a:p>
        </p:txBody>
      </p:sp>
      <p:sp>
        <p:nvSpPr>
          <p:cNvPr id="3" name="TextBox 2"/>
          <p:cNvSpPr txBox="1"/>
          <p:nvPr/>
        </p:nvSpPr>
        <p:spPr>
          <a:xfrm>
            <a:off x="502920" y="859536"/>
            <a:ext cx="10881360" cy="310896"/>
          </a:xfrm>
          <a:prstGeom prst="rect">
            <a:avLst/>
          </a:prstGeom>
          <a:noFill/>
        </p:spPr>
        <p:txBody>
          <a:bodyPr wrap="square" lIns="0" rIns="0" tIns="0" bIns="0" anchor="t">
            <a:spAutoFit/>
          </a:bodyPr>
          <a:lstStyle/>
          <a:p>
            <a:pPr algn="l">
              <a:lnSpc>
                <a:spcPct val="120000"/>
              </a:lnSpc>
              <a:spcAft>
                <a:spcPts val="500"/>
              </a:spcAft>
            </a:pPr>
            <a:r>
              <a:rPr sz="1200" b="0">
                <a:solidFill>
                  <a:srgbClr val="595C62"/>
                </a:solidFill>
                <a:latin typeface="Montserrat"/>
              </a:rPr>
              <a:t>Headache patients only. 271,496 N02C prescription lines.</a:t>
            </a:r>
          </a:p>
        </p:txBody>
      </p:sp>
      <p:sp>
        <p:nvSpPr>
          <p:cNvPr id="4" name="TextBox 3"/>
          <p:cNvSpPr txBox="1"/>
          <p:nvPr/>
        </p:nvSpPr>
        <p:spPr>
          <a:xfrm>
            <a:off x="11292840" y="6355080"/>
            <a:ext cx="457200" cy="274320"/>
          </a:xfrm>
          <a:prstGeom prst="rect">
            <a:avLst/>
          </a:prstGeom>
          <a:noFill/>
        </p:spPr>
        <p:txBody>
          <a:bodyPr wrap="square" lIns="0" rIns="0" tIns="0" bIns="0" anchor="t">
            <a:spAutoFit/>
          </a:bodyPr>
          <a:lstStyle/>
          <a:p>
            <a:pPr algn="r">
              <a:lnSpc>
                <a:spcPct val="120000"/>
              </a:lnSpc>
              <a:spcAft>
                <a:spcPts val="500"/>
              </a:spcAft>
            </a:pPr>
            <a:r>
              <a:rPr sz="900" b="0">
                <a:solidFill>
                  <a:srgbClr val="595C62"/>
                </a:solidFill>
                <a:latin typeface="Montserrat"/>
              </a:rPr>
              <a:t>5</a:t>
            </a:r>
          </a:p>
        </p:txBody>
      </p:sp>
      <p:sp>
        <p:nvSpPr>
          <p:cNvPr id="5" name="TextBox 4"/>
          <p:cNvSpPr txBox="1"/>
          <p:nvPr/>
        </p:nvSpPr>
        <p:spPr>
          <a:xfrm>
            <a:off x="502920" y="1344168"/>
            <a:ext cx="1965960" cy="457200"/>
          </a:xfrm>
          <a:prstGeom prst="rect">
            <a:avLst/>
          </a:prstGeom>
          <a:noFill/>
        </p:spPr>
        <p:txBody>
          <a:bodyPr wrap="square" lIns="0" rIns="0" tIns="0" bIns="0" anchor="ctr">
            <a:spAutoFit/>
          </a:bodyPr>
          <a:lstStyle/>
          <a:p>
            <a:pPr algn="l">
              <a:lnSpc>
                <a:spcPct val="120000"/>
              </a:lnSpc>
              <a:spcAft>
                <a:spcPts val="0"/>
              </a:spcAft>
            </a:pPr>
            <a:r>
              <a:rPr sz="1150" b="0">
                <a:solidFill>
                  <a:srgbClr val="171717"/>
                </a:solidFill>
                <a:latin typeface="Montserrat"/>
              </a:rPr>
              <a:t>Triptans</a:t>
            </a:r>
          </a:p>
        </p:txBody>
      </p:sp>
      <p:sp>
        <p:nvSpPr>
          <p:cNvPr id="6" name="Rectangle 5"/>
          <p:cNvSpPr/>
          <p:nvPr/>
        </p:nvSpPr>
        <p:spPr>
          <a:xfrm>
            <a:off x="2606039" y="1417320"/>
            <a:ext cx="7202791" cy="310896"/>
          </a:xfrm>
          <a:prstGeom prst="rect">
            <a:avLst/>
          </a:prstGeom>
          <a:solidFill>
            <a:srgbClr val="E201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18559" y="1444752"/>
            <a:ext cx="1005840" cy="237744"/>
          </a:xfrm>
          <a:prstGeom prst="rect">
            <a:avLst/>
          </a:prstGeom>
          <a:noFill/>
        </p:spPr>
        <p:txBody>
          <a:bodyPr wrap="square" lIns="0" rIns="0" tIns="0" bIns="0" anchor="t">
            <a:spAutoFit/>
          </a:bodyPr>
          <a:lstStyle/>
          <a:p>
            <a:pPr algn="l">
              <a:lnSpc>
                <a:spcPct val="120000"/>
              </a:lnSpc>
              <a:spcAft>
                <a:spcPts val="500"/>
              </a:spcAft>
            </a:pPr>
            <a:r>
              <a:rPr sz="1100" b="0">
                <a:solidFill>
                  <a:srgbClr val="171717"/>
                </a:solidFill>
                <a:latin typeface="Montserrat"/>
              </a:rPr>
              <a:t>248,247</a:t>
            </a:r>
          </a:p>
        </p:txBody>
      </p:sp>
      <p:sp>
        <p:nvSpPr>
          <p:cNvPr id="8" name="TextBox 7"/>
          <p:cNvSpPr txBox="1"/>
          <p:nvPr/>
        </p:nvSpPr>
        <p:spPr>
          <a:xfrm>
            <a:off x="502920" y="2020824"/>
            <a:ext cx="1965960" cy="457200"/>
          </a:xfrm>
          <a:prstGeom prst="rect">
            <a:avLst/>
          </a:prstGeom>
          <a:noFill/>
        </p:spPr>
        <p:txBody>
          <a:bodyPr wrap="square" lIns="0" rIns="0" tIns="0" bIns="0" anchor="ctr">
            <a:spAutoFit/>
          </a:bodyPr>
          <a:lstStyle/>
          <a:p>
            <a:pPr algn="l">
              <a:lnSpc>
                <a:spcPct val="120000"/>
              </a:lnSpc>
              <a:spcAft>
                <a:spcPts val="0"/>
              </a:spcAft>
            </a:pPr>
            <a:r>
              <a:rPr sz="1150" b="0">
                <a:solidFill>
                  <a:srgbClr val="171717"/>
                </a:solidFill>
                <a:latin typeface="Montserrat"/>
              </a:rPr>
              <a:t>CGRP antibodies &amp; gepants</a:t>
            </a:r>
          </a:p>
        </p:txBody>
      </p:sp>
      <p:sp>
        <p:nvSpPr>
          <p:cNvPr id="9" name="Rectangle 8"/>
          <p:cNvSpPr/>
          <p:nvPr/>
        </p:nvSpPr>
        <p:spPr>
          <a:xfrm>
            <a:off x="2606039" y="2093976"/>
            <a:ext cx="653873" cy="310896"/>
          </a:xfrm>
          <a:prstGeom prst="rect">
            <a:avLst/>
          </a:prstGeom>
          <a:solidFill>
            <a:srgbClr val="E201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69641" y="2121408"/>
            <a:ext cx="1005840" cy="237744"/>
          </a:xfrm>
          <a:prstGeom prst="rect">
            <a:avLst/>
          </a:prstGeom>
          <a:noFill/>
        </p:spPr>
        <p:txBody>
          <a:bodyPr wrap="square" lIns="0" rIns="0" tIns="0" bIns="0" anchor="t">
            <a:spAutoFit/>
          </a:bodyPr>
          <a:lstStyle/>
          <a:p>
            <a:pPr algn="l">
              <a:lnSpc>
                <a:spcPct val="120000"/>
              </a:lnSpc>
              <a:spcAft>
                <a:spcPts val="500"/>
              </a:spcAft>
            </a:pPr>
            <a:r>
              <a:rPr sz="1100" b="0">
                <a:solidFill>
                  <a:srgbClr val="171717"/>
                </a:solidFill>
                <a:latin typeface="Montserrat"/>
              </a:rPr>
              <a:t>22,536</a:t>
            </a:r>
          </a:p>
        </p:txBody>
      </p:sp>
      <p:sp>
        <p:nvSpPr>
          <p:cNvPr id="11" name="TextBox 10"/>
          <p:cNvSpPr txBox="1"/>
          <p:nvPr/>
        </p:nvSpPr>
        <p:spPr>
          <a:xfrm>
            <a:off x="502920" y="2697480"/>
            <a:ext cx="1965960" cy="457200"/>
          </a:xfrm>
          <a:prstGeom prst="rect">
            <a:avLst/>
          </a:prstGeom>
          <a:noFill/>
        </p:spPr>
        <p:txBody>
          <a:bodyPr wrap="square" lIns="0" rIns="0" tIns="0" bIns="0" anchor="ctr">
            <a:spAutoFit/>
          </a:bodyPr>
          <a:lstStyle/>
          <a:p>
            <a:pPr algn="l">
              <a:lnSpc>
                <a:spcPct val="120000"/>
              </a:lnSpc>
              <a:spcAft>
                <a:spcPts val="0"/>
              </a:spcAft>
            </a:pPr>
            <a:r>
              <a:rPr sz="1150" b="0">
                <a:solidFill>
                  <a:srgbClr val="171717"/>
                </a:solidFill>
                <a:latin typeface="Montserrat"/>
              </a:rPr>
              <a:t>Older / other treatments</a:t>
            </a:r>
          </a:p>
        </p:txBody>
      </p:sp>
      <p:sp>
        <p:nvSpPr>
          <p:cNvPr id="12" name="Rectangle 11"/>
          <p:cNvSpPr/>
          <p:nvPr/>
        </p:nvSpPr>
        <p:spPr>
          <a:xfrm>
            <a:off x="2606039" y="2770632"/>
            <a:ext cx="20658" cy="310896"/>
          </a:xfrm>
          <a:prstGeom prst="rect">
            <a:avLst/>
          </a:prstGeom>
          <a:solidFill>
            <a:srgbClr val="E201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36426" y="2798064"/>
            <a:ext cx="1005840" cy="237744"/>
          </a:xfrm>
          <a:prstGeom prst="rect">
            <a:avLst/>
          </a:prstGeom>
          <a:noFill/>
        </p:spPr>
        <p:txBody>
          <a:bodyPr wrap="square" lIns="0" rIns="0" tIns="0" bIns="0" anchor="t">
            <a:spAutoFit/>
          </a:bodyPr>
          <a:lstStyle/>
          <a:p>
            <a:pPr algn="l">
              <a:lnSpc>
                <a:spcPct val="120000"/>
              </a:lnSpc>
              <a:spcAft>
                <a:spcPts val="500"/>
              </a:spcAft>
            </a:pPr>
            <a:r>
              <a:rPr sz="1100" b="0">
                <a:solidFill>
                  <a:srgbClr val="171717"/>
                </a:solidFill>
                <a:latin typeface="Montserrat"/>
              </a:rPr>
              <a:t>712</a:t>
            </a:r>
          </a:p>
        </p:txBody>
      </p:sp>
      <p:sp>
        <p:nvSpPr>
          <p:cNvPr id="14" name="TextBox 13"/>
          <p:cNvSpPr txBox="1"/>
          <p:nvPr/>
        </p:nvSpPr>
        <p:spPr>
          <a:xfrm>
            <a:off x="502920" y="3429000"/>
            <a:ext cx="10607040" cy="274320"/>
          </a:xfrm>
          <a:prstGeom prst="rect">
            <a:avLst/>
          </a:prstGeom>
          <a:noFill/>
        </p:spPr>
        <p:txBody>
          <a:bodyPr wrap="square" lIns="0" rIns="0" tIns="0" bIns="0" anchor="t">
            <a:spAutoFit/>
          </a:bodyPr>
          <a:lstStyle/>
          <a:p>
            <a:pPr algn="l">
              <a:lnSpc>
                <a:spcPct val="120000"/>
              </a:lnSpc>
              <a:spcAft>
                <a:spcPts val="500"/>
              </a:spcAft>
            </a:pPr>
            <a:r>
              <a:rPr sz="1300" b="1">
                <a:solidFill>
                  <a:srgbClr val="171717"/>
                </a:solidFill>
                <a:latin typeface="Montserrat"/>
              </a:rPr>
              <a:t>91% of migraine-specific prescribing is still triptans</a:t>
            </a:r>
          </a:p>
        </p:txBody>
      </p:sp>
      <p:sp>
        <p:nvSpPr>
          <p:cNvPr id="15" name="TextBox 14"/>
          <p:cNvSpPr txBox="1"/>
          <p:nvPr/>
        </p:nvSpPr>
        <p:spPr>
          <a:xfrm>
            <a:off x="502920" y="3767328"/>
            <a:ext cx="10607040" cy="640080"/>
          </a:xfrm>
          <a:prstGeom prst="rect">
            <a:avLst/>
          </a:prstGeom>
          <a:noFill/>
        </p:spPr>
        <p:txBody>
          <a:bodyPr wrap="square" lIns="0" rIns="0" tIns="0" bIns="0" anchor="t">
            <a:spAutoFit/>
          </a:bodyPr>
          <a:lstStyle/>
          <a:p>
            <a:pPr algn="l">
              <a:lnSpc>
                <a:spcPct val="130000"/>
              </a:lnSpc>
              <a:spcAft>
                <a:spcPts val="500"/>
              </a:spcAft>
            </a:pPr>
            <a:r>
              <a:rPr sz="1200" b="0">
                <a:solidFill>
                  <a:srgbClr val="595C62"/>
                </a:solidFill>
                <a:latin typeface="Montserrat"/>
              </a:rPr>
              <a:t>Sumatriptan alone accounts for 130,067 lines, more than all newer agents combined, and it is the second most common drug patients start on. Rizatriptan (55,782) and zolmitriptan (36,592) follow.</a:t>
            </a:r>
          </a:p>
        </p:txBody>
      </p:sp>
      <p:sp>
        <p:nvSpPr>
          <p:cNvPr id="16" name="TextBox 15"/>
          <p:cNvSpPr txBox="1"/>
          <p:nvPr/>
        </p:nvSpPr>
        <p:spPr>
          <a:xfrm>
            <a:off x="502920" y="4572000"/>
            <a:ext cx="10607040" cy="274320"/>
          </a:xfrm>
          <a:prstGeom prst="rect">
            <a:avLst/>
          </a:prstGeom>
          <a:noFill/>
        </p:spPr>
        <p:txBody>
          <a:bodyPr wrap="square" lIns="0" rIns="0" tIns="0" bIns="0" anchor="t">
            <a:spAutoFit/>
          </a:bodyPr>
          <a:lstStyle/>
          <a:p>
            <a:pPr algn="l">
              <a:lnSpc>
                <a:spcPct val="120000"/>
              </a:lnSpc>
              <a:spcAft>
                <a:spcPts val="500"/>
              </a:spcAft>
            </a:pPr>
            <a:r>
              <a:rPr sz="1300" b="1">
                <a:solidFill>
                  <a:srgbClr val="171717"/>
                </a:solidFill>
                <a:latin typeface="Montserrat"/>
              </a:rPr>
              <a:t>The newer agents are present but small</a:t>
            </a:r>
          </a:p>
        </p:txBody>
      </p:sp>
      <p:sp>
        <p:nvSpPr>
          <p:cNvPr id="17" name="TextBox 16"/>
          <p:cNvSpPr txBox="1"/>
          <p:nvPr/>
        </p:nvSpPr>
        <p:spPr>
          <a:xfrm>
            <a:off x="502920" y="4910328"/>
            <a:ext cx="10607040" cy="822960"/>
          </a:xfrm>
          <a:prstGeom prst="rect">
            <a:avLst/>
          </a:prstGeom>
          <a:noFill/>
        </p:spPr>
        <p:txBody>
          <a:bodyPr wrap="square" lIns="0" rIns="0" tIns="0" bIns="0" anchor="t">
            <a:spAutoFit/>
          </a:bodyPr>
          <a:lstStyle/>
          <a:p>
            <a:pPr algn="l">
              <a:lnSpc>
                <a:spcPct val="130000"/>
              </a:lnSpc>
              <a:spcAft>
                <a:spcPts val="500"/>
              </a:spcAft>
            </a:pPr>
            <a:r>
              <a:rPr sz="1200" b="0">
                <a:solidFill>
                  <a:srgbClr val="595C62"/>
                </a:solidFill>
                <a:latin typeface="Montserrat"/>
              </a:rPr>
              <a:t>Erenumab 14,846 lines, fremanezumab 5,258, galcanezumab 1,848, eptinezumab 289. Gepants have barely started: atogepant 285, rimegepant 10. A large, well-defined population is being treated with an older drug class, and the newer agents are nowhere near saturation.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0607040" cy="566928"/>
          </a:xfrm>
        </p:spPr>
        <p:txBody>
          <a:bodyPr/>
          <a:lstStyle/>
          <a:p>
            <a:pPr>
              <a:defRPr sz="2400" b="1">
                <a:solidFill>
                  <a:srgbClr val="171717"/>
                </a:solidFill>
                <a:latin typeface="Montserrat"/>
              </a:defRPr>
            </a:pPr>
            <a:r>
              <a:t>Most pain prescribing is still not migraine-specific</a:t>
            </a:r>
          </a:p>
        </p:txBody>
      </p:sp>
      <p:sp>
        <p:nvSpPr>
          <p:cNvPr id="3" name="TextBox 2"/>
          <p:cNvSpPr txBox="1"/>
          <p:nvPr/>
        </p:nvSpPr>
        <p:spPr>
          <a:xfrm>
            <a:off x="502920" y="859536"/>
            <a:ext cx="10881360" cy="310896"/>
          </a:xfrm>
          <a:prstGeom prst="rect">
            <a:avLst/>
          </a:prstGeom>
          <a:noFill/>
        </p:spPr>
        <p:txBody>
          <a:bodyPr wrap="square" lIns="0" rIns="0" tIns="0" bIns="0" anchor="t">
            <a:spAutoFit/>
          </a:bodyPr>
          <a:lstStyle/>
          <a:p>
            <a:pPr algn="l">
              <a:lnSpc>
                <a:spcPct val="120000"/>
              </a:lnSpc>
              <a:spcAft>
                <a:spcPts val="500"/>
              </a:spcAft>
            </a:pPr>
            <a:r>
              <a:rPr sz="1200" b="0">
                <a:solidFill>
                  <a:srgbClr val="595C62"/>
                </a:solidFill>
                <a:latin typeface="Montserrat"/>
              </a:rPr>
              <a:t>Absolute prescription lines over follow-up. Both groups on the same scale.</a:t>
            </a:r>
          </a:p>
        </p:txBody>
      </p:sp>
      <p:sp>
        <p:nvSpPr>
          <p:cNvPr id="4" name="TextBox 3"/>
          <p:cNvSpPr txBox="1"/>
          <p:nvPr/>
        </p:nvSpPr>
        <p:spPr>
          <a:xfrm>
            <a:off x="11292840" y="6355080"/>
            <a:ext cx="457200" cy="274320"/>
          </a:xfrm>
          <a:prstGeom prst="rect">
            <a:avLst/>
          </a:prstGeom>
          <a:noFill/>
        </p:spPr>
        <p:txBody>
          <a:bodyPr wrap="square" lIns="0" rIns="0" tIns="0" bIns="0" anchor="t">
            <a:spAutoFit/>
          </a:bodyPr>
          <a:lstStyle/>
          <a:p>
            <a:pPr algn="r">
              <a:lnSpc>
                <a:spcPct val="120000"/>
              </a:lnSpc>
              <a:spcAft>
                <a:spcPts val="500"/>
              </a:spcAft>
            </a:pPr>
            <a:r>
              <a:rPr sz="900" b="0">
                <a:solidFill>
                  <a:srgbClr val="595C62"/>
                </a:solidFill>
                <a:latin typeface="Montserrat"/>
              </a:rPr>
              <a:t>6</a:t>
            </a:r>
          </a:p>
        </p:txBody>
      </p:sp>
      <p:sp>
        <p:nvSpPr>
          <p:cNvPr id="5" name="Rectangle 4"/>
          <p:cNvSpPr/>
          <p:nvPr/>
        </p:nvSpPr>
        <p:spPr>
          <a:xfrm>
            <a:off x="502920" y="1344168"/>
            <a:ext cx="128016" cy="128016"/>
          </a:xfrm>
          <a:prstGeom prst="rect">
            <a:avLst/>
          </a:prstGeom>
          <a:solidFill>
            <a:srgbClr val="E201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1298448"/>
            <a:ext cx="2194560" cy="237744"/>
          </a:xfrm>
          <a:prstGeom prst="rect">
            <a:avLst/>
          </a:prstGeom>
          <a:noFill/>
        </p:spPr>
        <p:txBody>
          <a:bodyPr wrap="square" lIns="0" rIns="0" tIns="0" bIns="0" anchor="t">
            <a:spAutoFit/>
          </a:bodyPr>
          <a:lstStyle/>
          <a:p>
            <a:pPr algn="l">
              <a:lnSpc>
                <a:spcPct val="120000"/>
              </a:lnSpc>
              <a:spcAft>
                <a:spcPts val="500"/>
              </a:spcAft>
            </a:pPr>
            <a:r>
              <a:rPr sz="1100" b="0">
                <a:solidFill>
                  <a:srgbClr val="595C62"/>
                </a:solidFill>
                <a:latin typeface="Montserrat"/>
              </a:rPr>
              <a:t>Headache patients</a:t>
            </a:r>
          </a:p>
        </p:txBody>
      </p:sp>
      <p:sp>
        <p:nvSpPr>
          <p:cNvPr id="7" name="Rectangle 6"/>
          <p:cNvSpPr/>
          <p:nvPr/>
        </p:nvSpPr>
        <p:spPr>
          <a:xfrm>
            <a:off x="2688336" y="1344168"/>
            <a:ext cx="128016" cy="128016"/>
          </a:xfrm>
          <a:prstGeom prst="rect">
            <a:avLst/>
          </a:prstGeom>
          <a:solidFill>
            <a:srgbClr val="1B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89504" y="1298448"/>
            <a:ext cx="2194560" cy="237744"/>
          </a:xfrm>
          <a:prstGeom prst="rect">
            <a:avLst/>
          </a:prstGeom>
          <a:noFill/>
        </p:spPr>
        <p:txBody>
          <a:bodyPr wrap="square" lIns="0" rIns="0" tIns="0" bIns="0" anchor="t">
            <a:spAutoFit/>
          </a:bodyPr>
          <a:lstStyle/>
          <a:p>
            <a:pPr algn="l">
              <a:lnSpc>
                <a:spcPct val="120000"/>
              </a:lnSpc>
              <a:spcAft>
                <a:spcPts val="500"/>
              </a:spcAft>
            </a:pPr>
            <a:r>
              <a:rPr sz="1100" b="0">
                <a:solidFill>
                  <a:srgbClr val="595C62"/>
                </a:solidFill>
                <a:latin typeface="Montserrat"/>
              </a:rPr>
              <a:t>Matched controls</a:t>
            </a:r>
          </a:p>
        </p:txBody>
      </p:sp>
      <p:sp>
        <p:nvSpPr>
          <p:cNvPr id="9" name="TextBox 8"/>
          <p:cNvSpPr txBox="1"/>
          <p:nvPr/>
        </p:nvSpPr>
        <p:spPr>
          <a:xfrm>
            <a:off x="502920" y="1627632"/>
            <a:ext cx="1965960" cy="704088"/>
          </a:xfrm>
          <a:prstGeom prst="rect">
            <a:avLst/>
          </a:prstGeom>
          <a:noFill/>
        </p:spPr>
        <p:txBody>
          <a:bodyPr wrap="square" lIns="0" rIns="0" tIns="0" bIns="0" anchor="ctr">
            <a:spAutoFit/>
          </a:bodyPr>
          <a:lstStyle/>
          <a:p>
            <a:pPr algn="l">
              <a:lnSpc>
                <a:spcPct val="120000"/>
              </a:lnSpc>
              <a:spcAft>
                <a:spcPts val="0"/>
              </a:spcAft>
            </a:pPr>
            <a:r>
              <a:rPr sz="1150" b="0">
                <a:solidFill>
                  <a:srgbClr val="171717"/>
                </a:solidFill>
                <a:latin typeface="Montserrat"/>
              </a:rPr>
              <a:t>Metamizole</a:t>
            </a:r>
          </a:p>
        </p:txBody>
      </p:sp>
      <p:sp>
        <p:nvSpPr>
          <p:cNvPr id="10" name="Rectangle 9"/>
          <p:cNvSpPr/>
          <p:nvPr/>
        </p:nvSpPr>
        <p:spPr>
          <a:xfrm>
            <a:off x="2606039" y="1700784"/>
            <a:ext cx="7065088" cy="256032"/>
          </a:xfrm>
          <a:prstGeom prst="rect">
            <a:avLst/>
          </a:prstGeom>
          <a:solidFill>
            <a:srgbClr val="E201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0856" y="1728216"/>
            <a:ext cx="1005840" cy="237744"/>
          </a:xfrm>
          <a:prstGeom prst="rect">
            <a:avLst/>
          </a:prstGeom>
          <a:noFill/>
        </p:spPr>
        <p:txBody>
          <a:bodyPr wrap="square" lIns="0" rIns="0" tIns="0" bIns="0" anchor="t">
            <a:spAutoFit/>
          </a:bodyPr>
          <a:lstStyle/>
          <a:p>
            <a:pPr algn="l">
              <a:lnSpc>
                <a:spcPct val="120000"/>
              </a:lnSpc>
              <a:spcAft>
                <a:spcPts val="500"/>
              </a:spcAft>
            </a:pPr>
            <a:r>
              <a:rPr sz="1100" b="0">
                <a:solidFill>
                  <a:srgbClr val="171717"/>
                </a:solidFill>
                <a:latin typeface="Montserrat"/>
              </a:rPr>
              <a:t>309,059</a:t>
            </a:r>
          </a:p>
        </p:txBody>
      </p:sp>
      <p:sp>
        <p:nvSpPr>
          <p:cNvPr id="12" name="Rectangle 11"/>
          <p:cNvSpPr/>
          <p:nvPr/>
        </p:nvSpPr>
        <p:spPr>
          <a:xfrm>
            <a:off x="2606039" y="2002536"/>
            <a:ext cx="2393007" cy="256032"/>
          </a:xfrm>
          <a:prstGeom prst="rect">
            <a:avLst/>
          </a:prstGeom>
          <a:solidFill>
            <a:srgbClr val="1B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08775" y="2029967"/>
            <a:ext cx="1005840" cy="237744"/>
          </a:xfrm>
          <a:prstGeom prst="rect">
            <a:avLst/>
          </a:prstGeom>
          <a:noFill/>
        </p:spPr>
        <p:txBody>
          <a:bodyPr wrap="square" lIns="0" rIns="0" tIns="0" bIns="0" anchor="t">
            <a:spAutoFit/>
          </a:bodyPr>
          <a:lstStyle/>
          <a:p>
            <a:pPr algn="l">
              <a:lnSpc>
                <a:spcPct val="120000"/>
              </a:lnSpc>
              <a:spcAft>
                <a:spcPts val="500"/>
              </a:spcAft>
            </a:pPr>
            <a:r>
              <a:rPr sz="1100" b="0">
                <a:solidFill>
                  <a:srgbClr val="171717"/>
                </a:solidFill>
                <a:latin typeface="Montserrat"/>
              </a:rPr>
              <a:t>104,681</a:t>
            </a:r>
          </a:p>
        </p:txBody>
      </p:sp>
      <p:sp>
        <p:nvSpPr>
          <p:cNvPr id="14" name="TextBox 13"/>
          <p:cNvSpPr txBox="1"/>
          <p:nvPr/>
        </p:nvSpPr>
        <p:spPr>
          <a:xfrm>
            <a:off x="502920" y="2478024"/>
            <a:ext cx="1965960" cy="704088"/>
          </a:xfrm>
          <a:prstGeom prst="rect">
            <a:avLst/>
          </a:prstGeom>
          <a:noFill/>
        </p:spPr>
        <p:txBody>
          <a:bodyPr wrap="square" lIns="0" rIns="0" tIns="0" bIns="0" anchor="ctr">
            <a:spAutoFit/>
          </a:bodyPr>
          <a:lstStyle/>
          <a:p>
            <a:pPr algn="l">
              <a:lnSpc>
                <a:spcPct val="120000"/>
              </a:lnSpc>
              <a:spcAft>
                <a:spcPts val="0"/>
              </a:spcAft>
            </a:pPr>
            <a:r>
              <a:rPr sz="1150" b="0">
                <a:solidFill>
                  <a:srgbClr val="171717"/>
                </a:solidFill>
                <a:latin typeface="Montserrat"/>
              </a:rPr>
              <a:t>Opioids (N02A)</a:t>
            </a:r>
          </a:p>
        </p:txBody>
      </p:sp>
      <p:sp>
        <p:nvSpPr>
          <p:cNvPr id="15" name="Rectangle 14"/>
          <p:cNvSpPr/>
          <p:nvPr/>
        </p:nvSpPr>
        <p:spPr>
          <a:xfrm>
            <a:off x="2606039" y="2551176"/>
            <a:ext cx="4089219" cy="256032"/>
          </a:xfrm>
          <a:prstGeom prst="rect">
            <a:avLst/>
          </a:prstGeom>
          <a:solidFill>
            <a:srgbClr val="E201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04987" y="2578608"/>
            <a:ext cx="1005840" cy="237744"/>
          </a:xfrm>
          <a:prstGeom prst="rect">
            <a:avLst/>
          </a:prstGeom>
          <a:noFill/>
        </p:spPr>
        <p:txBody>
          <a:bodyPr wrap="square" lIns="0" rIns="0" tIns="0" bIns="0" anchor="t">
            <a:spAutoFit/>
          </a:bodyPr>
          <a:lstStyle/>
          <a:p>
            <a:pPr algn="l">
              <a:lnSpc>
                <a:spcPct val="120000"/>
              </a:lnSpc>
              <a:spcAft>
                <a:spcPts val="500"/>
              </a:spcAft>
            </a:pPr>
            <a:r>
              <a:rPr sz="1100" b="0">
                <a:solidFill>
                  <a:srgbClr val="171717"/>
                </a:solidFill>
                <a:latin typeface="Montserrat"/>
              </a:rPr>
              <a:t>178,881</a:t>
            </a:r>
          </a:p>
        </p:txBody>
      </p:sp>
      <p:sp>
        <p:nvSpPr>
          <p:cNvPr id="17" name="Rectangle 16"/>
          <p:cNvSpPr/>
          <p:nvPr/>
        </p:nvSpPr>
        <p:spPr>
          <a:xfrm>
            <a:off x="2606039" y="2852928"/>
            <a:ext cx="1575305" cy="256032"/>
          </a:xfrm>
          <a:prstGeom prst="rect">
            <a:avLst/>
          </a:prstGeom>
          <a:solidFill>
            <a:srgbClr val="1B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91073" y="2880360"/>
            <a:ext cx="1005840" cy="237744"/>
          </a:xfrm>
          <a:prstGeom prst="rect">
            <a:avLst/>
          </a:prstGeom>
          <a:noFill/>
        </p:spPr>
        <p:txBody>
          <a:bodyPr wrap="square" lIns="0" rIns="0" tIns="0" bIns="0" anchor="t">
            <a:spAutoFit/>
          </a:bodyPr>
          <a:lstStyle/>
          <a:p>
            <a:pPr algn="l">
              <a:lnSpc>
                <a:spcPct val="120000"/>
              </a:lnSpc>
              <a:spcAft>
                <a:spcPts val="500"/>
              </a:spcAft>
            </a:pPr>
            <a:r>
              <a:rPr sz="1100" b="0">
                <a:solidFill>
                  <a:srgbClr val="171717"/>
                </a:solidFill>
                <a:latin typeface="Montserrat"/>
              </a:rPr>
              <a:t>68,911</a:t>
            </a:r>
          </a:p>
        </p:txBody>
      </p:sp>
      <p:sp>
        <p:nvSpPr>
          <p:cNvPr id="19" name="TextBox 18"/>
          <p:cNvSpPr txBox="1"/>
          <p:nvPr/>
        </p:nvSpPr>
        <p:spPr>
          <a:xfrm>
            <a:off x="502920" y="3328416"/>
            <a:ext cx="1965960" cy="704088"/>
          </a:xfrm>
          <a:prstGeom prst="rect">
            <a:avLst/>
          </a:prstGeom>
          <a:noFill/>
        </p:spPr>
        <p:txBody>
          <a:bodyPr wrap="square" lIns="0" rIns="0" tIns="0" bIns="0" anchor="ctr">
            <a:spAutoFit/>
          </a:bodyPr>
          <a:lstStyle/>
          <a:p>
            <a:pPr algn="l">
              <a:lnSpc>
                <a:spcPct val="120000"/>
              </a:lnSpc>
              <a:spcAft>
                <a:spcPts val="0"/>
              </a:spcAft>
            </a:pPr>
            <a:r>
              <a:rPr sz="1150" b="0">
                <a:solidFill>
                  <a:srgbClr val="171717"/>
                </a:solidFill>
                <a:latin typeface="Montserrat"/>
              </a:rPr>
              <a:t>Gabapentin &amp; pregabalin</a:t>
            </a:r>
          </a:p>
        </p:txBody>
      </p:sp>
      <p:sp>
        <p:nvSpPr>
          <p:cNvPr id="20" name="Rectangle 19"/>
          <p:cNvSpPr/>
          <p:nvPr/>
        </p:nvSpPr>
        <p:spPr>
          <a:xfrm>
            <a:off x="2606039" y="3401568"/>
            <a:ext cx="1499638" cy="256032"/>
          </a:xfrm>
          <a:prstGeom prst="rect">
            <a:avLst/>
          </a:prstGeom>
          <a:solidFill>
            <a:srgbClr val="E201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15406" y="3429000"/>
            <a:ext cx="1005840" cy="237744"/>
          </a:xfrm>
          <a:prstGeom prst="rect">
            <a:avLst/>
          </a:prstGeom>
          <a:noFill/>
        </p:spPr>
        <p:txBody>
          <a:bodyPr wrap="square" lIns="0" rIns="0" tIns="0" bIns="0" anchor="t">
            <a:spAutoFit/>
          </a:bodyPr>
          <a:lstStyle/>
          <a:p>
            <a:pPr algn="l">
              <a:lnSpc>
                <a:spcPct val="120000"/>
              </a:lnSpc>
              <a:spcAft>
                <a:spcPts val="500"/>
              </a:spcAft>
            </a:pPr>
            <a:r>
              <a:rPr sz="1100" b="0">
                <a:solidFill>
                  <a:srgbClr val="171717"/>
                </a:solidFill>
                <a:latin typeface="Montserrat"/>
              </a:rPr>
              <a:t>65,601</a:t>
            </a:r>
          </a:p>
        </p:txBody>
      </p:sp>
      <p:sp>
        <p:nvSpPr>
          <p:cNvPr id="22" name="Rectangle 21"/>
          <p:cNvSpPr/>
          <p:nvPr/>
        </p:nvSpPr>
        <p:spPr>
          <a:xfrm>
            <a:off x="2606039" y="3703320"/>
            <a:ext cx="687674" cy="256032"/>
          </a:xfrm>
          <a:prstGeom prst="rect">
            <a:avLst/>
          </a:prstGeom>
          <a:solidFill>
            <a:srgbClr val="1B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03442" y="3730752"/>
            <a:ext cx="1005840" cy="237744"/>
          </a:xfrm>
          <a:prstGeom prst="rect">
            <a:avLst/>
          </a:prstGeom>
          <a:noFill/>
        </p:spPr>
        <p:txBody>
          <a:bodyPr wrap="square" lIns="0" rIns="0" tIns="0" bIns="0" anchor="t">
            <a:spAutoFit/>
          </a:bodyPr>
          <a:lstStyle/>
          <a:p>
            <a:pPr algn="l">
              <a:lnSpc>
                <a:spcPct val="120000"/>
              </a:lnSpc>
              <a:spcAft>
                <a:spcPts val="500"/>
              </a:spcAft>
            </a:pPr>
            <a:r>
              <a:rPr sz="1100" b="0">
                <a:solidFill>
                  <a:srgbClr val="171717"/>
                </a:solidFill>
                <a:latin typeface="Montserrat"/>
              </a:rPr>
              <a:t>30,082</a:t>
            </a:r>
          </a:p>
        </p:txBody>
      </p:sp>
      <p:sp>
        <p:nvSpPr>
          <p:cNvPr id="24" name="TextBox 23"/>
          <p:cNvSpPr txBox="1"/>
          <p:nvPr/>
        </p:nvSpPr>
        <p:spPr>
          <a:xfrm>
            <a:off x="502920" y="4069080"/>
            <a:ext cx="10607040" cy="274320"/>
          </a:xfrm>
          <a:prstGeom prst="rect">
            <a:avLst/>
          </a:prstGeom>
          <a:noFill/>
        </p:spPr>
        <p:txBody>
          <a:bodyPr wrap="square" lIns="0" rIns="0" tIns="0" bIns="0" anchor="t">
            <a:spAutoFit/>
          </a:bodyPr>
          <a:lstStyle/>
          <a:p>
            <a:pPr algn="l">
              <a:lnSpc>
                <a:spcPct val="120000"/>
              </a:lnSpc>
              <a:spcAft>
                <a:spcPts val="500"/>
              </a:spcAft>
            </a:pPr>
            <a:r>
              <a:rPr sz="1300" b="1">
                <a:solidFill>
                  <a:srgbClr val="171717"/>
                </a:solidFill>
                <a:latin typeface="Montserrat"/>
              </a:rPr>
              <a:t>Metamizole is the single most prescribed drug in both groups</a:t>
            </a:r>
          </a:p>
        </p:txBody>
      </p:sp>
      <p:sp>
        <p:nvSpPr>
          <p:cNvPr id="25" name="TextBox 24"/>
          <p:cNvSpPr txBox="1"/>
          <p:nvPr/>
        </p:nvSpPr>
        <p:spPr>
          <a:xfrm>
            <a:off x="502920" y="4407408"/>
            <a:ext cx="10607040" cy="822960"/>
          </a:xfrm>
          <a:prstGeom prst="rect">
            <a:avLst/>
          </a:prstGeom>
          <a:noFill/>
        </p:spPr>
        <p:txBody>
          <a:bodyPr wrap="square" lIns="0" rIns="0" tIns="0" bIns="0" anchor="t">
            <a:spAutoFit/>
          </a:bodyPr>
          <a:lstStyle/>
          <a:p>
            <a:pPr algn="l">
              <a:lnSpc>
                <a:spcPct val="130000"/>
              </a:lnSpc>
              <a:spcAft>
                <a:spcPts val="500"/>
              </a:spcAft>
            </a:pPr>
            <a:r>
              <a:rPr sz="1200" b="0">
                <a:solidFill>
                  <a:srgbClr val="595C62"/>
                </a:solidFill>
                <a:latin typeface="Montserrat"/>
              </a:rPr>
              <a:t>It accounts for 36% of headache patients' prescription lines, and it is what half of them start treatment on. Metamizole is a general-purpose German analgesic, not a migraine treatment. Opioids appear at 178,881 lines and gabapentinoids at 65,601. Neither is indicated for migraine.</a:t>
            </a:r>
          </a:p>
        </p:txBody>
      </p:sp>
      <p:sp>
        <p:nvSpPr>
          <p:cNvPr id="26" name="TextBox 25"/>
          <p:cNvSpPr txBox="1"/>
          <p:nvPr/>
        </p:nvSpPr>
        <p:spPr>
          <a:xfrm>
            <a:off x="502920" y="5394960"/>
            <a:ext cx="10607040" cy="457200"/>
          </a:xfrm>
          <a:prstGeom prst="rect">
            <a:avLst/>
          </a:prstGeom>
          <a:noFill/>
        </p:spPr>
        <p:txBody>
          <a:bodyPr wrap="square" lIns="0" rIns="0" tIns="0" bIns="0" anchor="t">
            <a:spAutoFit/>
          </a:bodyPr>
          <a:lstStyle/>
          <a:p>
            <a:pPr algn="l">
              <a:lnSpc>
                <a:spcPct val="130000"/>
              </a:lnSpc>
              <a:spcAft>
                <a:spcPts val="500"/>
              </a:spcAft>
            </a:pPr>
            <a:r>
              <a:rPr sz="1250" b="0">
                <a:solidFill>
                  <a:srgbClr val="171717"/>
                </a:solidFill>
                <a:latin typeface="Montserrat"/>
              </a:rPr>
              <a:t>Six in ten headache patients start on an everyday analgesic. Fewer than a quarter start on a migraine-specific drug.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0607040" cy="566928"/>
          </a:xfrm>
        </p:spPr>
        <p:txBody>
          <a:bodyPr/>
          <a:lstStyle/>
          <a:p>
            <a:pPr>
              <a:defRPr sz="2400" b="1">
                <a:solidFill>
                  <a:srgbClr val="171717"/>
                </a:solidFill>
                <a:latin typeface="Montserrat"/>
              </a:defRPr>
            </a:pPr>
            <a:r>
              <a:t>Nearly a third of patients move between drug families</a:t>
            </a:r>
          </a:p>
        </p:txBody>
      </p:sp>
      <p:sp>
        <p:nvSpPr>
          <p:cNvPr id="3" name="TextBox 2"/>
          <p:cNvSpPr txBox="1"/>
          <p:nvPr/>
        </p:nvSpPr>
        <p:spPr>
          <a:xfrm>
            <a:off x="502920" y="859536"/>
            <a:ext cx="10881360" cy="310896"/>
          </a:xfrm>
          <a:prstGeom prst="rect">
            <a:avLst/>
          </a:prstGeom>
          <a:noFill/>
        </p:spPr>
        <p:txBody>
          <a:bodyPr wrap="square" lIns="0" rIns="0" tIns="0" bIns="0" anchor="t">
            <a:spAutoFit/>
          </a:bodyPr>
          <a:lstStyle/>
          <a:p>
            <a:pPr algn="l">
              <a:lnSpc>
                <a:spcPct val="120000"/>
              </a:lnSpc>
              <a:spcAft>
                <a:spcPts val="500"/>
              </a:spcAft>
            </a:pPr>
            <a:r>
              <a:rPr sz="1200" b="0">
                <a:solidFill>
                  <a:srgbClr val="595C62"/>
                </a:solidFill>
                <a:latin typeface="Montserrat"/>
              </a:rPr>
              <a:t>Share of treated patients following each route. 123,330 headache patients, 44,471 controls.</a:t>
            </a:r>
          </a:p>
        </p:txBody>
      </p:sp>
      <p:sp>
        <p:nvSpPr>
          <p:cNvPr id="4" name="TextBox 3"/>
          <p:cNvSpPr txBox="1"/>
          <p:nvPr/>
        </p:nvSpPr>
        <p:spPr>
          <a:xfrm>
            <a:off x="11292840" y="6355080"/>
            <a:ext cx="457200" cy="274320"/>
          </a:xfrm>
          <a:prstGeom prst="rect">
            <a:avLst/>
          </a:prstGeom>
          <a:noFill/>
        </p:spPr>
        <p:txBody>
          <a:bodyPr wrap="square" lIns="0" rIns="0" tIns="0" bIns="0" anchor="t">
            <a:spAutoFit/>
          </a:bodyPr>
          <a:lstStyle/>
          <a:p>
            <a:pPr algn="r">
              <a:lnSpc>
                <a:spcPct val="120000"/>
              </a:lnSpc>
              <a:spcAft>
                <a:spcPts val="500"/>
              </a:spcAft>
            </a:pPr>
            <a:r>
              <a:rPr sz="900" b="0">
                <a:solidFill>
                  <a:srgbClr val="595C62"/>
                </a:solidFill>
                <a:latin typeface="Montserrat"/>
              </a:rPr>
              <a:t>7</a:t>
            </a:r>
          </a:p>
        </p:txBody>
      </p:sp>
      <p:sp>
        <p:nvSpPr>
          <p:cNvPr id="5" name="Rectangle 4"/>
          <p:cNvSpPr/>
          <p:nvPr/>
        </p:nvSpPr>
        <p:spPr>
          <a:xfrm>
            <a:off x="502920" y="1325880"/>
            <a:ext cx="128016" cy="128016"/>
          </a:xfrm>
          <a:prstGeom prst="rect">
            <a:avLst/>
          </a:prstGeom>
          <a:solidFill>
            <a:srgbClr val="E201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1280160"/>
            <a:ext cx="2194560" cy="237744"/>
          </a:xfrm>
          <a:prstGeom prst="rect">
            <a:avLst/>
          </a:prstGeom>
          <a:noFill/>
        </p:spPr>
        <p:txBody>
          <a:bodyPr wrap="square" lIns="0" rIns="0" tIns="0" bIns="0" anchor="t">
            <a:spAutoFit/>
          </a:bodyPr>
          <a:lstStyle/>
          <a:p>
            <a:pPr algn="l">
              <a:lnSpc>
                <a:spcPct val="120000"/>
              </a:lnSpc>
              <a:spcAft>
                <a:spcPts val="500"/>
              </a:spcAft>
            </a:pPr>
            <a:r>
              <a:rPr sz="1100" b="0">
                <a:solidFill>
                  <a:srgbClr val="595C62"/>
                </a:solidFill>
                <a:latin typeface="Montserrat"/>
              </a:rPr>
              <a:t>Headache patients</a:t>
            </a:r>
          </a:p>
        </p:txBody>
      </p:sp>
      <p:sp>
        <p:nvSpPr>
          <p:cNvPr id="7" name="Rectangle 6"/>
          <p:cNvSpPr/>
          <p:nvPr/>
        </p:nvSpPr>
        <p:spPr>
          <a:xfrm>
            <a:off x="2688336" y="1325880"/>
            <a:ext cx="128016" cy="128016"/>
          </a:xfrm>
          <a:prstGeom prst="rect">
            <a:avLst/>
          </a:prstGeom>
          <a:solidFill>
            <a:srgbClr val="1B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89504" y="1280160"/>
            <a:ext cx="2194560" cy="237744"/>
          </a:xfrm>
          <a:prstGeom prst="rect">
            <a:avLst/>
          </a:prstGeom>
          <a:noFill/>
        </p:spPr>
        <p:txBody>
          <a:bodyPr wrap="square" lIns="0" rIns="0" tIns="0" bIns="0" anchor="t">
            <a:spAutoFit/>
          </a:bodyPr>
          <a:lstStyle/>
          <a:p>
            <a:pPr algn="l">
              <a:lnSpc>
                <a:spcPct val="120000"/>
              </a:lnSpc>
              <a:spcAft>
                <a:spcPts val="500"/>
              </a:spcAft>
            </a:pPr>
            <a:r>
              <a:rPr sz="1100" b="0">
                <a:solidFill>
                  <a:srgbClr val="595C62"/>
                </a:solidFill>
                <a:latin typeface="Montserrat"/>
              </a:rPr>
              <a:t>Matched controls</a:t>
            </a:r>
          </a:p>
        </p:txBody>
      </p:sp>
      <p:sp>
        <p:nvSpPr>
          <p:cNvPr id="9" name="TextBox 8"/>
          <p:cNvSpPr txBox="1"/>
          <p:nvPr/>
        </p:nvSpPr>
        <p:spPr>
          <a:xfrm>
            <a:off x="502920" y="1591056"/>
            <a:ext cx="1965960" cy="585216"/>
          </a:xfrm>
          <a:prstGeom prst="rect">
            <a:avLst/>
          </a:prstGeom>
          <a:noFill/>
        </p:spPr>
        <p:txBody>
          <a:bodyPr wrap="square" lIns="0" rIns="0" tIns="0" bIns="0" anchor="ctr">
            <a:spAutoFit/>
          </a:bodyPr>
          <a:lstStyle/>
          <a:p>
            <a:pPr algn="l">
              <a:lnSpc>
                <a:spcPct val="120000"/>
              </a:lnSpc>
              <a:spcAft>
                <a:spcPts val="0"/>
              </a:spcAft>
            </a:pPr>
            <a:r>
              <a:rPr sz="1150" b="0">
                <a:solidFill>
                  <a:srgbClr val="171717"/>
                </a:solidFill>
                <a:latin typeface="Montserrat"/>
              </a:rPr>
              <a:t>Everyday analgesics only</a:t>
            </a:r>
          </a:p>
        </p:txBody>
      </p:sp>
      <p:sp>
        <p:nvSpPr>
          <p:cNvPr id="10" name="Rectangle 9"/>
          <p:cNvSpPr/>
          <p:nvPr/>
        </p:nvSpPr>
        <p:spPr>
          <a:xfrm>
            <a:off x="2606039" y="1664208"/>
            <a:ext cx="5092064" cy="201168"/>
          </a:xfrm>
          <a:prstGeom prst="rect">
            <a:avLst/>
          </a:prstGeom>
          <a:solidFill>
            <a:srgbClr val="E201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07832" y="1691640"/>
            <a:ext cx="1005840" cy="237744"/>
          </a:xfrm>
          <a:prstGeom prst="rect">
            <a:avLst/>
          </a:prstGeom>
          <a:noFill/>
        </p:spPr>
        <p:txBody>
          <a:bodyPr wrap="square" lIns="0" rIns="0" tIns="0" bIns="0" anchor="t">
            <a:spAutoFit/>
          </a:bodyPr>
          <a:lstStyle/>
          <a:p>
            <a:pPr algn="l">
              <a:lnSpc>
                <a:spcPct val="120000"/>
              </a:lnSpc>
              <a:spcAft>
                <a:spcPts val="500"/>
              </a:spcAft>
            </a:pPr>
            <a:r>
              <a:rPr sz="1050" b="0">
                <a:solidFill>
                  <a:srgbClr val="171717"/>
                </a:solidFill>
                <a:latin typeface="Montserrat"/>
              </a:rPr>
              <a:t>45.9%</a:t>
            </a:r>
          </a:p>
        </p:txBody>
      </p:sp>
      <p:sp>
        <p:nvSpPr>
          <p:cNvPr id="12" name="Rectangle 11"/>
          <p:cNvSpPr/>
          <p:nvPr/>
        </p:nvSpPr>
        <p:spPr>
          <a:xfrm>
            <a:off x="2606039" y="1901952"/>
            <a:ext cx="7111140" cy="201168"/>
          </a:xfrm>
          <a:prstGeom prst="rect">
            <a:avLst/>
          </a:prstGeom>
          <a:solidFill>
            <a:srgbClr val="1B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26908" y="1929384"/>
            <a:ext cx="1005840" cy="237744"/>
          </a:xfrm>
          <a:prstGeom prst="rect">
            <a:avLst/>
          </a:prstGeom>
          <a:noFill/>
        </p:spPr>
        <p:txBody>
          <a:bodyPr wrap="square" lIns="0" rIns="0" tIns="0" bIns="0" anchor="t">
            <a:spAutoFit/>
          </a:bodyPr>
          <a:lstStyle/>
          <a:p>
            <a:pPr algn="l">
              <a:lnSpc>
                <a:spcPct val="120000"/>
              </a:lnSpc>
              <a:spcAft>
                <a:spcPts val="500"/>
              </a:spcAft>
            </a:pPr>
            <a:r>
              <a:rPr sz="1050" b="0">
                <a:solidFill>
                  <a:srgbClr val="171717"/>
                </a:solidFill>
                <a:latin typeface="Montserrat"/>
              </a:rPr>
              <a:t>64.1%</a:t>
            </a:r>
          </a:p>
        </p:txBody>
      </p:sp>
      <p:sp>
        <p:nvSpPr>
          <p:cNvPr id="14" name="TextBox 13"/>
          <p:cNvSpPr txBox="1"/>
          <p:nvPr/>
        </p:nvSpPr>
        <p:spPr>
          <a:xfrm>
            <a:off x="502920" y="2212848"/>
            <a:ext cx="1965960" cy="585216"/>
          </a:xfrm>
          <a:prstGeom prst="rect">
            <a:avLst/>
          </a:prstGeom>
          <a:noFill/>
        </p:spPr>
        <p:txBody>
          <a:bodyPr wrap="square" lIns="0" rIns="0" tIns="0" bIns="0" anchor="ctr">
            <a:spAutoFit/>
          </a:bodyPr>
          <a:lstStyle/>
          <a:p>
            <a:pPr algn="l">
              <a:lnSpc>
                <a:spcPct val="120000"/>
              </a:lnSpc>
              <a:spcAft>
                <a:spcPts val="0"/>
              </a:spcAft>
            </a:pPr>
            <a:r>
              <a:rPr sz="1150" b="0">
                <a:solidFill>
                  <a:srgbClr val="171717"/>
                </a:solidFill>
                <a:latin typeface="Montserrat"/>
              </a:rPr>
              <a:t>Migraine-specific only</a:t>
            </a:r>
          </a:p>
        </p:txBody>
      </p:sp>
      <p:sp>
        <p:nvSpPr>
          <p:cNvPr id="15" name="Rectangle 14"/>
          <p:cNvSpPr/>
          <p:nvPr/>
        </p:nvSpPr>
        <p:spPr>
          <a:xfrm>
            <a:off x="2606039" y="2286000"/>
            <a:ext cx="1797199" cy="201168"/>
          </a:xfrm>
          <a:prstGeom prst="rect">
            <a:avLst/>
          </a:prstGeom>
          <a:solidFill>
            <a:srgbClr val="E201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12967" y="2313432"/>
            <a:ext cx="1005840" cy="237744"/>
          </a:xfrm>
          <a:prstGeom prst="rect">
            <a:avLst/>
          </a:prstGeom>
          <a:noFill/>
        </p:spPr>
        <p:txBody>
          <a:bodyPr wrap="square" lIns="0" rIns="0" tIns="0" bIns="0" anchor="t">
            <a:spAutoFit/>
          </a:bodyPr>
          <a:lstStyle/>
          <a:p>
            <a:pPr algn="l">
              <a:lnSpc>
                <a:spcPct val="120000"/>
              </a:lnSpc>
              <a:spcAft>
                <a:spcPts val="500"/>
              </a:spcAft>
            </a:pPr>
            <a:r>
              <a:rPr sz="1050" b="0">
                <a:solidFill>
                  <a:srgbClr val="171717"/>
                </a:solidFill>
                <a:latin typeface="Montserrat"/>
              </a:rPr>
              <a:t>16.2%</a:t>
            </a:r>
          </a:p>
        </p:txBody>
      </p:sp>
      <p:sp>
        <p:nvSpPr>
          <p:cNvPr id="17" name="Rectangle 16"/>
          <p:cNvSpPr/>
          <p:nvPr/>
        </p:nvSpPr>
        <p:spPr>
          <a:xfrm>
            <a:off x="2606039" y="2523744"/>
            <a:ext cx="44375" cy="201168"/>
          </a:xfrm>
          <a:prstGeom prst="rect">
            <a:avLst/>
          </a:prstGeom>
          <a:solidFill>
            <a:srgbClr val="1B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0143" y="2551175"/>
            <a:ext cx="1005840" cy="237744"/>
          </a:xfrm>
          <a:prstGeom prst="rect">
            <a:avLst/>
          </a:prstGeom>
          <a:noFill/>
        </p:spPr>
        <p:txBody>
          <a:bodyPr wrap="square" lIns="0" rIns="0" tIns="0" bIns="0" anchor="t">
            <a:spAutoFit/>
          </a:bodyPr>
          <a:lstStyle/>
          <a:p>
            <a:pPr algn="l">
              <a:lnSpc>
                <a:spcPct val="120000"/>
              </a:lnSpc>
              <a:spcAft>
                <a:spcPts val="500"/>
              </a:spcAft>
            </a:pPr>
            <a:r>
              <a:rPr sz="1050" b="0">
                <a:solidFill>
                  <a:srgbClr val="171717"/>
                </a:solidFill>
                <a:latin typeface="Montserrat"/>
              </a:rPr>
              <a:t>0.4%</a:t>
            </a:r>
          </a:p>
        </p:txBody>
      </p:sp>
      <p:sp>
        <p:nvSpPr>
          <p:cNvPr id="19" name="TextBox 18"/>
          <p:cNvSpPr txBox="1"/>
          <p:nvPr/>
        </p:nvSpPr>
        <p:spPr>
          <a:xfrm>
            <a:off x="502920" y="2834639"/>
            <a:ext cx="1965960" cy="585216"/>
          </a:xfrm>
          <a:prstGeom prst="rect">
            <a:avLst/>
          </a:prstGeom>
          <a:noFill/>
        </p:spPr>
        <p:txBody>
          <a:bodyPr wrap="square" lIns="0" rIns="0" tIns="0" bIns="0" anchor="ctr">
            <a:spAutoFit/>
          </a:bodyPr>
          <a:lstStyle/>
          <a:p>
            <a:pPr algn="l">
              <a:lnSpc>
                <a:spcPct val="120000"/>
              </a:lnSpc>
              <a:spcAft>
                <a:spcPts val="0"/>
              </a:spcAft>
            </a:pPr>
            <a:r>
              <a:rPr sz="1150" b="0">
                <a:solidFill>
                  <a:srgbClr val="171717"/>
                </a:solidFill>
                <a:latin typeface="Montserrat"/>
              </a:rPr>
              <a:t>Everyday, then opioids</a:t>
            </a:r>
          </a:p>
        </p:txBody>
      </p:sp>
      <p:sp>
        <p:nvSpPr>
          <p:cNvPr id="20" name="Rectangle 19"/>
          <p:cNvSpPr/>
          <p:nvPr/>
        </p:nvSpPr>
        <p:spPr>
          <a:xfrm>
            <a:off x="2606039" y="2907791"/>
            <a:ext cx="965162" cy="201168"/>
          </a:xfrm>
          <a:prstGeom prst="rect">
            <a:avLst/>
          </a:prstGeom>
          <a:solidFill>
            <a:srgbClr val="E201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80930" y="2935223"/>
            <a:ext cx="1005840" cy="237744"/>
          </a:xfrm>
          <a:prstGeom prst="rect">
            <a:avLst/>
          </a:prstGeom>
          <a:noFill/>
        </p:spPr>
        <p:txBody>
          <a:bodyPr wrap="square" lIns="0" rIns="0" tIns="0" bIns="0" anchor="t">
            <a:spAutoFit/>
          </a:bodyPr>
          <a:lstStyle/>
          <a:p>
            <a:pPr algn="l">
              <a:lnSpc>
                <a:spcPct val="120000"/>
              </a:lnSpc>
              <a:spcAft>
                <a:spcPts val="500"/>
              </a:spcAft>
            </a:pPr>
            <a:r>
              <a:rPr sz="1050" b="0">
                <a:solidFill>
                  <a:srgbClr val="171717"/>
                </a:solidFill>
                <a:latin typeface="Montserrat"/>
              </a:rPr>
              <a:t>8.7%</a:t>
            </a:r>
          </a:p>
        </p:txBody>
      </p:sp>
      <p:sp>
        <p:nvSpPr>
          <p:cNvPr id="22" name="Rectangle 21"/>
          <p:cNvSpPr/>
          <p:nvPr/>
        </p:nvSpPr>
        <p:spPr>
          <a:xfrm>
            <a:off x="2606039" y="3145535"/>
            <a:ext cx="1020631" cy="201168"/>
          </a:xfrm>
          <a:prstGeom prst="rect">
            <a:avLst/>
          </a:prstGeom>
          <a:solidFill>
            <a:srgbClr val="1B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36399" y="3172967"/>
            <a:ext cx="1005840" cy="237744"/>
          </a:xfrm>
          <a:prstGeom prst="rect">
            <a:avLst/>
          </a:prstGeom>
          <a:noFill/>
        </p:spPr>
        <p:txBody>
          <a:bodyPr wrap="square" lIns="0" rIns="0" tIns="0" bIns="0" anchor="t">
            <a:spAutoFit/>
          </a:bodyPr>
          <a:lstStyle/>
          <a:p>
            <a:pPr algn="l">
              <a:lnSpc>
                <a:spcPct val="120000"/>
              </a:lnSpc>
              <a:spcAft>
                <a:spcPts val="500"/>
              </a:spcAft>
            </a:pPr>
            <a:r>
              <a:rPr sz="1050" b="0">
                <a:solidFill>
                  <a:srgbClr val="171717"/>
                </a:solidFill>
                <a:latin typeface="Montserrat"/>
              </a:rPr>
              <a:t>9.2%</a:t>
            </a:r>
          </a:p>
        </p:txBody>
      </p:sp>
      <p:sp>
        <p:nvSpPr>
          <p:cNvPr id="24" name="TextBox 23"/>
          <p:cNvSpPr txBox="1"/>
          <p:nvPr/>
        </p:nvSpPr>
        <p:spPr>
          <a:xfrm>
            <a:off x="502920" y="3456431"/>
            <a:ext cx="1965960" cy="585216"/>
          </a:xfrm>
          <a:prstGeom prst="rect">
            <a:avLst/>
          </a:prstGeom>
          <a:noFill/>
        </p:spPr>
        <p:txBody>
          <a:bodyPr wrap="square" lIns="0" rIns="0" tIns="0" bIns="0" anchor="ctr">
            <a:spAutoFit/>
          </a:bodyPr>
          <a:lstStyle/>
          <a:p>
            <a:pPr algn="l">
              <a:lnSpc>
                <a:spcPct val="120000"/>
              </a:lnSpc>
              <a:spcAft>
                <a:spcPts val="0"/>
              </a:spcAft>
            </a:pPr>
            <a:r>
              <a:rPr sz="1150" b="0">
                <a:solidFill>
                  <a:srgbClr val="171717"/>
                </a:solidFill>
                <a:latin typeface="Montserrat"/>
              </a:rPr>
              <a:t>Opioids only</a:t>
            </a:r>
          </a:p>
        </p:txBody>
      </p:sp>
      <p:sp>
        <p:nvSpPr>
          <p:cNvPr id="25" name="Rectangle 24"/>
          <p:cNvSpPr/>
          <p:nvPr/>
        </p:nvSpPr>
        <p:spPr>
          <a:xfrm>
            <a:off x="2606039" y="3529583"/>
            <a:ext cx="931881" cy="201168"/>
          </a:xfrm>
          <a:prstGeom prst="rect">
            <a:avLst/>
          </a:prstGeom>
          <a:solidFill>
            <a:srgbClr val="E201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47649" y="3557015"/>
            <a:ext cx="1005840" cy="237744"/>
          </a:xfrm>
          <a:prstGeom prst="rect">
            <a:avLst/>
          </a:prstGeom>
          <a:noFill/>
        </p:spPr>
        <p:txBody>
          <a:bodyPr wrap="square" lIns="0" rIns="0" tIns="0" bIns="0" anchor="t">
            <a:spAutoFit/>
          </a:bodyPr>
          <a:lstStyle/>
          <a:p>
            <a:pPr algn="l">
              <a:lnSpc>
                <a:spcPct val="120000"/>
              </a:lnSpc>
              <a:spcAft>
                <a:spcPts val="500"/>
              </a:spcAft>
            </a:pPr>
            <a:r>
              <a:rPr sz="1050" b="0">
                <a:solidFill>
                  <a:srgbClr val="171717"/>
                </a:solidFill>
                <a:latin typeface="Montserrat"/>
              </a:rPr>
              <a:t>8.4%</a:t>
            </a:r>
          </a:p>
        </p:txBody>
      </p:sp>
      <p:sp>
        <p:nvSpPr>
          <p:cNvPr id="27" name="Rectangle 26"/>
          <p:cNvSpPr/>
          <p:nvPr/>
        </p:nvSpPr>
        <p:spPr>
          <a:xfrm>
            <a:off x="2606039" y="3767327"/>
            <a:ext cx="1797199" cy="201168"/>
          </a:xfrm>
          <a:prstGeom prst="rect">
            <a:avLst/>
          </a:prstGeom>
          <a:solidFill>
            <a:srgbClr val="1B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12967" y="3794759"/>
            <a:ext cx="1005840" cy="237744"/>
          </a:xfrm>
          <a:prstGeom prst="rect">
            <a:avLst/>
          </a:prstGeom>
          <a:noFill/>
        </p:spPr>
        <p:txBody>
          <a:bodyPr wrap="square" lIns="0" rIns="0" tIns="0" bIns="0" anchor="t">
            <a:spAutoFit/>
          </a:bodyPr>
          <a:lstStyle/>
          <a:p>
            <a:pPr algn="l">
              <a:lnSpc>
                <a:spcPct val="120000"/>
              </a:lnSpc>
              <a:spcAft>
                <a:spcPts val="500"/>
              </a:spcAft>
            </a:pPr>
            <a:r>
              <a:rPr sz="1050" b="0">
                <a:solidFill>
                  <a:srgbClr val="171717"/>
                </a:solidFill>
                <a:latin typeface="Montserrat"/>
              </a:rPr>
              <a:t>16.2%</a:t>
            </a:r>
          </a:p>
        </p:txBody>
      </p:sp>
      <p:sp>
        <p:nvSpPr>
          <p:cNvPr id="29" name="TextBox 28"/>
          <p:cNvSpPr txBox="1"/>
          <p:nvPr/>
        </p:nvSpPr>
        <p:spPr>
          <a:xfrm>
            <a:off x="502920" y="4078223"/>
            <a:ext cx="1965960" cy="585216"/>
          </a:xfrm>
          <a:prstGeom prst="rect">
            <a:avLst/>
          </a:prstGeom>
          <a:noFill/>
        </p:spPr>
        <p:txBody>
          <a:bodyPr wrap="square" lIns="0" rIns="0" tIns="0" bIns="0" anchor="ctr">
            <a:spAutoFit/>
          </a:bodyPr>
          <a:lstStyle/>
          <a:p>
            <a:pPr algn="l">
              <a:lnSpc>
                <a:spcPct val="120000"/>
              </a:lnSpc>
              <a:spcAft>
                <a:spcPts val="0"/>
              </a:spcAft>
            </a:pPr>
            <a:r>
              <a:rPr sz="1150" b="0">
                <a:solidFill>
                  <a:srgbClr val="171717"/>
                </a:solidFill>
                <a:latin typeface="Montserrat"/>
              </a:rPr>
              <a:t>Opioids, then everyday</a:t>
            </a:r>
          </a:p>
        </p:txBody>
      </p:sp>
      <p:sp>
        <p:nvSpPr>
          <p:cNvPr id="30" name="Rectangle 29"/>
          <p:cNvSpPr/>
          <p:nvPr/>
        </p:nvSpPr>
        <p:spPr>
          <a:xfrm>
            <a:off x="2606039" y="4151375"/>
            <a:ext cx="765473" cy="201168"/>
          </a:xfrm>
          <a:prstGeom prst="rect">
            <a:avLst/>
          </a:prstGeom>
          <a:solidFill>
            <a:srgbClr val="E201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81241" y="4178807"/>
            <a:ext cx="1005840" cy="237744"/>
          </a:xfrm>
          <a:prstGeom prst="rect">
            <a:avLst/>
          </a:prstGeom>
          <a:noFill/>
        </p:spPr>
        <p:txBody>
          <a:bodyPr wrap="square" lIns="0" rIns="0" tIns="0" bIns="0" anchor="t">
            <a:spAutoFit/>
          </a:bodyPr>
          <a:lstStyle/>
          <a:p>
            <a:pPr algn="l">
              <a:lnSpc>
                <a:spcPct val="120000"/>
              </a:lnSpc>
              <a:spcAft>
                <a:spcPts val="500"/>
              </a:spcAft>
            </a:pPr>
            <a:r>
              <a:rPr sz="1050" b="0">
                <a:solidFill>
                  <a:srgbClr val="171717"/>
                </a:solidFill>
                <a:latin typeface="Montserrat"/>
              </a:rPr>
              <a:t>6.9%</a:t>
            </a:r>
          </a:p>
        </p:txBody>
      </p:sp>
      <p:sp>
        <p:nvSpPr>
          <p:cNvPr id="32" name="Rectangle 31"/>
          <p:cNvSpPr/>
          <p:nvPr/>
        </p:nvSpPr>
        <p:spPr>
          <a:xfrm>
            <a:off x="2606039" y="4389119"/>
            <a:ext cx="1076100" cy="201168"/>
          </a:xfrm>
          <a:prstGeom prst="rect">
            <a:avLst/>
          </a:prstGeom>
          <a:solidFill>
            <a:srgbClr val="1B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791868" y="4416551"/>
            <a:ext cx="1005840" cy="237744"/>
          </a:xfrm>
          <a:prstGeom prst="rect">
            <a:avLst/>
          </a:prstGeom>
          <a:noFill/>
        </p:spPr>
        <p:txBody>
          <a:bodyPr wrap="square" lIns="0" rIns="0" tIns="0" bIns="0" anchor="t">
            <a:spAutoFit/>
          </a:bodyPr>
          <a:lstStyle/>
          <a:p>
            <a:pPr algn="l">
              <a:lnSpc>
                <a:spcPct val="120000"/>
              </a:lnSpc>
              <a:spcAft>
                <a:spcPts val="500"/>
              </a:spcAft>
            </a:pPr>
            <a:r>
              <a:rPr sz="1050" b="0">
                <a:solidFill>
                  <a:srgbClr val="171717"/>
                </a:solidFill>
                <a:latin typeface="Montserrat"/>
              </a:rPr>
              <a:t>9.7%</a:t>
            </a:r>
          </a:p>
        </p:txBody>
      </p:sp>
      <p:sp>
        <p:nvSpPr>
          <p:cNvPr id="34" name="TextBox 33"/>
          <p:cNvSpPr txBox="1"/>
          <p:nvPr/>
        </p:nvSpPr>
        <p:spPr>
          <a:xfrm>
            <a:off x="502920" y="4754880"/>
            <a:ext cx="10607040" cy="274320"/>
          </a:xfrm>
          <a:prstGeom prst="rect">
            <a:avLst/>
          </a:prstGeom>
          <a:noFill/>
        </p:spPr>
        <p:txBody>
          <a:bodyPr wrap="square" lIns="0" rIns="0" tIns="0" bIns="0" anchor="t">
            <a:spAutoFit/>
          </a:bodyPr>
          <a:lstStyle/>
          <a:p>
            <a:pPr algn="l">
              <a:lnSpc>
                <a:spcPct val="120000"/>
              </a:lnSpc>
              <a:spcAft>
                <a:spcPts val="500"/>
              </a:spcAft>
            </a:pPr>
            <a:r>
              <a:rPr sz="1300" b="1">
                <a:solidFill>
                  <a:srgbClr val="171717"/>
                </a:solidFill>
                <a:latin typeface="Montserrat"/>
              </a:rPr>
              <a:t>29.4% used more than one family, against 19.3% of controls</a:t>
            </a:r>
          </a:p>
        </p:txBody>
      </p:sp>
      <p:sp>
        <p:nvSpPr>
          <p:cNvPr id="35" name="TextBox 34"/>
          <p:cNvSpPr txBox="1"/>
          <p:nvPr/>
        </p:nvSpPr>
        <p:spPr>
          <a:xfrm>
            <a:off x="502920" y="5093208"/>
            <a:ext cx="10607040" cy="640080"/>
          </a:xfrm>
          <a:prstGeom prst="rect">
            <a:avLst/>
          </a:prstGeom>
          <a:noFill/>
        </p:spPr>
        <p:txBody>
          <a:bodyPr wrap="square" lIns="0" rIns="0" tIns="0" bIns="0" anchor="t">
            <a:spAutoFit/>
          </a:bodyPr>
          <a:lstStyle/>
          <a:p>
            <a:pPr algn="l">
              <a:lnSpc>
                <a:spcPct val="130000"/>
              </a:lnSpc>
              <a:spcAft>
                <a:spcPts val="500"/>
              </a:spcAft>
            </a:pPr>
            <a:r>
              <a:rPr sz="1200" b="0">
                <a:solidFill>
                  <a:srgbClr val="595C62"/>
                </a:solidFill>
                <a:latin typeface="Montserrat"/>
              </a:rPr>
              <a:t>3.3% of headache patients cycled through all three families, against 0.08% of controls. Among those on a migraine-specific drug, 46.0% were also receiving an everyday analgesic or an opioid, so combination use is close to half.</a:t>
            </a:r>
          </a:p>
        </p:txBody>
      </p:sp>
      <p:sp>
        <p:nvSpPr>
          <p:cNvPr id="36" name="TextBox 35"/>
          <p:cNvSpPr txBox="1"/>
          <p:nvPr/>
        </p:nvSpPr>
        <p:spPr>
          <a:xfrm>
            <a:off x="502920" y="5897880"/>
            <a:ext cx="10607040" cy="274320"/>
          </a:xfrm>
          <a:prstGeom prst="rect">
            <a:avLst/>
          </a:prstGeom>
          <a:noFill/>
        </p:spPr>
        <p:txBody>
          <a:bodyPr wrap="square" lIns="0" rIns="0" tIns="0" bIns="0" anchor="t">
            <a:spAutoFit/>
          </a:bodyPr>
          <a:lstStyle/>
          <a:p>
            <a:pPr algn="l">
              <a:lnSpc>
                <a:spcPct val="120000"/>
              </a:lnSpc>
              <a:spcAft>
                <a:spcPts val="500"/>
              </a:spcAft>
            </a:pPr>
            <a:r>
              <a:rPr sz="1100" b="0">
                <a:solidFill>
                  <a:srgbClr val="595C62"/>
                </a:solidFill>
                <a:latin typeface="Montserrat"/>
              </a:rPr>
              <a:t>This counts whether a patient used more than one family, not whether one replaced another.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0607040" cy="566928"/>
          </a:xfrm>
        </p:spPr>
        <p:txBody>
          <a:bodyPr/>
          <a:lstStyle/>
          <a:p>
            <a:pPr>
              <a:defRPr sz="2400" b="1">
                <a:solidFill>
                  <a:srgbClr val="171717"/>
                </a:solidFill>
                <a:latin typeface="Montserrat"/>
              </a:defRPr>
            </a:pPr>
            <a:r>
              <a:t>A third of treated patients work through four or more drugs</a:t>
            </a:r>
          </a:p>
        </p:txBody>
      </p:sp>
      <p:sp>
        <p:nvSpPr>
          <p:cNvPr id="3" name="TextBox 2"/>
          <p:cNvSpPr txBox="1"/>
          <p:nvPr/>
        </p:nvSpPr>
        <p:spPr>
          <a:xfrm>
            <a:off x="502920" y="859536"/>
            <a:ext cx="10881360" cy="310896"/>
          </a:xfrm>
          <a:prstGeom prst="rect">
            <a:avLst/>
          </a:prstGeom>
          <a:noFill/>
        </p:spPr>
        <p:txBody>
          <a:bodyPr wrap="square" lIns="0" rIns="0" tIns="0" bIns="0" anchor="t">
            <a:spAutoFit/>
          </a:bodyPr>
          <a:lstStyle/>
          <a:p>
            <a:pPr algn="l">
              <a:lnSpc>
                <a:spcPct val="120000"/>
              </a:lnSpc>
              <a:spcAft>
                <a:spcPts val="500"/>
              </a:spcAft>
            </a:pPr>
            <a:r>
              <a:rPr sz="1200" b="0">
                <a:solidFill>
                  <a:srgbClr val="595C62"/>
                </a:solidFill>
                <a:latin typeface="Montserrat"/>
              </a:rPr>
              <a:t>A line of therapy ends when the patient changes drug or stops for longer than a month.</a:t>
            </a:r>
          </a:p>
        </p:txBody>
      </p:sp>
      <p:sp>
        <p:nvSpPr>
          <p:cNvPr id="4" name="TextBox 3"/>
          <p:cNvSpPr txBox="1"/>
          <p:nvPr/>
        </p:nvSpPr>
        <p:spPr>
          <a:xfrm>
            <a:off x="11292840" y="6355080"/>
            <a:ext cx="457200" cy="274320"/>
          </a:xfrm>
          <a:prstGeom prst="rect">
            <a:avLst/>
          </a:prstGeom>
          <a:noFill/>
        </p:spPr>
        <p:txBody>
          <a:bodyPr wrap="square" lIns="0" rIns="0" tIns="0" bIns="0" anchor="t">
            <a:spAutoFit/>
          </a:bodyPr>
          <a:lstStyle/>
          <a:p>
            <a:pPr algn="r">
              <a:lnSpc>
                <a:spcPct val="120000"/>
              </a:lnSpc>
              <a:spcAft>
                <a:spcPts val="500"/>
              </a:spcAft>
            </a:pPr>
            <a:r>
              <a:rPr sz="900" b="0">
                <a:solidFill>
                  <a:srgbClr val="595C62"/>
                </a:solidFill>
                <a:latin typeface="Montserrat"/>
              </a:rPr>
              <a:t>8</a:t>
            </a:r>
          </a:p>
        </p:txBody>
      </p:sp>
      <p:sp>
        <p:nvSpPr>
          <p:cNvPr id="5" name="Rectangle 4"/>
          <p:cNvSpPr/>
          <p:nvPr/>
        </p:nvSpPr>
        <p:spPr>
          <a:xfrm>
            <a:off x="502920" y="1344168"/>
            <a:ext cx="128016" cy="128016"/>
          </a:xfrm>
          <a:prstGeom prst="rect">
            <a:avLst/>
          </a:prstGeom>
          <a:solidFill>
            <a:srgbClr val="E201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1298448"/>
            <a:ext cx="2194560" cy="237744"/>
          </a:xfrm>
          <a:prstGeom prst="rect">
            <a:avLst/>
          </a:prstGeom>
          <a:noFill/>
        </p:spPr>
        <p:txBody>
          <a:bodyPr wrap="square" lIns="0" rIns="0" tIns="0" bIns="0" anchor="t">
            <a:spAutoFit/>
          </a:bodyPr>
          <a:lstStyle/>
          <a:p>
            <a:pPr algn="l">
              <a:lnSpc>
                <a:spcPct val="120000"/>
              </a:lnSpc>
              <a:spcAft>
                <a:spcPts val="500"/>
              </a:spcAft>
            </a:pPr>
            <a:r>
              <a:rPr sz="1100" b="0">
                <a:solidFill>
                  <a:srgbClr val="595C62"/>
                </a:solidFill>
                <a:latin typeface="Montserrat"/>
              </a:rPr>
              <a:t>Headache patients</a:t>
            </a:r>
          </a:p>
        </p:txBody>
      </p:sp>
      <p:sp>
        <p:nvSpPr>
          <p:cNvPr id="7" name="Rectangle 6"/>
          <p:cNvSpPr/>
          <p:nvPr/>
        </p:nvSpPr>
        <p:spPr>
          <a:xfrm>
            <a:off x="2688336" y="1344168"/>
            <a:ext cx="128016" cy="128016"/>
          </a:xfrm>
          <a:prstGeom prst="rect">
            <a:avLst/>
          </a:prstGeom>
          <a:solidFill>
            <a:srgbClr val="1B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89504" y="1298448"/>
            <a:ext cx="2194560" cy="237744"/>
          </a:xfrm>
          <a:prstGeom prst="rect">
            <a:avLst/>
          </a:prstGeom>
          <a:noFill/>
        </p:spPr>
        <p:txBody>
          <a:bodyPr wrap="square" lIns="0" rIns="0" tIns="0" bIns="0" anchor="t">
            <a:spAutoFit/>
          </a:bodyPr>
          <a:lstStyle/>
          <a:p>
            <a:pPr algn="l">
              <a:lnSpc>
                <a:spcPct val="120000"/>
              </a:lnSpc>
              <a:spcAft>
                <a:spcPts val="500"/>
              </a:spcAft>
            </a:pPr>
            <a:r>
              <a:rPr sz="1100" b="0">
                <a:solidFill>
                  <a:srgbClr val="595C62"/>
                </a:solidFill>
                <a:latin typeface="Montserrat"/>
              </a:rPr>
              <a:t>Matched controls</a:t>
            </a:r>
          </a:p>
        </p:txBody>
      </p:sp>
      <p:sp>
        <p:nvSpPr>
          <p:cNvPr id="9" name="TextBox 8"/>
          <p:cNvSpPr txBox="1"/>
          <p:nvPr/>
        </p:nvSpPr>
        <p:spPr>
          <a:xfrm>
            <a:off x="502920" y="1627632"/>
            <a:ext cx="1965960" cy="621792"/>
          </a:xfrm>
          <a:prstGeom prst="rect">
            <a:avLst/>
          </a:prstGeom>
          <a:noFill/>
        </p:spPr>
        <p:txBody>
          <a:bodyPr wrap="square" lIns="0" rIns="0" tIns="0" bIns="0" anchor="ctr">
            <a:spAutoFit/>
          </a:bodyPr>
          <a:lstStyle/>
          <a:p>
            <a:pPr algn="l">
              <a:lnSpc>
                <a:spcPct val="120000"/>
              </a:lnSpc>
              <a:spcAft>
                <a:spcPts val="0"/>
              </a:spcAft>
            </a:pPr>
            <a:r>
              <a:rPr sz="1150" b="0">
                <a:solidFill>
                  <a:srgbClr val="171717"/>
                </a:solidFill>
                <a:latin typeface="Montserrat"/>
              </a:rPr>
              <a:t>1 line</a:t>
            </a:r>
          </a:p>
        </p:txBody>
      </p:sp>
      <p:sp>
        <p:nvSpPr>
          <p:cNvPr id="10" name="Rectangle 9"/>
          <p:cNvSpPr/>
          <p:nvPr/>
        </p:nvSpPr>
        <p:spPr>
          <a:xfrm>
            <a:off x="2606039" y="1700784"/>
            <a:ext cx="4450842" cy="219456"/>
          </a:xfrm>
          <a:prstGeom prst="rect">
            <a:avLst/>
          </a:prstGeom>
          <a:solidFill>
            <a:srgbClr val="E201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66609" y="1728216"/>
            <a:ext cx="1005840" cy="237744"/>
          </a:xfrm>
          <a:prstGeom prst="rect">
            <a:avLst/>
          </a:prstGeom>
          <a:noFill/>
        </p:spPr>
        <p:txBody>
          <a:bodyPr wrap="square" lIns="0" rIns="0" tIns="0" bIns="0" anchor="t">
            <a:spAutoFit/>
          </a:bodyPr>
          <a:lstStyle/>
          <a:p>
            <a:pPr algn="l">
              <a:lnSpc>
                <a:spcPct val="120000"/>
              </a:lnSpc>
              <a:spcAft>
                <a:spcPts val="500"/>
              </a:spcAft>
            </a:pPr>
            <a:r>
              <a:rPr sz="1100" b="0">
                <a:solidFill>
                  <a:srgbClr val="171717"/>
                </a:solidFill>
                <a:latin typeface="Montserrat"/>
              </a:rPr>
              <a:t>35.4%</a:t>
            </a:r>
          </a:p>
        </p:txBody>
      </p:sp>
      <p:sp>
        <p:nvSpPr>
          <p:cNvPr id="12" name="Rectangle 11"/>
          <p:cNvSpPr/>
          <p:nvPr/>
        </p:nvSpPr>
        <p:spPr>
          <a:xfrm>
            <a:off x="2606039" y="1956816"/>
            <a:ext cx="7003161" cy="219456"/>
          </a:xfrm>
          <a:prstGeom prst="rect">
            <a:avLst/>
          </a:prstGeom>
          <a:solidFill>
            <a:srgbClr val="1B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18928" y="1984248"/>
            <a:ext cx="1005840" cy="237744"/>
          </a:xfrm>
          <a:prstGeom prst="rect">
            <a:avLst/>
          </a:prstGeom>
          <a:noFill/>
        </p:spPr>
        <p:txBody>
          <a:bodyPr wrap="square" lIns="0" rIns="0" tIns="0" bIns="0" anchor="t">
            <a:spAutoFit/>
          </a:bodyPr>
          <a:lstStyle/>
          <a:p>
            <a:pPr algn="l">
              <a:lnSpc>
                <a:spcPct val="120000"/>
              </a:lnSpc>
              <a:spcAft>
                <a:spcPts val="500"/>
              </a:spcAft>
            </a:pPr>
            <a:r>
              <a:rPr sz="1100" b="0">
                <a:solidFill>
                  <a:srgbClr val="171717"/>
                </a:solidFill>
                <a:latin typeface="Montserrat"/>
              </a:rPr>
              <a:t>55.7%</a:t>
            </a:r>
          </a:p>
        </p:txBody>
      </p:sp>
      <p:sp>
        <p:nvSpPr>
          <p:cNvPr id="14" name="TextBox 13"/>
          <p:cNvSpPr txBox="1"/>
          <p:nvPr/>
        </p:nvSpPr>
        <p:spPr>
          <a:xfrm>
            <a:off x="502920" y="2340864"/>
            <a:ext cx="1965960" cy="621792"/>
          </a:xfrm>
          <a:prstGeom prst="rect">
            <a:avLst/>
          </a:prstGeom>
          <a:noFill/>
        </p:spPr>
        <p:txBody>
          <a:bodyPr wrap="square" lIns="0" rIns="0" tIns="0" bIns="0" anchor="ctr">
            <a:spAutoFit/>
          </a:bodyPr>
          <a:lstStyle/>
          <a:p>
            <a:pPr algn="l">
              <a:lnSpc>
                <a:spcPct val="120000"/>
              </a:lnSpc>
              <a:spcAft>
                <a:spcPts val="0"/>
              </a:spcAft>
            </a:pPr>
            <a:r>
              <a:rPr sz="1150" b="0">
                <a:solidFill>
                  <a:srgbClr val="171717"/>
                </a:solidFill>
                <a:latin typeface="Montserrat"/>
              </a:rPr>
              <a:t>2 lines</a:t>
            </a:r>
          </a:p>
        </p:txBody>
      </p:sp>
      <p:sp>
        <p:nvSpPr>
          <p:cNvPr id="15" name="Rectangle 14"/>
          <p:cNvSpPr/>
          <p:nvPr/>
        </p:nvSpPr>
        <p:spPr>
          <a:xfrm>
            <a:off x="2606039" y="2414016"/>
            <a:ext cx="2338578" cy="219456"/>
          </a:xfrm>
          <a:prstGeom prst="rect">
            <a:avLst/>
          </a:prstGeom>
          <a:solidFill>
            <a:srgbClr val="E201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54345" y="2441448"/>
            <a:ext cx="1005840" cy="237744"/>
          </a:xfrm>
          <a:prstGeom prst="rect">
            <a:avLst/>
          </a:prstGeom>
          <a:noFill/>
        </p:spPr>
        <p:txBody>
          <a:bodyPr wrap="square" lIns="0" rIns="0" tIns="0" bIns="0" anchor="t">
            <a:spAutoFit/>
          </a:bodyPr>
          <a:lstStyle/>
          <a:p>
            <a:pPr algn="l">
              <a:lnSpc>
                <a:spcPct val="120000"/>
              </a:lnSpc>
              <a:spcAft>
                <a:spcPts val="500"/>
              </a:spcAft>
            </a:pPr>
            <a:r>
              <a:rPr sz="1100" b="0">
                <a:solidFill>
                  <a:srgbClr val="171717"/>
                </a:solidFill>
                <a:latin typeface="Montserrat"/>
              </a:rPr>
              <a:t>18.6%</a:t>
            </a:r>
          </a:p>
        </p:txBody>
      </p:sp>
      <p:sp>
        <p:nvSpPr>
          <p:cNvPr id="17" name="Rectangle 16"/>
          <p:cNvSpPr/>
          <p:nvPr/>
        </p:nvSpPr>
        <p:spPr>
          <a:xfrm>
            <a:off x="2606039" y="2670048"/>
            <a:ext cx="2300859" cy="219456"/>
          </a:xfrm>
          <a:prstGeom prst="rect">
            <a:avLst/>
          </a:prstGeom>
          <a:solidFill>
            <a:srgbClr val="1B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16626" y="2697479"/>
            <a:ext cx="1005840" cy="237744"/>
          </a:xfrm>
          <a:prstGeom prst="rect">
            <a:avLst/>
          </a:prstGeom>
          <a:noFill/>
        </p:spPr>
        <p:txBody>
          <a:bodyPr wrap="square" lIns="0" rIns="0" tIns="0" bIns="0" anchor="t">
            <a:spAutoFit/>
          </a:bodyPr>
          <a:lstStyle/>
          <a:p>
            <a:pPr algn="l">
              <a:lnSpc>
                <a:spcPct val="120000"/>
              </a:lnSpc>
              <a:spcAft>
                <a:spcPts val="500"/>
              </a:spcAft>
            </a:pPr>
            <a:r>
              <a:rPr sz="1100" b="0">
                <a:solidFill>
                  <a:srgbClr val="171717"/>
                </a:solidFill>
                <a:latin typeface="Montserrat"/>
              </a:rPr>
              <a:t>18.3%</a:t>
            </a:r>
          </a:p>
        </p:txBody>
      </p:sp>
      <p:sp>
        <p:nvSpPr>
          <p:cNvPr id="19" name="TextBox 18"/>
          <p:cNvSpPr txBox="1"/>
          <p:nvPr/>
        </p:nvSpPr>
        <p:spPr>
          <a:xfrm>
            <a:off x="502920" y="3054096"/>
            <a:ext cx="1965960" cy="621792"/>
          </a:xfrm>
          <a:prstGeom prst="rect">
            <a:avLst/>
          </a:prstGeom>
          <a:noFill/>
        </p:spPr>
        <p:txBody>
          <a:bodyPr wrap="square" lIns="0" rIns="0" tIns="0" bIns="0" anchor="ctr">
            <a:spAutoFit/>
          </a:bodyPr>
          <a:lstStyle/>
          <a:p>
            <a:pPr algn="l">
              <a:lnSpc>
                <a:spcPct val="120000"/>
              </a:lnSpc>
              <a:spcAft>
                <a:spcPts val="0"/>
              </a:spcAft>
            </a:pPr>
            <a:r>
              <a:rPr sz="1150" b="0">
                <a:solidFill>
                  <a:srgbClr val="171717"/>
                </a:solidFill>
                <a:latin typeface="Montserrat"/>
              </a:rPr>
              <a:t>3 lines</a:t>
            </a:r>
          </a:p>
        </p:txBody>
      </p:sp>
      <p:sp>
        <p:nvSpPr>
          <p:cNvPr id="20" name="Rectangle 19"/>
          <p:cNvSpPr/>
          <p:nvPr/>
        </p:nvSpPr>
        <p:spPr>
          <a:xfrm>
            <a:off x="2606039" y="3127248"/>
            <a:ext cx="1395603" cy="219456"/>
          </a:xfrm>
          <a:prstGeom prst="rect">
            <a:avLst/>
          </a:prstGeom>
          <a:solidFill>
            <a:srgbClr val="E201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1370" y="3154679"/>
            <a:ext cx="1005840" cy="237744"/>
          </a:xfrm>
          <a:prstGeom prst="rect">
            <a:avLst/>
          </a:prstGeom>
          <a:noFill/>
        </p:spPr>
        <p:txBody>
          <a:bodyPr wrap="square" lIns="0" rIns="0" tIns="0" bIns="0" anchor="t">
            <a:spAutoFit/>
          </a:bodyPr>
          <a:lstStyle/>
          <a:p>
            <a:pPr algn="l">
              <a:lnSpc>
                <a:spcPct val="120000"/>
              </a:lnSpc>
              <a:spcAft>
                <a:spcPts val="500"/>
              </a:spcAft>
            </a:pPr>
            <a:r>
              <a:rPr sz="1100" b="0">
                <a:solidFill>
                  <a:srgbClr val="171717"/>
                </a:solidFill>
                <a:latin typeface="Montserrat"/>
              </a:rPr>
              <a:t>11.1%</a:t>
            </a:r>
          </a:p>
        </p:txBody>
      </p:sp>
      <p:sp>
        <p:nvSpPr>
          <p:cNvPr id="22" name="Rectangle 21"/>
          <p:cNvSpPr/>
          <p:nvPr/>
        </p:nvSpPr>
        <p:spPr>
          <a:xfrm>
            <a:off x="2606039" y="3383279"/>
            <a:ext cx="1005840" cy="219456"/>
          </a:xfrm>
          <a:prstGeom prst="rect">
            <a:avLst/>
          </a:prstGeom>
          <a:solidFill>
            <a:srgbClr val="1B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21607" y="3410711"/>
            <a:ext cx="1005840" cy="237744"/>
          </a:xfrm>
          <a:prstGeom prst="rect">
            <a:avLst/>
          </a:prstGeom>
          <a:noFill/>
        </p:spPr>
        <p:txBody>
          <a:bodyPr wrap="square" lIns="0" rIns="0" tIns="0" bIns="0" anchor="t">
            <a:spAutoFit/>
          </a:bodyPr>
          <a:lstStyle/>
          <a:p>
            <a:pPr algn="l">
              <a:lnSpc>
                <a:spcPct val="120000"/>
              </a:lnSpc>
              <a:spcAft>
                <a:spcPts val="500"/>
              </a:spcAft>
            </a:pPr>
            <a:r>
              <a:rPr sz="1100" b="0">
                <a:solidFill>
                  <a:srgbClr val="171717"/>
                </a:solidFill>
                <a:latin typeface="Montserrat"/>
              </a:rPr>
              <a:t>8.0%</a:t>
            </a:r>
          </a:p>
        </p:txBody>
      </p:sp>
      <p:sp>
        <p:nvSpPr>
          <p:cNvPr id="24" name="TextBox 23"/>
          <p:cNvSpPr txBox="1"/>
          <p:nvPr/>
        </p:nvSpPr>
        <p:spPr>
          <a:xfrm>
            <a:off x="502920" y="3767328"/>
            <a:ext cx="1965960" cy="621792"/>
          </a:xfrm>
          <a:prstGeom prst="rect">
            <a:avLst/>
          </a:prstGeom>
          <a:noFill/>
        </p:spPr>
        <p:txBody>
          <a:bodyPr wrap="square" lIns="0" rIns="0" tIns="0" bIns="0" anchor="ctr">
            <a:spAutoFit/>
          </a:bodyPr>
          <a:lstStyle/>
          <a:p>
            <a:pPr algn="l">
              <a:lnSpc>
                <a:spcPct val="120000"/>
              </a:lnSpc>
              <a:spcAft>
                <a:spcPts val="0"/>
              </a:spcAft>
            </a:pPr>
            <a:r>
              <a:rPr sz="1150" b="0">
                <a:solidFill>
                  <a:srgbClr val="171717"/>
                </a:solidFill>
                <a:latin typeface="Montserrat"/>
              </a:rPr>
              <a:t>4 or more lines</a:t>
            </a:r>
          </a:p>
        </p:txBody>
      </p:sp>
      <p:sp>
        <p:nvSpPr>
          <p:cNvPr id="25" name="Rectangle 24"/>
          <p:cNvSpPr/>
          <p:nvPr/>
        </p:nvSpPr>
        <p:spPr>
          <a:xfrm>
            <a:off x="2606039" y="3840480"/>
            <a:ext cx="4400550" cy="219456"/>
          </a:xfrm>
          <a:prstGeom prst="rect">
            <a:avLst/>
          </a:prstGeom>
          <a:solidFill>
            <a:srgbClr val="E201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16317" y="3867912"/>
            <a:ext cx="1005840" cy="237744"/>
          </a:xfrm>
          <a:prstGeom prst="rect">
            <a:avLst/>
          </a:prstGeom>
          <a:noFill/>
        </p:spPr>
        <p:txBody>
          <a:bodyPr wrap="square" lIns="0" rIns="0" tIns="0" bIns="0" anchor="t">
            <a:spAutoFit/>
          </a:bodyPr>
          <a:lstStyle/>
          <a:p>
            <a:pPr algn="l">
              <a:lnSpc>
                <a:spcPct val="120000"/>
              </a:lnSpc>
              <a:spcAft>
                <a:spcPts val="500"/>
              </a:spcAft>
            </a:pPr>
            <a:r>
              <a:rPr sz="1100" b="0">
                <a:solidFill>
                  <a:srgbClr val="171717"/>
                </a:solidFill>
                <a:latin typeface="Montserrat"/>
              </a:rPr>
              <a:t>35.0%</a:t>
            </a:r>
          </a:p>
        </p:txBody>
      </p:sp>
      <p:sp>
        <p:nvSpPr>
          <p:cNvPr id="27" name="Rectangle 26"/>
          <p:cNvSpPr/>
          <p:nvPr/>
        </p:nvSpPr>
        <p:spPr>
          <a:xfrm>
            <a:off x="2606039" y="4096512"/>
            <a:ext cx="2263140" cy="219456"/>
          </a:xfrm>
          <a:prstGeom prst="rect">
            <a:avLst/>
          </a:prstGeom>
          <a:solidFill>
            <a:srgbClr val="1B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78907" y="4123944"/>
            <a:ext cx="1005840" cy="237744"/>
          </a:xfrm>
          <a:prstGeom prst="rect">
            <a:avLst/>
          </a:prstGeom>
          <a:noFill/>
        </p:spPr>
        <p:txBody>
          <a:bodyPr wrap="square" lIns="0" rIns="0" tIns="0" bIns="0" anchor="t">
            <a:spAutoFit/>
          </a:bodyPr>
          <a:lstStyle/>
          <a:p>
            <a:pPr algn="l">
              <a:lnSpc>
                <a:spcPct val="120000"/>
              </a:lnSpc>
              <a:spcAft>
                <a:spcPts val="500"/>
              </a:spcAft>
            </a:pPr>
            <a:r>
              <a:rPr sz="1100" b="0">
                <a:solidFill>
                  <a:srgbClr val="171717"/>
                </a:solidFill>
                <a:latin typeface="Montserrat"/>
              </a:rPr>
              <a:t>18.0%</a:t>
            </a:r>
          </a:p>
        </p:txBody>
      </p:sp>
      <p:sp>
        <p:nvSpPr>
          <p:cNvPr id="29" name="TextBox 28"/>
          <p:cNvSpPr txBox="1"/>
          <p:nvPr/>
        </p:nvSpPr>
        <p:spPr>
          <a:xfrm>
            <a:off x="502920" y="4462272"/>
            <a:ext cx="10607040" cy="274320"/>
          </a:xfrm>
          <a:prstGeom prst="rect">
            <a:avLst/>
          </a:prstGeom>
          <a:noFill/>
        </p:spPr>
        <p:txBody>
          <a:bodyPr wrap="square" lIns="0" rIns="0" tIns="0" bIns="0" anchor="t">
            <a:spAutoFit/>
          </a:bodyPr>
          <a:lstStyle/>
          <a:p>
            <a:pPr algn="l">
              <a:lnSpc>
                <a:spcPct val="120000"/>
              </a:lnSpc>
              <a:spcAft>
                <a:spcPts val="500"/>
              </a:spcAft>
            </a:pPr>
            <a:r>
              <a:rPr sz="1300" b="1">
                <a:solidFill>
                  <a:srgbClr val="171717"/>
                </a:solidFill>
                <a:latin typeface="Montserrat"/>
              </a:rPr>
              <a:t>Twice the rate of heavy switching seen in controls</a:t>
            </a:r>
          </a:p>
        </p:txBody>
      </p:sp>
      <p:sp>
        <p:nvSpPr>
          <p:cNvPr id="30" name="TextBox 29"/>
          <p:cNvSpPr txBox="1"/>
          <p:nvPr/>
        </p:nvSpPr>
        <p:spPr>
          <a:xfrm>
            <a:off x="502920" y="4800600"/>
            <a:ext cx="10607040" cy="822960"/>
          </a:xfrm>
          <a:prstGeom prst="rect">
            <a:avLst/>
          </a:prstGeom>
          <a:noFill/>
        </p:spPr>
        <p:txBody>
          <a:bodyPr wrap="square" lIns="0" rIns="0" tIns="0" bIns="0" anchor="t">
            <a:spAutoFit/>
          </a:bodyPr>
          <a:lstStyle/>
          <a:p>
            <a:pPr algn="l">
              <a:lnSpc>
                <a:spcPct val="130000"/>
              </a:lnSpc>
              <a:spcAft>
                <a:spcPts val="500"/>
              </a:spcAft>
            </a:pPr>
            <a:r>
              <a:rPr sz="1200" b="0">
                <a:solidFill>
                  <a:srgbClr val="595C62"/>
                </a:solidFill>
                <a:latin typeface="Montserrat"/>
              </a:rPr>
              <a:t>35.0% of headache patients went through four or more drugs, against 18.0% of controls. They also had more separate courses of treatment, 3.26 on average against 1.92. Half start on metamizole, 11.7% on sumatriptan and 5.3% on rizatriptan.</a:t>
            </a:r>
          </a:p>
        </p:txBody>
      </p:sp>
      <p:sp>
        <p:nvSpPr>
          <p:cNvPr id="31" name="TextBox 30"/>
          <p:cNvSpPr txBox="1"/>
          <p:nvPr/>
        </p:nvSpPr>
        <p:spPr>
          <a:xfrm>
            <a:off x="502920" y="5623560"/>
            <a:ext cx="10607040" cy="548640"/>
          </a:xfrm>
          <a:prstGeom prst="rect">
            <a:avLst/>
          </a:prstGeom>
          <a:noFill/>
        </p:spPr>
        <p:txBody>
          <a:bodyPr wrap="square" lIns="0" rIns="0" tIns="0" bIns="0" anchor="t">
            <a:spAutoFit/>
          </a:bodyPr>
          <a:lstStyle/>
          <a:p>
            <a:pPr algn="l">
              <a:lnSpc>
                <a:spcPct val="130000"/>
              </a:lnSpc>
              <a:spcAft>
                <a:spcPts val="500"/>
              </a:spcAft>
            </a:pPr>
            <a:r>
              <a:rPr sz="1250" b="0">
                <a:solidFill>
                  <a:srgbClr val="171717"/>
                </a:solidFill>
                <a:latin typeface="Montserrat"/>
              </a:rPr>
              <a:t>Persistence, meaning how long someone stays on treatment before stopping or switching, can now be reported. A first course runs 13 days in both groups, though controls vary far more, and two thirds of first courses are a single prescription.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0607040" cy="566928"/>
          </a:xfrm>
        </p:spPr>
        <p:txBody>
          <a:bodyPr/>
          <a:lstStyle/>
          <a:p>
            <a:pPr>
              <a:defRPr sz="2400" b="1">
                <a:solidFill>
                  <a:srgbClr val="171717"/>
                </a:solidFill>
                <a:latin typeface="Montserrat"/>
              </a:defRPr>
            </a:pPr>
            <a:r>
              <a:t>Most headache prescribing is taken as needed, not daily</a:t>
            </a:r>
          </a:p>
        </p:txBody>
      </p:sp>
      <p:sp>
        <p:nvSpPr>
          <p:cNvPr id="3" name="TextBox 2"/>
          <p:cNvSpPr txBox="1"/>
          <p:nvPr/>
        </p:nvSpPr>
        <p:spPr>
          <a:xfrm>
            <a:off x="502920" y="859536"/>
            <a:ext cx="10881360" cy="310896"/>
          </a:xfrm>
          <a:prstGeom prst="rect">
            <a:avLst/>
          </a:prstGeom>
          <a:noFill/>
        </p:spPr>
        <p:txBody>
          <a:bodyPr wrap="square" lIns="0" rIns="0" tIns="0" bIns="0" anchor="t">
            <a:spAutoFit/>
          </a:bodyPr>
          <a:lstStyle/>
          <a:p>
            <a:pPr algn="l">
              <a:lnSpc>
                <a:spcPct val="120000"/>
              </a:lnSpc>
              <a:spcAft>
                <a:spcPts val="500"/>
              </a:spcAft>
            </a:pPr>
            <a:r>
              <a:rPr sz="1200" b="0">
                <a:solidFill>
                  <a:srgbClr val="595C62"/>
                </a:solidFill>
                <a:latin typeface="Montserrat"/>
              </a:rPr>
              <a:t>How often a painkiller prescription says how long to take it for. Treated patients only.</a:t>
            </a:r>
          </a:p>
        </p:txBody>
      </p:sp>
      <p:sp>
        <p:nvSpPr>
          <p:cNvPr id="4" name="TextBox 3"/>
          <p:cNvSpPr txBox="1"/>
          <p:nvPr/>
        </p:nvSpPr>
        <p:spPr>
          <a:xfrm>
            <a:off x="11292840" y="6355080"/>
            <a:ext cx="457200" cy="274320"/>
          </a:xfrm>
          <a:prstGeom prst="rect">
            <a:avLst/>
          </a:prstGeom>
          <a:noFill/>
        </p:spPr>
        <p:txBody>
          <a:bodyPr wrap="square" lIns="0" rIns="0" tIns="0" bIns="0" anchor="t">
            <a:spAutoFit/>
          </a:bodyPr>
          <a:lstStyle/>
          <a:p>
            <a:pPr algn="r">
              <a:lnSpc>
                <a:spcPct val="120000"/>
              </a:lnSpc>
              <a:spcAft>
                <a:spcPts val="500"/>
              </a:spcAft>
            </a:pPr>
            <a:r>
              <a:rPr sz="900" b="0">
                <a:solidFill>
                  <a:srgbClr val="595C62"/>
                </a:solidFill>
                <a:latin typeface="Montserrat"/>
              </a:rPr>
              <a:t>9</a:t>
            </a:r>
          </a:p>
        </p:txBody>
      </p:sp>
      <p:sp>
        <p:nvSpPr>
          <p:cNvPr id="5" name="Rectangle 4"/>
          <p:cNvSpPr/>
          <p:nvPr/>
        </p:nvSpPr>
        <p:spPr>
          <a:xfrm>
            <a:off x="502920" y="1344168"/>
            <a:ext cx="128016" cy="128016"/>
          </a:xfrm>
          <a:prstGeom prst="rect">
            <a:avLst/>
          </a:prstGeom>
          <a:solidFill>
            <a:srgbClr val="E201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1298448"/>
            <a:ext cx="2194560" cy="237744"/>
          </a:xfrm>
          <a:prstGeom prst="rect">
            <a:avLst/>
          </a:prstGeom>
          <a:noFill/>
        </p:spPr>
        <p:txBody>
          <a:bodyPr wrap="square" lIns="0" rIns="0" tIns="0" bIns="0" anchor="t">
            <a:spAutoFit/>
          </a:bodyPr>
          <a:lstStyle/>
          <a:p>
            <a:pPr algn="l">
              <a:lnSpc>
                <a:spcPct val="120000"/>
              </a:lnSpc>
              <a:spcAft>
                <a:spcPts val="500"/>
              </a:spcAft>
            </a:pPr>
            <a:r>
              <a:rPr sz="1100" b="0">
                <a:solidFill>
                  <a:srgbClr val="595C62"/>
                </a:solidFill>
                <a:latin typeface="Montserrat"/>
              </a:rPr>
              <a:t>Headache patients</a:t>
            </a:r>
          </a:p>
        </p:txBody>
      </p:sp>
      <p:sp>
        <p:nvSpPr>
          <p:cNvPr id="7" name="Rectangle 6"/>
          <p:cNvSpPr/>
          <p:nvPr/>
        </p:nvSpPr>
        <p:spPr>
          <a:xfrm>
            <a:off x="2688336" y="1344168"/>
            <a:ext cx="128016" cy="128016"/>
          </a:xfrm>
          <a:prstGeom prst="rect">
            <a:avLst/>
          </a:prstGeom>
          <a:solidFill>
            <a:srgbClr val="1B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89504" y="1298448"/>
            <a:ext cx="2194560" cy="237744"/>
          </a:xfrm>
          <a:prstGeom prst="rect">
            <a:avLst/>
          </a:prstGeom>
          <a:noFill/>
        </p:spPr>
        <p:txBody>
          <a:bodyPr wrap="square" lIns="0" rIns="0" tIns="0" bIns="0" anchor="t">
            <a:spAutoFit/>
          </a:bodyPr>
          <a:lstStyle/>
          <a:p>
            <a:pPr algn="l">
              <a:lnSpc>
                <a:spcPct val="120000"/>
              </a:lnSpc>
              <a:spcAft>
                <a:spcPts val="500"/>
              </a:spcAft>
            </a:pPr>
            <a:r>
              <a:rPr sz="1100" b="0">
                <a:solidFill>
                  <a:srgbClr val="595C62"/>
                </a:solidFill>
                <a:latin typeface="Montserrat"/>
              </a:rPr>
              <a:t>Matched controls</a:t>
            </a:r>
          </a:p>
        </p:txBody>
      </p:sp>
      <p:sp>
        <p:nvSpPr>
          <p:cNvPr id="9" name="TextBox 8"/>
          <p:cNvSpPr txBox="1"/>
          <p:nvPr/>
        </p:nvSpPr>
        <p:spPr>
          <a:xfrm>
            <a:off x="502920" y="1664207"/>
            <a:ext cx="1965960" cy="740664"/>
          </a:xfrm>
          <a:prstGeom prst="rect">
            <a:avLst/>
          </a:prstGeom>
          <a:noFill/>
        </p:spPr>
        <p:txBody>
          <a:bodyPr wrap="square" lIns="0" rIns="0" tIns="0" bIns="0" anchor="ctr">
            <a:spAutoFit/>
          </a:bodyPr>
          <a:lstStyle/>
          <a:p>
            <a:pPr algn="l">
              <a:lnSpc>
                <a:spcPct val="120000"/>
              </a:lnSpc>
              <a:spcAft>
                <a:spcPts val="0"/>
              </a:spcAft>
            </a:pPr>
            <a:r>
              <a:rPr sz="1150" b="0">
                <a:solidFill>
                  <a:srgbClr val="171717"/>
                </a:solidFill>
                <a:latin typeface="Montserrat"/>
              </a:rPr>
              <a:t>Says how long to take it</a:t>
            </a:r>
          </a:p>
        </p:txBody>
      </p:sp>
      <p:sp>
        <p:nvSpPr>
          <p:cNvPr id="10" name="Rectangle 9"/>
          <p:cNvSpPr/>
          <p:nvPr/>
        </p:nvSpPr>
        <p:spPr>
          <a:xfrm>
            <a:off x="2606039" y="1737360"/>
            <a:ext cx="4675000" cy="274320"/>
          </a:xfrm>
          <a:prstGeom prst="rect">
            <a:avLst/>
          </a:prstGeom>
          <a:solidFill>
            <a:srgbClr val="E201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90767" y="1764792"/>
            <a:ext cx="1005840" cy="237744"/>
          </a:xfrm>
          <a:prstGeom prst="rect">
            <a:avLst/>
          </a:prstGeom>
          <a:noFill/>
        </p:spPr>
        <p:txBody>
          <a:bodyPr wrap="square" lIns="0" rIns="0" tIns="0" bIns="0" anchor="t">
            <a:spAutoFit/>
          </a:bodyPr>
          <a:lstStyle/>
          <a:p>
            <a:pPr algn="l">
              <a:lnSpc>
                <a:spcPct val="120000"/>
              </a:lnSpc>
              <a:spcAft>
                <a:spcPts val="500"/>
              </a:spcAft>
            </a:pPr>
            <a:r>
              <a:rPr sz="1100" b="0">
                <a:solidFill>
                  <a:srgbClr val="171717"/>
                </a:solidFill>
                <a:latin typeface="Montserrat"/>
              </a:rPr>
              <a:t>22%</a:t>
            </a:r>
          </a:p>
        </p:txBody>
      </p:sp>
      <p:sp>
        <p:nvSpPr>
          <p:cNvPr id="12" name="Rectangle 11"/>
          <p:cNvSpPr/>
          <p:nvPr/>
        </p:nvSpPr>
        <p:spPr>
          <a:xfrm>
            <a:off x="2606039" y="2057400"/>
            <a:ext cx="6800000" cy="274320"/>
          </a:xfrm>
          <a:prstGeom prst="rect">
            <a:avLst/>
          </a:prstGeom>
          <a:solidFill>
            <a:srgbClr val="1B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15767" y="2084831"/>
            <a:ext cx="1005840" cy="237744"/>
          </a:xfrm>
          <a:prstGeom prst="rect">
            <a:avLst/>
          </a:prstGeom>
          <a:noFill/>
        </p:spPr>
        <p:txBody>
          <a:bodyPr wrap="square" lIns="0" rIns="0" tIns="0" bIns="0" anchor="t">
            <a:spAutoFit/>
          </a:bodyPr>
          <a:lstStyle/>
          <a:p>
            <a:pPr algn="l">
              <a:lnSpc>
                <a:spcPct val="120000"/>
              </a:lnSpc>
              <a:spcAft>
                <a:spcPts val="500"/>
              </a:spcAft>
            </a:pPr>
            <a:r>
              <a:rPr sz="1100" b="0">
                <a:solidFill>
                  <a:srgbClr val="171717"/>
                </a:solidFill>
                <a:latin typeface="Montserrat"/>
              </a:rPr>
              <a:t>32%</a:t>
            </a:r>
          </a:p>
        </p:txBody>
      </p:sp>
      <p:sp>
        <p:nvSpPr>
          <p:cNvPr id="19" name="TextBox 18"/>
          <p:cNvSpPr txBox="1"/>
          <p:nvPr/>
        </p:nvSpPr>
        <p:spPr>
          <a:xfrm>
            <a:off x="502920" y="2791840"/>
            <a:ext cx="10607040" cy="274320"/>
          </a:xfrm>
          <a:prstGeom prst="rect">
            <a:avLst/>
          </a:prstGeom>
          <a:noFill/>
        </p:spPr>
        <p:txBody>
          <a:bodyPr wrap="square" lIns="0" rIns="0" tIns="0" bIns="0" anchor="t">
            <a:spAutoFit/>
          </a:bodyPr>
          <a:lstStyle/>
          <a:p>
            <a:pPr algn="l">
              <a:lnSpc>
                <a:spcPct val="120000"/>
              </a:lnSpc>
              <a:spcAft>
                <a:spcPts val="500"/>
              </a:spcAft>
            </a:pPr>
            <a:r>
              <a:rPr sz="1300" b="1">
                <a:solidFill>
                  <a:srgbClr val="171717"/>
                </a:solidFill>
                <a:latin typeface="Montserrat"/>
              </a:rPr>
              <a:t>The difference is about which drugs, not about the patients</a:t>
            </a:r>
          </a:p>
        </p:txBody>
      </p:sp>
      <p:sp>
        <p:nvSpPr>
          <p:cNvPr id="20" name="TextBox 19"/>
          <p:cNvSpPr txBox="1"/>
          <p:nvPr/>
        </p:nvSpPr>
        <p:spPr>
          <a:xfrm>
            <a:off x="502920" y="3130168"/>
            <a:ext cx="10607040" cy="914400"/>
          </a:xfrm>
          <a:prstGeom prst="rect">
            <a:avLst/>
          </a:prstGeom>
          <a:noFill/>
        </p:spPr>
        <p:txBody>
          <a:bodyPr wrap="square" lIns="0" rIns="0" tIns="0" bIns="0" anchor="t">
            <a:spAutoFit/>
          </a:bodyPr>
          <a:lstStyle/>
          <a:p>
            <a:pPr algn="l">
              <a:lnSpc>
                <a:spcPct val="130000"/>
              </a:lnSpc>
              <a:spcAft>
                <a:spcPts val="500"/>
              </a:spcAft>
            </a:pPr>
            <a:r>
              <a:rPr sz="1200" b="0">
                <a:solidFill>
                  <a:srgbClr val="595C62"/>
                </a:solidFill>
                <a:latin typeface="Montserrat"/>
              </a:rPr>
              <a:t>Migraine-specific drugs almost never come with a duration: 3% of the time, against 28% for everyday painkillers and 35% for opioids. For the same drug, both groups record it equally often. Headache patients differ only because more of what they get is migraine-specific, and those drugs are taken when an attack starts.</a:t>
            </a:r>
          </a:p>
        </p:txBody>
      </p:sp>
      <p:sp>
        <p:nvSpPr>
          <p:cNvPr id="21" name="TextBox 20"/>
          <p:cNvSpPr txBox="1"/>
          <p:nvPr/>
        </p:nvSpPr>
        <p:spPr>
          <a:xfrm>
            <a:off x="502920" y="4209160"/>
            <a:ext cx="10607040" cy="274320"/>
          </a:xfrm>
          <a:prstGeom prst="rect">
            <a:avLst/>
          </a:prstGeom>
          <a:noFill/>
        </p:spPr>
        <p:txBody>
          <a:bodyPr wrap="square" lIns="0" rIns="0" tIns="0" bIns="0" anchor="t">
            <a:spAutoFit/>
          </a:bodyPr>
          <a:lstStyle/>
          <a:p>
            <a:pPr algn="l">
              <a:lnSpc>
                <a:spcPct val="120000"/>
              </a:lnSpc>
              <a:spcAft>
                <a:spcPts val="500"/>
              </a:spcAft>
            </a:pPr>
            <a:r>
              <a:rPr sz="1300" b="1">
                <a:solidFill>
                  <a:srgbClr val="171717"/>
                </a:solidFill>
                <a:latin typeface="Montserrat"/>
              </a:rPr>
              <a:t>Adherence, meaning whether patients keep taking a drug, is the wrong measure here</a:t>
            </a:r>
          </a:p>
        </p:txBody>
      </p:sp>
      <p:sp>
        <p:nvSpPr>
          <p:cNvPr id="22" name="TextBox 21"/>
          <p:cNvSpPr txBox="1"/>
          <p:nvPr/>
        </p:nvSpPr>
        <p:spPr>
          <a:xfrm>
            <a:off x="502920" y="4547488"/>
            <a:ext cx="10607040" cy="822960"/>
          </a:xfrm>
          <a:prstGeom prst="rect">
            <a:avLst/>
          </a:prstGeom>
          <a:noFill/>
        </p:spPr>
        <p:txBody>
          <a:bodyPr wrap="square" lIns="0" rIns="0" tIns="0" bIns="0" anchor="t">
            <a:spAutoFit/>
          </a:bodyPr>
          <a:lstStyle/>
          <a:p>
            <a:pPr algn="l">
              <a:lnSpc>
                <a:spcPct val="130000"/>
              </a:lnSpc>
              <a:spcAft>
                <a:spcPts val="500"/>
              </a:spcAft>
            </a:pPr>
            <a:r>
              <a:rPr sz="1200" b="0">
                <a:solidFill>
                  <a:srgbClr val="595C62"/>
                </a:solidFill>
                <a:latin typeface="Montserrat"/>
              </a:rPr>
              <a:t>Adherence is measured as the share of days a patient has medication in hand. Over the same year, 1.6% of headache patients and 1.9% of controls reach the usual 80% mark. That is not evidence of poor adherence. It is a measure built for drugs taken every day, applied to drugs taken only when an attack starts.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0607040" cy="566928"/>
          </a:xfrm>
        </p:spPr>
        <p:txBody>
          <a:bodyPr/>
          <a:lstStyle/>
          <a:p>
            <a:pPr>
              <a:defRPr sz="2400" b="1">
                <a:solidFill>
                  <a:srgbClr val="171717"/>
                </a:solidFill>
                <a:latin typeface="Montserrat"/>
              </a:defRPr>
            </a:pPr>
            <a:r>
              <a:t>How to read this, and what it cannot tell us</a:t>
            </a:r>
          </a:p>
        </p:txBody>
      </p:sp>
      <p:sp>
        <p:nvSpPr>
          <p:cNvPr id="3" name="TextBox 2"/>
          <p:cNvSpPr txBox="1"/>
          <p:nvPr/>
        </p:nvSpPr>
        <p:spPr>
          <a:xfrm>
            <a:off x="502920" y="859536"/>
            <a:ext cx="10881360" cy="310896"/>
          </a:xfrm>
          <a:prstGeom prst="rect">
            <a:avLst/>
          </a:prstGeom>
          <a:noFill/>
        </p:spPr>
        <p:txBody>
          <a:bodyPr wrap="square" lIns="0" rIns="0" tIns="0" bIns="0" anchor="t">
            <a:spAutoFit/>
          </a:bodyPr>
          <a:lstStyle/>
          <a:p>
            <a:pPr algn="l">
              <a:lnSpc>
                <a:spcPct val="120000"/>
              </a:lnSpc>
              <a:spcAft>
                <a:spcPts val="500"/>
              </a:spcAft>
            </a:pPr>
            <a:r>
              <a:rPr sz="1200" b="0">
                <a:solidFill>
                  <a:srgbClr val="595C62"/>
                </a:solidFill>
                <a:latin typeface="Montserrat"/>
              </a:rPr>
              <a:t>Five limits that matter for interpreting the numbers in this deck.</a:t>
            </a:r>
          </a:p>
        </p:txBody>
      </p:sp>
      <p:sp>
        <p:nvSpPr>
          <p:cNvPr id="4" name="TextBox 3"/>
          <p:cNvSpPr txBox="1"/>
          <p:nvPr/>
        </p:nvSpPr>
        <p:spPr>
          <a:xfrm>
            <a:off x="11292840" y="6355080"/>
            <a:ext cx="457200" cy="274320"/>
          </a:xfrm>
          <a:prstGeom prst="rect">
            <a:avLst/>
          </a:prstGeom>
          <a:noFill/>
        </p:spPr>
        <p:txBody>
          <a:bodyPr wrap="square" lIns="0" rIns="0" tIns="0" bIns="0" anchor="t">
            <a:spAutoFit/>
          </a:bodyPr>
          <a:lstStyle/>
          <a:p>
            <a:pPr algn="r">
              <a:lnSpc>
                <a:spcPct val="120000"/>
              </a:lnSpc>
              <a:spcAft>
                <a:spcPts val="500"/>
              </a:spcAft>
            </a:pPr>
            <a:r>
              <a:rPr sz="900" b="0">
                <a:solidFill>
                  <a:srgbClr val="595C62"/>
                </a:solidFill>
                <a:latin typeface="Montserrat"/>
              </a:rPr>
              <a:t>10</a:t>
            </a:r>
          </a:p>
        </p:txBody>
      </p:sp>
      <p:sp>
        <p:nvSpPr>
          <p:cNvPr id="5" name="TextBox 4"/>
          <p:cNvSpPr txBox="1"/>
          <p:nvPr/>
        </p:nvSpPr>
        <p:spPr>
          <a:xfrm>
            <a:off x="502920" y="1298448"/>
            <a:ext cx="182880" cy="274320"/>
          </a:xfrm>
          <a:prstGeom prst="rect">
            <a:avLst/>
          </a:prstGeom>
          <a:noFill/>
        </p:spPr>
        <p:txBody>
          <a:bodyPr wrap="square" lIns="0" rIns="0" tIns="0" bIns="0" anchor="t">
            <a:spAutoFit/>
          </a:bodyPr>
          <a:lstStyle/>
          <a:p>
            <a:pPr algn="l">
              <a:lnSpc>
                <a:spcPct val="120000"/>
              </a:lnSpc>
              <a:spcAft>
                <a:spcPts val="500"/>
              </a:spcAft>
            </a:pPr>
            <a:r>
              <a:rPr sz="1200" b="0">
                <a:solidFill>
                  <a:srgbClr val="171717"/>
                </a:solidFill>
                <a:latin typeface="Montserrat"/>
              </a:rPr>
              <a:t>•</a:t>
            </a:r>
          </a:p>
        </p:txBody>
      </p:sp>
      <p:sp>
        <p:nvSpPr>
          <p:cNvPr id="6" name="TextBox 5"/>
          <p:cNvSpPr txBox="1"/>
          <p:nvPr/>
        </p:nvSpPr>
        <p:spPr>
          <a:xfrm>
            <a:off x="731520" y="1298448"/>
            <a:ext cx="10378440" cy="256032"/>
          </a:xfrm>
          <a:prstGeom prst="rect">
            <a:avLst/>
          </a:prstGeom>
          <a:noFill/>
        </p:spPr>
        <p:txBody>
          <a:bodyPr wrap="square" lIns="0" rIns="0" tIns="0" bIns="0" anchor="t">
            <a:spAutoFit/>
          </a:bodyPr>
          <a:lstStyle/>
          <a:p>
            <a:pPr algn="l">
              <a:lnSpc>
                <a:spcPct val="120000"/>
              </a:lnSpc>
              <a:spcAft>
                <a:spcPts val="500"/>
              </a:spcAft>
            </a:pPr>
            <a:r>
              <a:rPr sz="1200" b="1">
                <a:solidFill>
                  <a:srgbClr val="171717"/>
                </a:solidFill>
                <a:latin typeface="Montserrat"/>
              </a:rPr>
              <a:t>Over-the-counter use is invisible</a:t>
            </a:r>
          </a:p>
        </p:txBody>
      </p:sp>
      <p:sp>
        <p:nvSpPr>
          <p:cNvPr id="7" name="TextBox 6"/>
          <p:cNvSpPr txBox="1"/>
          <p:nvPr/>
        </p:nvSpPr>
        <p:spPr>
          <a:xfrm>
            <a:off x="731520" y="1554480"/>
            <a:ext cx="10378440" cy="548640"/>
          </a:xfrm>
          <a:prstGeom prst="rect">
            <a:avLst/>
          </a:prstGeom>
          <a:noFill/>
        </p:spPr>
        <p:txBody>
          <a:bodyPr wrap="square" lIns="0" rIns="0" tIns="0" bIns="0" anchor="t">
            <a:spAutoFit/>
          </a:bodyPr>
          <a:lstStyle/>
          <a:p>
            <a:pPr algn="l">
              <a:lnSpc>
                <a:spcPct val="120000"/>
              </a:lnSpc>
              <a:spcAft>
                <a:spcPts val="500"/>
              </a:spcAft>
            </a:pPr>
            <a:r>
              <a:rPr sz="1200" b="0">
                <a:solidFill>
                  <a:srgbClr val="595C62"/>
                </a:solidFill>
                <a:latin typeface="Montserrat"/>
              </a:rPr>
              <a:t>In Germany most everyday painkillers are bought without a prescription. None of that appears here, so real painkiller use is higher than shown. The 1.96% overuse figure is an undercount.</a:t>
            </a:r>
          </a:p>
        </p:txBody>
      </p:sp>
      <p:sp>
        <p:nvSpPr>
          <p:cNvPr id="8" name="TextBox 7"/>
          <p:cNvSpPr txBox="1"/>
          <p:nvPr/>
        </p:nvSpPr>
        <p:spPr>
          <a:xfrm>
            <a:off x="502920" y="2084831"/>
            <a:ext cx="182880" cy="274320"/>
          </a:xfrm>
          <a:prstGeom prst="rect">
            <a:avLst/>
          </a:prstGeom>
          <a:noFill/>
        </p:spPr>
        <p:txBody>
          <a:bodyPr wrap="square" lIns="0" rIns="0" tIns="0" bIns="0" anchor="t">
            <a:spAutoFit/>
          </a:bodyPr>
          <a:lstStyle/>
          <a:p>
            <a:pPr algn="l">
              <a:lnSpc>
                <a:spcPct val="120000"/>
              </a:lnSpc>
              <a:spcAft>
                <a:spcPts val="500"/>
              </a:spcAft>
            </a:pPr>
            <a:r>
              <a:rPr sz="1200" b="0">
                <a:solidFill>
                  <a:srgbClr val="171717"/>
                </a:solidFill>
                <a:latin typeface="Montserrat"/>
              </a:rPr>
              <a:t>•</a:t>
            </a:r>
          </a:p>
        </p:txBody>
      </p:sp>
      <p:sp>
        <p:nvSpPr>
          <p:cNvPr id="9" name="TextBox 8"/>
          <p:cNvSpPr txBox="1"/>
          <p:nvPr/>
        </p:nvSpPr>
        <p:spPr>
          <a:xfrm>
            <a:off x="731520" y="2084831"/>
            <a:ext cx="10378440" cy="256032"/>
          </a:xfrm>
          <a:prstGeom prst="rect">
            <a:avLst/>
          </a:prstGeom>
          <a:noFill/>
        </p:spPr>
        <p:txBody>
          <a:bodyPr wrap="square" lIns="0" rIns="0" tIns="0" bIns="0" anchor="t">
            <a:spAutoFit/>
          </a:bodyPr>
          <a:lstStyle/>
          <a:p>
            <a:pPr algn="l">
              <a:lnSpc>
                <a:spcPct val="120000"/>
              </a:lnSpc>
              <a:spcAft>
                <a:spcPts val="500"/>
              </a:spcAft>
            </a:pPr>
            <a:r>
              <a:rPr sz="1200" b="1">
                <a:solidFill>
                  <a:srgbClr val="171717"/>
                </a:solidFill>
                <a:latin typeface="Montserrat"/>
              </a:rPr>
              <a:t>Prescriptions written, not pills taken</a:t>
            </a:r>
          </a:p>
        </p:txBody>
      </p:sp>
      <p:sp>
        <p:nvSpPr>
          <p:cNvPr id="10" name="TextBox 9"/>
          <p:cNvSpPr txBox="1"/>
          <p:nvPr/>
        </p:nvSpPr>
        <p:spPr>
          <a:xfrm>
            <a:off x="731520" y="2340863"/>
            <a:ext cx="10378440" cy="548640"/>
          </a:xfrm>
          <a:prstGeom prst="rect">
            <a:avLst/>
          </a:prstGeom>
          <a:noFill/>
        </p:spPr>
        <p:txBody>
          <a:bodyPr wrap="square" lIns="0" rIns="0" tIns="0" bIns="0" anchor="t">
            <a:spAutoFit/>
          </a:bodyPr>
          <a:lstStyle/>
          <a:p>
            <a:pPr algn="l">
              <a:lnSpc>
                <a:spcPct val="120000"/>
              </a:lnSpc>
              <a:spcAft>
                <a:spcPts val="500"/>
              </a:spcAft>
            </a:pPr>
            <a:r>
              <a:rPr sz="1200" b="0">
                <a:solidFill>
                  <a:srgbClr val="595C62"/>
                </a:solidFill>
                <a:latin typeface="Montserrat"/>
              </a:rPr>
              <a:t>The data records what a doctor prescribed. Adherence tracks whether patients kept collecting medication, which is a stand-in for taking it, not a measure of it.</a:t>
            </a:r>
          </a:p>
        </p:txBody>
      </p:sp>
      <p:sp>
        <p:nvSpPr>
          <p:cNvPr id="11" name="TextBox 10"/>
          <p:cNvSpPr txBox="1"/>
          <p:nvPr/>
        </p:nvSpPr>
        <p:spPr>
          <a:xfrm>
            <a:off x="502920" y="2871215"/>
            <a:ext cx="182880" cy="274320"/>
          </a:xfrm>
          <a:prstGeom prst="rect">
            <a:avLst/>
          </a:prstGeom>
          <a:noFill/>
        </p:spPr>
        <p:txBody>
          <a:bodyPr wrap="square" lIns="0" rIns="0" tIns="0" bIns="0" anchor="t">
            <a:spAutoFit/>
          </a:bodyPr>
          <a:lstStyle/>
          <a:p>
            <a:pPr algn="l">
              <a:lnSpc>
                <a:spcPct val="120000"/>
              </a:lnSpc>
              <a:spcAft>
                <a:spcPts val="500"/>
              </a:spcAft>
            </a:pPr>
            <a:r>
              <a:rPr sz="1200" b="0">
                <a:solidFill>
                  <a:srgbClr val="171717"/>
                </a:solidFill>
                <a:latin typeface="Montserrat"/>
              </a:rPr>
              <a:t>•</a:t>
            </a:r>
          </a:p>
        </p:txBody>
      </p:sp>
      <p:sp>
        <p:nvSpPr>
          <p:cNvPr id="12" name="TextBox 11"/>
          <p:cNvSpPr txBox="1"/>
          <p:nvPr/>
        </p:nvSpPr>
        <p:spPr>
          <a:xfrm>
            <a:off x="731520" y="2871215"/>
            <a:ext cx="10378440" cy="256032"/>
          </a:xfrm>
          <a:prstGeom prst="rect">
            <a:avLst/>
          </a:prstGeom>
          <a:noFill/>
        </p:spPr>
        <p:txBody>
          <a:bodyPr wrap="square" lIns="0" rIns="0" tIns="0" bIns="0" anchor="t">
            <a:spAutoFit/>
          </a:bodyPr>
          <a:lstStyle/>
          <a:p>
            <a:pPr algn="l">
              <a:lnSpc>
                <a:spcPct val="120000"/>
              </a:lnSpc>
              <a:spcAft>
                <a:spcPts val="500"/>
              </a:spcAft>
            </a:pPr>
            <a:r>
              <a:rPr sz="1200" b="1">
                <a:solidFill>
                  <a:srgbClr val="171717"/>
                </a:solidFill>
                <a:latin typeface="Montserrat"/>
              </a:rPr>
              <a:t>Days supply, how long a prescription is meant to last, is often not recorded</a:t>
            </a:r>
          </a:p>
        </p:txBody>
      </p:sp>
      <p:sp>
        <p:nvSpPr>
          <p:cNvPr id="13" name="TextBox 12"/>
          <p:cNvSpPr txBox="1"/>
          <p:nvPr/>
        </p:nvSpPr>
        <p:spPr>
          <a:xfrm>
            <a:off x="731520" y="3127248"/>
            <a:ext cx="10378440" cy="548640"/>
          </a:xfrm>
          <a:prstGeom prst="rect">
            <a:avLst/>
          </a:prstGeom>
          <a:noFill/>
        </p:spPr>
        <p:txBody>
          <a:bodyPr wrap="square" lIns="0" rIns="0" tIns="0" bIns="0" anchor="t">
            <a:spAutoFit/>
          </a:bodyPr>
          <a:lstStyle/>
          <a:p>
            <a:pPr algn="l">
              <a:lnSpc>
                <a:spcPct val="120000"/>
              </a:lnSpc>
              <a:spcAft>
                <a:spcPts val="500"/>
              </a:spcAft>
            </a:pPr>
            <a:r>
              <a:rPr sz="1200" b="0">
                <a:solidFill>
                  <a:srgbClr val="595C62"/>
                </a:solidFill>
                <a:latin typeface="Montserrat"/>
              </a:rPr>
              <a:t>Three quarters of prescriptions do not say how long to take the medication. Those are filled in using the typical length recorded for that same drug. Course length, switching and coverage all depend on it.</a:t>
            </a:r>
          </a:p>
        </p:txBody>
      </p:sp>
      <p:sp>
        <p:nvSpPr>
          <p:cNvPr id="14" name="TextBox 13"/>
          <p:cNvSpPr txBox="1"/>
          <p:nvPr/>
        </p:nvSpPr>
        <p:spPr>
          <a:xfrm>
            <a:off x="502920" y="3657599"/>
            <a:ext cx="182880" cy="274320"/>
          </a:xfrm>
          <a:prstGeom prst="rect">
            <a:avLst/>
          </a:prstGeom>
          <a:noFill/>
        </p:spPr>
        <p:txBody>
          <a:bodyPr wrap="square" lIns="0" rIns="0" tIns="0" bIns="0" anchor="t">
            <a:spAutoFit/>
          </a:bodyPr>
          <a:lstStyle/>
          <a:p>
            <a:pPr algn="l">
              <a:lnSpc>
                <a:spcPct val="120000"/>
              </a:lnSpc>
              <a:spcAft>
                <a:spcPts val="500"/>
              </a:spcAft>
            </a:pPr>
            <a:r>
              <a:rPr sz="1200" b="0">
                <a:solidFill>
                  <a:srgbClr val="171717"/>
                </a:solidFill>
                <a:latin typeface="Montserrat"/>
              </a:rPr>
              <a:t>•</a:t>
            </a:r>
          </a:p>
        </p:txBody>
      </p:sp>
      <p:sp>
        <p:nvSpPr>
          <p:cNvPr id="15" name="TextBox 14"/>
          <p:cNvSpPr txBox="1"/>
          <p:nvPr/>
        </p:nvSpPr>
        <p:spPr>
          <a:xfrm>
            <a:off x="731520" y="3657599"/>
            <a:ext cx="10378440" cy="256032"/>
          </a:xfrm>
          <a:prstGeom prst="rect">
            <a:avLst/>
          </a:prstGeom>
          <a:noFill/>
        </p:spPr>
        <p:txBody>
          <a:bodyPr wrap="square" lIns="0" rIns="0" tIns="0" bIns="0" anchor="t">
            <a:spAutoFit/>
          </a:bodyPr>
          <a:lstStyle/>
          <a:p>
            <a:pPr algn="l">
              <a:lnSpc>
                <a:spcPct val="120000"/>
              </a:lnSpc>
              <a:spcAft>
                <a:spcPts val="500"/>
              </a:spcAft>
            </a:pPr>
            <a:r>
              <a:rPr sz="1200" b="1">
                <a:solidFill>
                  <a:srgbClr val="171717"/>
                </a:solidFill>
                <a:latin typeface="Montserrat"/>
              </a:rPr>
              <a:t>The adherence window starts at diagnosis</a:t>
            </a:r>
          </a:p>
        </p:txBody>
      </p:sp>
      <p:sp>
        <p:nvSpPr>
          <p:cNvPr id="16" name="TextBox 15"/>
          <p:cNvSpPr txBox="1"/>
          <p:nvPr/>
        </p:nvSpPr>
        <p:spPr>
          <a:xfrm>
            <a:off x="731520" y="3913631"/>
            <a:ext cx="10378440" cy="548640"/>
          </a:xfrm>
          <a:prstGeom prst="rect">
            <a:avLst/>
          </a:prstGeom>
          <a:noFill/>
        </p:spPr>
        <p:txBody>
          <a:bodyPr wrap="square" lIns="0" rIns="0" tIns="0" bIns="0" anchor="t">
            <a:spAutoFit/>
          </a:bodyPr>
          <a:lstStyle/>
          <a:p>
            <a:pPr algn="l">
              <a:lnSpc>
                <a:spcPct val="120000"/>
              </a:lnSpc>
              <a:spcAft>
                <a:spcPts val="500"/>
              </a:spcAft>
            </a:pPr>
            <a:r>
              <a:rPr sz="1200" b="0">
                <a:solidFill>
                  <a:srgbClr val="595C62"/>
                </a:solidFill>
                <a:latin typeface="Montserrat"/>
              </a:rPr>
              <a:t>We look at the year following diagnosis, so someone who starts treatment late in that year scores close to zero. It describes the first year only, not treatment over a lifetime.</a:t>
            </a:r>
          </a:p>
        </p:txBody>
      </p:sp>
      <p:sp>
        <p:nvSpPr>
          <p:cNvPr id="17" name="TextBox 16"/>
          <p:cNvSpPr txBox="1"/>
          <p:nvPr/>
        </p:nvSpPr>
        <p:spPr>
          <a:xfrm>
            <a:off x="502920" y="4443983"/>
            <a:ext cx="182880" cy="274320"/>
          </a:xfrm>
          <a:prstGeom prst="rect">
            <a:avLst/>
          </a:prstGeom>
          <a:noFill/>
        </p:spPr>
        <p:txBody>
          <a:bodyPr wrap="square" lIns="0" rIns="0" tIns="0" bIns="0" anchor="t">
            <a:spAutoFit/>
          </a:bodyPr>
          <a:lstStyle/>
          <a:p>
            <a:pPr algn="l">
              <a:lnSpc>
                <a:spcPct val="120000"/>
              </a:lnSpc>
              <a:spcAft>
                <a:spcPts val="500"/>
              </a:spcAft>
            </a:pPr>
            <a:r>
              <a:rPr sz="1200" b="0">
                <a:solidFill>
                  <a:srgbClr val="171717"/>
                </a:solidFill>
                <a:latin typeface="Montserrat"/>
              </a:rPr>
              <a:t>•</a:t>
            </a:r>
          </a:p>
        </p:txBody>
      </p:sp>
      <p:sp>
        <p:nvSpPr>
          <p:cNvPr id="18" name="TextBox 17"/>
          <p:cNvSpPr txBox="1"/>
          <p:nvPr/>
        </p:nvSpPr>
        <p:spPr>
          <a:xfrm>
            <a:off x="731520" y="4443983"/>
            <a:ext cx="10378440" cy="256032"/>
          </a:xfrm>
          <a:prstGeom prst="rect">
            <a:avLst/>
          </a:prstGeom>
          <a:noFill/>
        </p:spPr>
        <p:txBody>
          <a:bodyPr wrap="square" lIns="0" rIns="0" tIns="0" bIns="0" anchor="t">
            <a:spAutoFit/>
          </a:bodyPr>
          <a:lstStyle/>
          <a:p>
            <a:pPr algn="l">
              <a:lnSpc>
                <a:spcPct val="120000"/>
              </a:lnSpc>
              <a:spcAft>
                <a:spcPts val="500"/>
              </a:spcAft>
            </a:pPr>
            <a:r>
              <a:rPr sz="1200" b="1">
                <a:solidFill>
                  <a:srgbClr val="171717"/>
                </a:solidFill>
                <a:latin typeface="Montserrat"/>
              </a:rPr>
              <a:t>The quantity field is unusable</a:t>
            </a:r>
          </a:p>
        </p:txBody>
      </p:sp>
      <p:sp>
        <p:nvSpPr>
          <p:cNvPr id="19" name="TextBox 18"/>
          <p:cNvSpPr txBox="1"/>
          <p:nvPr/>
        </p:nvSpPr>
        <p:spPr>
          <a:xfrm>
            <a:off x="731520" y="4700016"/>
            <a:ext cx="10378440" cy="548640"/>
          </a:xfrm>
          <a:prstGeom prst="rect">
            <a:avLst/>
          </a:prstGeom>
          <a:noFill/>
        </p:spPr>
        <p:txBody>
          <a:bodyPr wrap="square" lIns="0" rIns="0" tIns="0" bIns="0" anchor="t">
            <a:spAutoFit/>
          </a:bodyPr>
          <a:lstStyle/>
          <a:p>
            <a:pPr algn="l">
              <a:lnSpc>
                <a:spcPct val="120000"/>
              </a:lnSpc>
              <a:spcAft>
                <a:spcPts val="500"/>
              </a:spcAft>
            </a:pPr>
            <a:r>
              <a:rPr sz="1200" b="0">
                <a:solidFill>
                  <a:srgbClr val="595C62"/>
                </a:solidFill>
                <a:latin typeface="Montserrat"/>
              </a:rPr>
              <a:t>The quantity field is blank on almost every prescription that also lacks a length, and where filled in the values run from 1 to 9.4 million. Total volume dispensed is not reported here.</a:t>
            </a:r>
          </a:p>
        </p:txBody>
      </p:sp>
      <p:sp>
        <p:nvSpPr>
          <p:cNvPr id="20" name="Rectangle 19"/>
          <p:cNvSpPr/>
          <p:nvPr/>
        </p:nvSpPr>
        <p:spPr>
          <a:xfrm>
            <a:off x="502920" y="5303520"/>
            <a:ext cx="10652760" cy="10058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458968"/>
            <a:ext cx="4572000" cy="274320"/>
          </a:xfrm>
          <a:prstGeom prst="rect">
            <a:avLst/>
          </a:prstGeom>
          <a:noFill/>
        </p:spPr>
        <p:txBody>
          <a:bodyPr wrap="square" lIns="0" rIns="0" tIns="0" bIns="0" anchor="t">
            <a:spAutoFit/>
          </a:bodyPr>
          <a:lstStyle/>
          <a:p>
            <a:pPr algn="l">
              <a:lnSpc>
                <a:spcPct val="120000"/>
              </a:lnSpc>
              <a:spcAft>
                <a:spcPts val="500"/>
              </a:spcAft>
            </a:pPr>
            <a:r>
              <a:rPr sz="1250" b="1">
                <a:solidFill>
                  <a:srgbClr val="171717"/>
                </a:solidFill>
                <a:latin typeface="Montserrat"/>
              </a:rPr>
              <a:t>Bottom line</a:t>
            </a:r>
          </a:p>
        </p:txBody>
      </p:sp>
      <p:sp>
        <p:nvSpPr>
          <p:cNvPr id="22" name="TextBox 21"/>
          <p:cNvSpPr txBox="1"/>
          <p:nvPr/>
        </p:nvSpPr>
        <p:spPr>
          <a:xfrm>
            <a:off x="777240" y="5742432"/>
            <a:ext cx="10149840" cy="457200"/>
          </a:xfrm>
          <a:prstGeom prst="rect">
            <a:avLst/>
          </a:prstGeom>
          <a:noFill/>
        </p:spPr>
        <p:txBody>
          <a:bodyPr wrap="square" lIns="0" rIns="0" tIns="0" bIns="0" anchor="t">
            <a:spAutoFit/>
          </a:bodyPr>
          <a:lstStyle/>
          <a:p>
            <a:pPr algn="l">
              <a:lnSpc>
                <a:spcPct val="130000"/>
              </a:lnSpc>
              <a:spcAft>
                <a:spcPts val="500"/>
              </a:spcAft>
            </a:pPr>
            <a:r>
              <a:rPr sz="1200" b="0">
                <a:solidFill>
                  <a:srgbClr val="171717"/>
                </a:solidFill>
                <a:latin typeface="Montserrat"/>
              </a:rPr>
              <a:t>Half of diagnosed headache patients are treated, most with drugs that are not migraine-specific, and a third work through four or more. Most treatment is short and taken as needed.</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951yqr7qwVb3VIzjAzzifQ"/>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6H5jjHBMqWkq0r61dXObr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xml><?xml version="1.0" encoding="utf-8"?>
<p:tagLst xmlns:a="http://schemas.openxmlformats.org/drawingml/2006/main" xmlns:r="http://schemas.openxmlformats.org/officeDocument/2006/relationships" xmlns:p="http://schemas.openxmlformats.org/presentationml/2006/main">
  <p:tag name="SHAPENAME" val="5. Sourc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Au5mlI_5SaCdkR487yXZg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5_Office Theme">
  <a:themeElements>
    <a:clrScheme name="Custom 3">
      <a:dk1>
        <a:srgbClr val="171717"/>
      </a:dk1>
      <a:lt1>
        <a:srgbClr val="FFFFFF"/>
      </a:lt1>
      <a:dk2>
        <a:srgbClr val="171717"/>
      </a:dk2>
      <a:lt2>
        <a:srgbClr val="E7E6E6"/>
      </a:lt2>
      <a:accent1>
        <a:srgbClr val="E20177"/>
      </a:accent1>
      <a:accent2>
        <a:srgbClr val="1B4198"/>
      </a:accent2>
      <a:accent3>
        <a:srgbClr val="54B948"/>
      </a:accent3>
      <a:accent4>
        <a:srgbClr val="009DDC"/>
      </a:accent4>
      <a:accent5>
        <a:srgbClr val="FEDB00"/>
      </a:accent5>
      <a:accent6>
        <a:srgbClr val="3CDBC0"/>
      </a:accent6>
      <a:hlink>
        <a:srgbClr val="1B4198"/>
      </a:hlink>
      <a:folHlink>
        <a:srgbClr val="1B4198"/>
      </a:folHlink>
    </a:clrScheme>
    <a:fontScheme name="Montserrat">
      <a:majorFont>
        <a:latin typeface="Montserrat ExtraBold"/>
        <a:ea typeface=""/>
        <a:cs typeface=""/>
      </a:majorFont>
      <a:minorFont>
        <a:latin typeface="Montserra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5_Office Theme">
  <a:themeElements>
    <a:clrScheme name="Organon 2">
      <a:dk1>
        <a:srgbClr val="171717"/>
      </a:dk1>
      <a:lt1>
        <a:srgbClr val="FFFFFF"/>
      </a:lt1>
      <a:dk2>
        <a:srgbClr val="171717"/>
      </a:dk2>
      <a:lt2>
        <a:srgbClr val="E7E6E6"/>
      </a:lt2>
      <a:accent1>
        <a:srgbClr val="E20177"/>
      </a:accent1>
      <a:accent2>
        <a:srgbClr val="1B4198"/>
      </a:accent2>
      <a:accent3>
        <a:srgbClr val="54B948"/>
      </a:accent3>
      <a:accent4>
        <a:srgbClr val="009DDC"/>
      </a:accent4>
      <a:accent5>
        <a:srgbClr val="FEDB00"/>
      </a:accent5>
      <a:accent6>
        <a:srgbClr val="3CDBC0"/>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CK2033_Organon_PPT_Template_White_Footer_M08" id="{A5362B16-C1EC-F74D-A8D4-526F5DA28960}" vid="{E78CD43D-1F56-874D-923A-71873AAF58A4}"/>
    </a:ext>
  </a:extLst>
</a:theme>
</file>

<file path=ppt/theme/theme3.xml><?xml version="1.0" encoding="utf-8"?>
<a:theme xmlns:a="http://schemas.openxmlformats.org/drawingml/2006/main" name="7_Office Theme">
  <a:themeElements>
    <a:clrScheme name="Custom 3">
      <a:dk1>
        <a:srgbClr val="171717"/>
      </a:dk1>
      <a:lt1>
        <a:srgbClr val="FFFFFF"/>
      </a:lt1>
      <a:dk2>
        <a:srgbClr val="171717"/>
      </a:dk2>
      <a:lt2>
        <a:srgbClr val="E7E6E6"/>
      </a:lt2>
      <a:accent1>
        <a:srgbClr val="E20177"/>
      </a:accent1>
      <a:accent2>
        <a:srgbClr val="1B4198"/>
      </a:accent2>
      <a:accent3>
        <a:srgbClr val="54B948"/>
      </a:accent3>
      <a:accent4>
        <a:srgbClr val="009DDC"/>
      </a:accent4>
      <a:accent5>
        <a:srgbClr val="FEDB00"/>
      </a:accent5>
      <a:accent6>
        <a:srgbClr val="3CDBC0"/>
      </a:accent6>
      <a:hlink>
        <a:srgbClr val="1B4198"/>
      </a:hlink>
      <a:folHlink>
        <a:srgbClr val="1B4198"/>
      </a:folHlink>
    </a:clrScheme>
    <a:fontScheme name="Montserrat">
      <a:majorFont>
        <a:latin typeface="Montserrat ExtraBold"/>
        <a:ea typeface=""/>
        <a:cs typeface=""/>
      </a:majorFont>
      <a:minorFont>
        <a:latin typeface="Montserra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8_Office Theme">
  <a:themeElements>
    <a:clrScheme name="Organon 2">
      <a:dk1>
        <a:srgbClr val="171717"/>
      </a:dk1>
      <a:lt1>
        <a:srgbClr val="FFFFFF"/>
      </a:lt1>
      <a:dk2>
        <a:srgbClr val="171717"/>
      </a:dk2>
      <a:lt2>
        <a:srgbClr val="E7E6E6"/>
      </a:lt2>
      <a:accent1>
        <a:srgbClr val="E20177"/>
      </a:accent1>
      <a:accent2>
        <a:srgbClr val="1B4198"/>
      </a:accent2>
      <a:accent3>
        <a:srgbClr val="54B948"/>
      </a:accent3>
      <a:accent4>
        <a:srgbClr val="009DDC"/>
      </a:accent4>
      <a:accent5>
        <a:srgbClr val="FEDB00"/>
      </a:accent5>
      <a:accent6>
        <a:srgbClr val="3CDBC0"/>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a:defPPr>
      </a:lstStyle>
    </a:txDef>
  </a:objectDefaults>
  <a:extraClrSchemeLst/>
  <a:extLst>
    <a:ext uri="{05A4C25C-085E-4340-85A3-A5531E510DB2}">
      <thm15:themeFamily xmlns:thm15="http://schemas.microsoft.com/office/thememl/2012/main" name="Organon_PPT_Template_White_Footer_M08 (1).potx  -  Read-Only" id="{B6F81749-36D1-4B23-A48D-C24FEEB8A1FD}" vid="{3CDFFBE3-4FBE-411E-8DE9-A89D51643B80}"/>
    </a:ext>
  </a:extLst>
</a:theme>
</file>

<file path=ppt/theme/theme5.xml><?xml version="1.0" encoding="utf-8"?>
<a:theme xmlns:a="http://schemas.openxmlformats.org/drawingml/2006/main" name="6_Office Theme">
  <a:themeElements>
    <a:clrScheme name="Organon 2">
      <a:dk1>
        <a:srgbClr val="171717"/>
      </a:dk1>
      <a:lt1>
        <a:srgbClr val="FFFFFF"/>
      </a:lt1>
      <a:dk2>
        <a:srgbClr val="171717"/>
      </a:dk2>
      <a:lt2>
        <a:srgbClr val="E7E6E6"/>
      </a:lt2>
      <a:accent1>
        <a:srgbClr val="E20177"/>
      </a:accent1>
      <a:accent2>
        <a:srgbClr val="1B4198"/>
      </a:accent2>
      <a:accent3>
        <a:srgbClr val="54B948"/>
      </a:accent3>
      <a:accent4>
        <a:srgbClr val="009DDC"/>
      </a:accent4>
      <a:accent5>
        <a:srgbClr val="FEDB00"/>
      </a:accent5>
      <a:accent6>
        <a:srgbClr val="3CDBC0"/>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rganon W">
  <a:themeElements>
    <a:clrScheme name="Organon 2">
      <a:dk1>
        <a:srgbClr val="171717"/>
      </a:dk1>
      <a:lt1>
        <a:srgbClr val="FFFFFF"/>
      </a:lt1>
      <a:dk2>
        <a:srgbClr val="171717"/>
      </a:dk2>
      <a:lt2>
        <a:srgbClr val="E7E6E6"/>
      </a:lt2>
      <a:accent1>
        <a:srgbClr val="E20177"/>
      </a:accent1>
      <a:accent2>
        <a:srgbClr val="1B4198"/>
      </a:accent2>
      <a:accent3>
        <a:srgbClr val="54B948"/>
      </a:accent3>
      <a:accent4>
        <a:srgbClr val="009DDC"/>
      </a:accent4>
      <a:accent5>
        <a:srgbClr val="FEDB00"/>
      </a:accent5>
      <a:accent6>
        <a:srgbClr val="3CDBC0"/>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rganon W" id="{08554FB2-342A-4819-89C1-EE1BB9B6D370}" vid="{6222D241-D990-49A7-B688-A6DF34EE2AF0}"/>
    </a:ext>
  </a:extLst>
</a:theme>
</file>

<file path=ppt/theme/theme7.xml><?xml version="1.0" encoding="utf-8"?>
<a:theme xmlns:a="http://schemas.openxmlformats.org/drawingml/2006/main" name="1_Office Theme">
  <a:themeElements>
    <a:clrScheme name="Custom 3">
      <a:dk1>
        <a:srgbClr val="171717"/>
      </a:dk1>
      <a:lt1>
        <a:srgbClr val="FFFFFF"/>
      </a:lt1>
      <a:dk2>
        <a:srgbClr val="171717"/>
      </a:dk2>
      <a:lt2>
        <a:srgbClr val="E7E6E6"/>
      </a:lt2>
      <a:accent1>
        <a:srgbClr val="E20177"/>
      </a:accent1>
      <a:accent2>
        <a:srgbClr val="1B4198"/>
      </a:accent2>
      <a:accent3>
        <a:srgbClr val="54B948"/>
      </a:accent3>
      <a:accent4>
        <a:srgbClr val="009DDC"/>
      </a:accent4>
      <a:accent5>
        <a:srgbClr val="FEDB00"/>
      </a:accent5>
      <a:accent6>
        <a:srgbClr val="3CDBC0"/>
      </a:accent6>
      <a:hlink>
        <a:srgbClr val="1B4198"/>
      </a:hlink>
      <a:folHlink>
        <a:srgbClr val="1B4198"/>
      </a:folHlink>
    </a:clrScheme>
    <a:fontScheme name="Montserrat">
      <a:majorFont>
        <a:latin typeface="Montserrat ExtraBold"/>
        <a:ea typeface=""/>
        <a:cs typeface=""/>
      </a:majorFont>
      <a:minorFont>
        <a:latin typeface="Montserra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mageMetadataListItemId xmlns="8e91b1a2-cef3-4c16-b949-ce66492d5111" xsi:nil="true"/>
    <lcf76f155ced4ddcb4097134ff3c332f xmlns="8e91b1a2-cef3-4c16-b949-ce66492d5111">
      <Terms xmlns="http://schemas.microsoft.com/office/infopath/2007/PartnerControls"/>
    </lcf76f155ced4ddcb4097134ff3c332f>
    <TaxCatchAll xmlns="4d2bfd8a-bdc1-4699-b00e-f74152970809" xsi:nil="true"/>
    <ImageMetadataListFieldId xmlns="8e91b1a2-cef3-4c16-b949-ce66492d511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C7BAB66966A5F4CBB1169870B003EA0" ma:contentTypeVersion="20" ma:contentTypeDescription="Create a new document." ma:contentTypeScope="" ma:versionID="bba14845822a3d669c2b6e60b91cf355">
  <xsd:schema xmlns:xsd="http://www.w3.org/2001/XMLSchema" xmlns:xs="http://www.w3.org/2001/XMLSchema" xmlns:p="http://schemas.microsoft.com/office/2006/metadata/properties" xmlns:ns2="8e91b1a2-cef3-4c16-b949-ce66492d5111" xmlns:ns3="4d2bfd8a-bdc1-4699-b00e-f74152970809" targetNamespace="http://schemas.microsoft.com/office/2006/metadata/properties" ma:root="true" ma:fieldsID="fc6c15c0b4b6d7bbc45144c8b5453437" ns2:_="" ns3:_="">
    <xsd:import namespace="8e91b1a2-cef3-4c16-b949-ce66492d5111"/>
    <xsd:import namespace="4d2bfd8a-bdc1-4699-b00e-f7415297080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ServiceAutoKeyPoints" minOccurs="0"/>
                <xsd:element ref="ns2:MediaServiceKeyPoints" minOccurs="0"/>
                <xsd:element ref="ns2:MediaLengthInSeconds" minOccurs="0"/>
                <xsd:element ref="ns2:ImageMetadataListItemId" minOccurs="0"/>
                <xsd:element ref="ns2:ImageMetadataListFieldId" minOccurs="0"/>
                <xsd:element ref="ns2:lcf76f155ced4ddcb4097134ff3c332f" minOccurs="0"/>
                <xsd:element ref="ns3:TaxCatchAll"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e91b1a2-cef3-4c16-b949-ce66492d51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ImageMetadataListItemId" ma:index="19" nillable="true" ma:displayName="ImageMetadataListItemId" ma:hidden="true" ma:indexed="true" ma:internalName="ImageMetadataListItemId">
      <xsd:simpleType>
        <xsd:restriction base="dms:Unknown"/>
      </xsd:simpleType>
    </xsd:element>
    <xsd:element name="ImageMetadataListFieldId" ma:index="20" nillable="true" ma:displayName="ImageMetadataListFieldId" ma:hidden="true" ma:indexed="true" ma:internalName="ImageMetadataListFieldId">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aea9b38-78a5-408a-815c-fe483379546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d2bfd8a-bdc1-4699-b00e-f74152970809"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bf2052ed-7f7b-4724-8bb0-ba665b6501f8}" ma:internalName="TaxCatchAll" ma:showField="CatchAllData" ma:web="4d2bfd8a-bdc1-4699-b00e-f74152970809">
      <xsd:complexType>
        <xsd:complexContent>
          <xsd:extension base="dms:MultiChoiceLookup">
            <xsd:sequence>
              <xsd:element name="Value" type="dms:Lookup" maxOccurs="unbounded" minOccurs="0" nillable="true"/>
            </xsd:sequence>
          </xsd:extension>
        </xsd:complexContent>
      </xsd:complexType>
    </xsd:element>
    <xsd:element name="SharedWithUsers" ma:index="2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79A575D-F5E4-4E8F-9B75-C7213FDD312F}">
  <ds:schemaRefs>
    <ds:schemaRef ds:uri="http://schemas.microsoft.com/office/2006/metadata/properties"/>
    <ds:schemaRef ds:uri="http://schemas.microsoft.com/office/infopath/2007/PartnerControls"/>
    <ds:schemaRef ds:uri="8e91b1a2-cef3-4c16-b949-ce66492d5111"/>
    <ds:schemaRef ds:uri="4d2bfd8a-bdc1-4699-b00e-f74152970809"/>
  </ds:schemaRefs>
</ds:datastoreItem>
</file>

<file path=customXml/itemProps2.xml><?xml version="1.0" encoding="utf-8"?>
<ds:datastoreItem xmlns:ds="http://schemas.openxmlformats.org/officeDocument/2006/customXml" ds:itemID="{E4464588-071A-4627-90F2-24D0DB1371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e91b1a2-cef3-4c16-b949-ce66492d5111"/>
    <ds:schemaRef ds:uri="4d2bfd8a-bdc1-4699-b00e-f7415297080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C8C6079-235C-44C5-B73A-8D7A2FB3A1D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171</TotalTime>
  <Words>2582</Words>
  <Application>Microsoft Office PowerPoint</Application>
  <PresentationFormat>Widescreen</PresentationFormat>
  <Paragraphs>351</Paragraphs>
  <Slides>30</Slides>
  <Notes>26</Notes>
  <HiddenSlides>0</HiddenSlides>
  <MMClips>0</MMClips>
  <ScaleCrop>false</ScaleCrop>
  <HeadingPairs>
    <vt:vector size="8" baseType="variant">
      <vt:variant>
        <vt:lpstr>Fonts Used</vt:lpstr>
      </vt:variant>
      <vt:variant>
        <vt:i4>19</vt:i4>
      </vt:variant>
      <vt:variant>
        <vt:lpstr>Theme</vt:lpstr>
      </vt:variant>
      <vt:variant>
        <vt:i4>7</vt:i4>
      </vt:variant>
      <vt:variant>
        <vt:lpstr>Embedded OLE Servers</vt:lpstr>
      </vt:variant>
      <vt:variant>
        <vt:i4>1</vt:i4>
      </vt:variant>
      <vt:variant>
        <vt:lpstr>Slide Titles</vt:lpstr>
      </vt:variant>
      <vt:variant>
        <vt:i4>30</vt:i4>
      </vt:variant>
    </vt:vector>
  </HeadingPairs>
  <TitlesOfParts>
    <vt:vector size="57" baseType="lpstr">
      <vt:lpstr>DengXian</vt:lpstr>
      <vt:lpstr>Aptos</vt:lpstr>
      <vt:lpstr>Arial</vt:lpstr>
      <vt:lpstr>Arial Black</vt:lpstr>
      <vt:lpstr>Arial Narrow</vt:lpstr>
      <vt:lpstr>Calibri</vt:lpstr>
      <vt:lpstr>Calibri Light</vt:lpstr>
      <vt:lpstr>Courier New</vt:lpstr>
      <vt:lpstr>Lato Light</vt:lpstr>
      <vt:lpstr>Liberation Sans</vt:lpstr>
      <vt:lpstr>Montserrat</vt:lpstr>
      <vt:lpstr>Montserrat ExtraBold</vt:lpstr>
      <vt:lpstr>Montserrat Light</vt:lpstr>
      <vt:lpstr>Montserrat Medium</vt:lpstr>
      <vt:lpstr>Montserrat SemiBold</vt:lpstr>
      <vt:lpstr>Segoe UI</vt:lpstr>
      <vt:lpstr>System Font Regular</vt:lpstr>
      <vt:lpstr>Trebuchet MS</vt:lpstr>
      <vt:lpstr>Wingdings</vt:lpstr>
      <vt:lpstr>5_Office Theme</vt:lpstr>
      <vt:lpstr>15_Office Theme</vt:lpstr>
      <vt:lpstr>7_Office Theme</vt:lpstr>
      <vt:lpstr>8_Office Theme</vt:lpstr>
      <vt:lpstr>6_Office Theme</vt:lpstr>
      <vt:lpstr>Organon W</vt:lpstr>
      <vt:lpstr>1_Office Theme</vt:lpstr>
      <vt:lpstr>think-cell Slide</vt:lpstr>
      <vt:lpstr>OGN corporate slide deck template</vt:lpstr>
      <vt:lpstr>PowerPoint Presentation</vt:lpstr>
      <vt:lpstr>Section 1 – core content</vt:lpstr>
      <vt:lpstr>Organon: Here for her health</vt:lpstr>
      <vt:lpstr>Our vision, mission and purpose</vt:lpstr>
      <vt:lpstr>Living our values</vt:lpstr>
      <vt:lpstr>A new company with a 100+ year legacy in women’s health</vt:lpstr>
      <vt:lpstr>A global company</vt:lpstr>
      <vt:lpstr>Our focus</vt:lpstr>
      <vt:lpstr>Driving new research in women’s health</vt:lpstr>
      <vt:lpstr>An ecosystem of like-minded partners and innovators</vt:lpstr>
      <vt:lpstr>Organon manufacturing and supply  (OMS)</vt:lpstr>
      <vt:lpstr>PowerPoint Presentation</vt:lpstr>
      <vt:lpstr>Our manufacturing &amp; supply organization</vt:lpstr>
      <vt:lpstr>Corporate responsibility</vt:lpstr>
      <vt:lpstr>Focus: Committed to reducing unplanned pregnancies so women and girls can achieve their promise through: </vt:lpstr>
      <vt:lpstr>Key achievements*</vt:lpstr>
      <vt:lpstr>Her equity*</vt:lpstr>
      <vt:lpstr>Her planet*</vt:lpstr>
      <vt:lpstr>Her trust*</vt:lpstr>
      <vt:lpstr>We believe in the power of collaboration</vt:lpstr>
      <vt:lpstr>Creating a brighter future for her</vt:lpstr>
      <vt:lpstr>PowerPoint Presentation</vt:lpstr>
      <vt:lpstr>Section 2 - templates</vt:lpstr>
      <vt:lpstr>Welcome message – [insert name]</vt:lpstr>
      <vt:lpstr>PowerPoint Presentation</vt:lpstr>
      <vt:lpstr>Leadership team template</vt:lpstr>
      <vt:lpstr>PowerPoint Presentation</vt:lpstr>
      <vt:lpstr>[Insert name of partner organization]</vt:lpstr>
      <vt:lpstr>Be a part of her story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Communications</dc:title>
  <dc:creator>Jackett, Stephen</dc:creator>
  <cp:lastModifiedBy>Jackett, Stephen</cp:lastModifiedBy>
  <cp:revision>1</cp:revision>
  <dcterms:created xsi:type="dcterms:W3CDTF">2024-05-03T12:11:17Z</dcterms:created>
  <dcterms:modified xsi:type="dcterms:W3CDTF">2025-09-17T14:59:14Z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-1207573766</vt:i4>
  </property>
  <property fmtid="{D5CDD505-2E9C-101B-9397-08002B2CF9AE}" pid="3" name="_NewReviewCycle">
    <vt:lpwstr/>
  </property>
  <property fmtid="{D5CDD505-2E9C-101B-9397-08002B2CF9AE}" pid="4" name="_EmailSubject">
    <vt:lpwstr>OGN storytelling materials plan</vt:lpwstr>
  </property>
  <property fmtid="{D5CDD505-2E9C-101B-9397-08002B2CF9AE}" pid="5" name="_AuthorEmail">
    <vt:lpwstr>stephen.jackett@organon.com</vt:lpwstr>
  </property>
  <property fmtid="{D5CDD505-2E9C-101B-9397-08002B2CF9AE}" pid="6" name="_AuthorEmailDisplayName">
    <vt:lpwstr>Jackett, Stephen</vt:lpwstr>
  </property>
  <property fmtid="{D5CDD505-2E9C-101B-9397-08002B2CF9AE}" pid="7" name="MSIP_Label_9e5572be-d5bb-4f9b-88a4-df12000c467e_Enabled">
    <vt:lpwstr>true</vt:lpwstr>
  </property>
  <property fmtid="{D5CDD505-2E9C-101B-9397-08002B2CF9AE}" pid="8" name="MSIP_Label_9e5572be-d5bb-4f9b-88a4-df12000c467e_SetDate">
    <vt:lpwstr>2025-02-13T16:05:00Z</vt:lpwstr>
  </property>
  <property fmtid="{D5CDD505-2E9C-101B-9397-08002B2CF9AE}" pid="9" name="MSIP_Label_9e5572be-d5bb-4f9b-88a4-df12000c467e_Method">
    <vt:lpwstr>Privileged</vt:lpwstr>
  </property>
  <property fmtid="{D5CDD505-2E9C-101B-9397-08002B2CF9AE}" pid="10" name="MSIP_Label_9e5572be-d5bb-4f9b-88a4-df12000c467e_Name">
    <vt:lpwstr>English - Proprietary</vt:lpwstr>
  </property>
  <property fmtid="{D5CDD505-2E9C-101B-9397-08002B2CF9AE}" pid="11" name="MSIP_Label_9e5572be-d5bb-4f9b-88a4-df12000c467e_SiteId">
    <vt:lpwstr>484a70d1-caaf-4a03-a477-1cbe688304af</vt:lpwstr>
  </property>
  <property fmtid="{D5CDD505-2E9C-101B-9397-08002B2CF9AE}" pid="12" name="MSIP_Label_9e5572be-d5bb-4f9b-88a4-df12000c467e_ActionId">
    <vt:lpwstr>6e573f1d-4870-4335-a868-0697b54b0513</vt:lpwstr>
  </property>
  <property fmtid="{D5CDD505-2E9C-101B-9397-08002B2CF9AE}" pid="13" name="MSIP_Label_9e5572be-d5bb-4f9b-88a4-df12000c467e_ContentBits">
    <vt:lpwstr>1</vt:lpwstr>
  </property>
  <property fmtid="{D5CDD505-2E9C-101B-9397-08002B2CF9AE}" pid="14" name="ClassificationContentMarkingHeaderLocations">
    <vt:lpwstr>5_Office Theme:4\13_Office Theme:9\15_Office Theme:9\7_Office Theme:4\8_Office Theme:10\6_Office Theme:10\16_Office Theme:10\Organon W:10\1_Office Theme:4</vt:lpwstr>
  </property>
  <property fmtid="{D5CDD505-2E9C-101B-9397-08002B2CF9AE}" pid="15" name="ClassificationContentMarkingHeaderText">
    <vt:lpwstr>[Organon] Proprietary</vt:lpwstr>
  </property>
  <property fmtid="{D5CDD505-2E9C-101B-9397-08002B2CF9AE}" pid="16" name="ContentTypeId">
    <vt:lpwstr>0x010100DC7BAB66966A5F4CBB1169870B003EA0</vt:lpwstr>
  </property>
  <property fmtid="{D5CDD505-2E9C-101B-9397-08002B2CF9AE}" pid="17" name="MediaServiceImageTags">
    <vt:lpwstr/>
  </property>
</Properties>
</file>