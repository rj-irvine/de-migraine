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1.svg" ContentType="image/svg+xml"/>
  <Override PartName="/ppt/media/image15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94" r:id="rId4"/>
    <p:sldMasterId id="2147484119" r:id="rId5"/>
    <p:sldMasterId id="2147484136" r:id="rId6"/>
    <p:sldMasterId id="2147484221" r:id="rId7"/>
    <p:sldMasterId id="2147484449" r:id="rId8"/>
    <p:sldMasterId id="2147484500" r:id="rId9"/>
    <p:sldMasterId id="2147484518" r:id="rId10"/>
  </p:sldMasterIdLst>
  <p:notesMasterIdLst>
    <p:notesMasterId r:id="rId41"/>
  </p:notesMasterIdLst>
  <p:handoutMasterIdLst>
    <p:handoutMasterId r:id="rId42"/>
  </p:handout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4139913-BFBA-4189-3957-F83E4C20DDB0}" name="Jackett, Stephen" initials="SJ" userId="S::stephen.jackett@organon.com::0bef1c98-69b1-48e4-bc92-135240dc0a47" providerId="AD"/>
  <p188:author id="{C0ADE842-EBB5-ED85-94FB-CF3E710B731B}" name="Silver, Hannah" initials="HS" userId="S::hannah.silver@organon.com::7d4cd25d-d81e-4fe6-aa29-ff964ab0ce42" providerId="AD"/>
  <p188:author id="{58D4377D-3B4D-A4B3-DD99-359EAF377A58}" name="Breitstein, Joanna" initials="JB" userId="S::joanna.breitstein@organon.com::a3b65a5a-1e05-456d-b5e8-c17958c4b715" providerId="AD"/>
  <p188:author id="{AE88B8A6-FB2A-BBD0-B466-D4D211056B88}" name="Josh Ashley-Jones" initials="JA" userId="S::josh.ashley-jones@four.agency::3a92f106-54b8-4c33-8480-05f8b2d9ebe0" providerId="AD"/>
  <p188:author id="{9B823DE9-DA58-95D3-2AFF-D33DED5B2B0D}" name="Alice Walker" initials="AW" userId="S::alice.walker@four.agency::ea97e75b-919c-46bd-9fe3-e6190ef56c5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9D7"/>
    <a:srgbClr val="C8C8C8"/>
    <a:srgbClr val="E201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746" autoAdjust="0"/>
  </p:normalViewPr>
  <p:slideViewPr>
    <p:cSldViewPr snapToGrid="0">
      <p:cViewPr varScale="1">
        <p:scale>
          <a:sx n="56" d="100"/>
          <a:sy n="56" d="100"/>
        </p:scale>
        <p:origin x="10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microsoft.com/office/2016/11/relationships/changesInfo" Target="changesInfos/changesInfo1.xml"/><Relationship Id="rId48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ett, Stephen" userId="0bef1c98-69b1-48e4-bc92-135240dc0a47" providerId="ADAL" clId="{C9FE35C1-F305-4332-B20A-26B677F87CAA}"/>
    <pc:docChg chg="undo custSel modSld">
      <pc:chgData name="Jackett, Stephen" userId="0bef1c98-69b1-48e4-bc92-135240dc0a47" providerId="ADAL" clId="{C9FE35C1-F305-4332-B20A-26B677F87CAA}" dt="2025-03-11T18:23:49.219" v="238"/>
      <pc:docMkLst>
        <pc:docMk/>
      </pc:docMkLst>
      <pc:sldChg chg="modSp mod modNotesTx">
        <pc:chgData name="Jackett, Stephen" userId="0bef1c98-69b1-48e4-bc92-135240dc0a47" providerId="ADAL" clId="{C9FE35C1-F305-4332-B20A-26B677F87CAA}" dt="2025-03-11T18:23:49.219" v="238"/>
        <pc:sldMkLst>
          <pc:docMk/>
          <pc:sldMk cId="2724305972" sldId="259"/>
        </pc:sldMkLst>
      </pc:sldChg>
      <pc:sldChg chg="modSp mod">
        <pc:chgData name="Jackett, Stephen" userId="0bef1c98-69b1-48e4-bc92-135240dc0a47" providerId="ADAL" clId="{C9FE35C1-F305-4332-B20A-26B677F87CAA}" dt="2025-03-11T18:14:42.689" v="48" actId="108"/>
        <pc:sldMkLst>
          <pc:docMk/>
          <pc:sldMk cId="1882696579" sldId="261"/>
        </pc:sldMkLst>
      </pc:sldChg>
      <pc:sldChg chg="modSp mod">
        <pc:chgData name="Jackett, Stephen" userId="0bef1c98-69b1-48e4-bc92-135240dc0a47" providerId="ADAL" clId="{C9FE35C1-F305-4332-B20A-26B677F87CAA}" dt="2025-03-11T18:15:02.775" v="49"/>
        <pc:sldMkLst>
          <pc:docMk/>
          <pc:sldMk cId="1919210051" sldId="262"/>
        </pc:sldMkLst>
      </pc:sldChg>
      <pc:sldChg chg="modSp mod">
        <pc:chgData name="Jackett, Stephen" userId="0bef1c98-69b1-48e4-bc92-135240dc0a47" providerId="ADAL" clId="{C9FE35C1-F305-4332-B20A-26B677F87CAA}" dt="2025-03-11T18:15:24.612" v="50"/>
        <pc:sldMkLst>
          <pc:docMk/>
          <pc:sldMk cId="2692185011" sldId="263"/>
        </pc:sldMkLst>
      </pc:sldChg>
      <pc:sldChg chg="modSp mod modNotesTx">
        <pc:chgData name="Jackett, Stephen" userId="0bef1c98-69b1-48e4-bc92-135240dc0a47" providerId="ADAL" clId="{C9FE35C1-F305-4332-B20A-26B677F87CAA}" dt="2025-03-11T18:21:20.353" v="126" actId="20577"/>
        <pc:sldMkLst>
          <pc:docMk/>
          <pc:sldMk cId="1213963974" sldId="269"/>
        </pc:sldMkLst>
      </pc:sldChg>
      <pc:sldChg chg="modSp mod modNotesTx">
        <pc:chgData name="Jackett, Stephen" userId="0bef1c98-69b1-48e4-bc92-135240dc0a47" providerId="ADAL" clId="{C9FE35C1-F305-4332-B20A-26B677F87CAA}" dt="2025-03-11T18:22:38.959" v="192"/>
        <pc:sldMkLst>
          <pc:docMk/>
          <pc:sldMk cId="4105099557" sldId="270"/>
        </pc:sldMkLst>
      </pc:sldChg>
      <pc:sldChg chg="modSp mod modNotesTx">
        <pc:chgData name="Jackett, Stephen" userId="0bef1c98-69b1-48e4-bc92-135240dc0a47" providerId="ADAL" clId="{C9FE35C1-F305-4332-B20A-26B677F87CAA}" dt="2025-03-11T18:20:48.956" v="94" actId="20577"/>
        <pc:sldMkLst>
          <pc:docMk/>
          <pc:sldMk cId="724092529" sldId="274"/>
        </pc:sldMkLst>
      </pc:sldChg>
      <pc:sldChg chg="modSp mod modNotesTx">
        <pc:chgData name="Jackett, Stephen" userId="0bef1c98-69b1-48e4-bc92-135240dc0a47" providerId="ADAL" clId="{C9FE35C1-F305-4332-B20A-26B677F87CAA}" dt="2025-03-11T18:19:26.926" v="80"/>
        <pc:sldMkLst>
          <pc:docMk/>
          <pc:sldMk cId="1108492127" sldId="276"/>
        </pc:sldMkLst>
      </pc:sldChg>
      <pc:sldChg chg="modSp mod">
        <pc:chgData name="Jackett, Stephen" userId="0bef1c98-69b1-48e4-bc92-135240dc0a47" providerId="ADAL" clId="{C9FE35C1-F305-4332-B20A-26B677F87CAA}" dt="2025-03-11T18:16:51.757" v="63" actId="20577"/>
        <pc:sldMkLst>
          <pc:docMk/>
          <pc:sldMk cId="392814229" sldId="277"/>
        </pc:sldMkLst>
      </pc:sldChg>
      <pc:sldChg chg="modSp mod">
        <pc:chgData name="Jackett, Stephen" userId="0bef1c98-69b1-48e4-bc92-135240dc0a47" providerId="ADAL" clId="{C9FE35C1-F305-4332-B20A-26B677F87CAA}" dt="2025-03-11T18:14:15.287" v="46" actId="108"/>
        <pc:sldMkLst>
          <pc:docMk/>
          <pc:sldMk cId="3344193923" sldId="279"/>
        </pc:sldMkLst>
      </pc:sldChg>
      <pc:sldChg chg="modSp mod modNotesTx">
        <pc:chgData name="Jackett, Stephen" userId="0bef1c98-69b1-48e4-bc92-135240dc0a47" providerId="ADAL" clId="{C9FE35C1-F305-4332-B20A-26B677F87CAA}" dt="2025-03-11T18:23:07.500" v="223" actId="20577"/>
        <pc:sldMkLst>
          <pc:docMk/>
          <pc:sldMk cId="54691783" sldId="288"/>
        </pc:sldMkLst>
      </pc:sldChg>
      <pc:sldChg chg="modSp mod modNotesTx">
        <pc:chgData name="Jackett, Stephen" userId="0bef1c98-69b1-48e4-bc92-135240dc0a47" providerId="ADAL" clId="{C9FE35C1-F305-4332-B20A-26B677F87CAA}" dt="2025-03-11T18:23:15.109" v="237" actId="20577"/>
        <pc:sldMkLst>
          <pc:docMk/>
          <pc:sldMk cId="3302036192" sldId="290"/>
        </pc:sldMkLst>
      </pc:sldChg>
      <pc:sldChg chg="modSp mod modNotesTx">
        <pc:chgData name="Jackett, Stephen" userId="0bef1c98-69b1-48e4-bc92-135240dc0a47" providerId="ADAL" clId="{C9FE35C1-F305-4332-B20A-26B677F87CAA}" dt="2025-03-11T18:22:57.439" v="210" actId="20577"/>
        <pc:sldMkLst>
          <pc:docMk/>
          <pc:sldMk cId="3967556059" sldId="2147483621"/>
        </pc:sldMkLst>
      </pc:sldChg>
    </pc:docChg>
  </pc:docChgLst>
  <pc:docChgLst>
    <pc:chgData name="Jackett, Stephen" userId="0bef1c98-69b1-48e4-bc92-135240dc0a47" providerId="ADAL" clId="{6A9C5968-73F2-46AD-A9DD-7C49FE6CB9A2}"/>
    <pc:docChg chg="undo custSel modSld modMainMaster">
      <pc:chgData name="Jackett, Stephen" userId="0bef1c98-69b1-48e4-bc92-135240dc0a47" providerId="ADAL" clId="{6A9C5968-73F2-46AD-A9DD-7C49FE6CB9A2}" dt="2025-05-09T13:23:32.018" v="24" actId="20577"/>
      <pc:docMkLst>
        <pc:docMk/>
      </pc:docMkLst>
      <pc:sldChg chg="modSp mod">
        <pc:chgData name="Jackett, Stephen" userId="0bef1c98-69b1-48e4-bc92-135240dc0a47" providerId="ADAL" clId="{6A9C5968-73F2-46AD-A9DD-7C49FE6CB9A2}" dt="2025-05-09T13:16:37.533" v="8" actId="14100"/>
        <pc:sldMkLst>
          <pc:docMk/>
          <pc:sldMk cId="2024924336" sldId="257"/>
        </pc:sldMkLst>
      </pc:sldChg>
      <pc:sldChg chg="addSp delSp modSp">
        <pc:chgData name="Jackett, Stephen" userId="0bef1c98-69b1-48e4-bc92-135240dc0a47" providerId="ADAL" clId="{6A9C5968-73F2-46AD-A9DD-7C49FE6CB9A2}" dt="2025-05-09T13:21:58.603" v="18" actId="1076"/>
        <pc:sldMkLst>
          <pc:docMk/>
          <pc:sldMk cId="1882696579" sldId="261"/>
        </pc:sldMkLst>
      </pc:sldChg>
      <pc:sldChg chg="addSp delSp modSp">
        <pc:chgData name="Jackett, Stephen" userId="0bef1c98-69b1-48e4-bc92-135240dc0a47" providerId="ADAL" clId="{6A9C5968-73F2-46AD-A9DD-7C49FE6CB9A2}" dt="2025-05-09T13:22:22.115" v="20"/>
        <pc:sldMkLst>
          <pc:docMk/>
          <pc:sldMk cId="1919210051" sldId="262"/>
        </pc:sldMkLst>
      </pc:sldChg>
      <pc:sldChg chg="addSp delSp modSp">
        <pc:chgData name="Jackett, Stephen" userId="0bef1c98-69b1-48e4-bc92-135240dc0a47" providerId="ADAL" clId="{6A9C5968-73F2-46AD-A9DD-7C49FE6CB9A2}" dt="2025-05-09T13:22:40.869" v="22"/>
        <pc:sldMkLst>
          <pc:docMk/>
          <pc:sldMk cId="2692185011" sldId="263"/>
        </pc:sldMkLst>
      </pc:sldChg>
      <pc:sldChg chg="addSp delSp modSp mod">
        <pc:chgData name="Jackett, Stephen" userId="0bef1c98-69b1-48e4-bc92-135240dc0a47" providerId="ADAL" clId="{6A9C5968-73F2-46AD-A9DD-7C49FE6CB9A2}" dt="2025-05-09T13:20:14.239" v="14" actId="1076"/>
        <pc:sldMkLst>
          <pc:docMk/>
          <pc:sldMk cId="673620753" sldId="273"/>
        </pc:sldMkLst>
      </pc:sldChg>
      <pc:sldChg chg="modSp mod">
        <pc:chgData name="Jackett, Stephen" userId="0bef1c98-69b1-48e4-bc92-135240dc0a47" providerId="ADAL" clId="{6A9C5968-73F2-46AD-A9DD-7C49FE6CB9A2}" dt="2025-05-09T13:15:31.548" v="5" actId="20577"/>
        <pc:sldMkLst>
          <pc:docMk/>
          <pc:sldMk cId="392814229" sldId="277"/>
        </pc:sldMkLst>
      </pc:sldChg>
      <pc:sldMasterChg chg="modSldLayout">
        <pc:chgData name="Jackett, Stephen" userId="0bef1c98-69b1-48e4-bc92-135240dc0a47" providerId="ADAL" clId="{6A9C5968-73F2-46AD-A9DD-7C49FE6CB9A2}" dt="2025-05-09T13:23:32.018" v="24" actId="20577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6A9C5968-73F2-46AD-A9DD-7C49FE6CB9A2}" dt="2025-05-09T13:23:32.018" v="24" actId="20577"/>
          <pc:sldLayoutMkLst>
            <pc:docMk/>
            <pc:sldMasterMk cId="3751961532" sldId="2147483994"/>
            <pc:sldLayoutMk cId="3434534552" sldId="2147484036"/>
          </pc:sldLayoutMkLst>
        </pc:sldLayoutChg>
      </pc:sldMasterChg>
    </pc:docChg>
  </pc:docChgLst>
  <pc:docChgLst>
    <pc:chgData name="Jackett, Stephen" userId="0bef1c98-69b1-48e4-bc92-135240dc0a47" providerId="ADAL" clId="{97A2EACD-DFE8-4B36-B053-B7D861876633}"/>
    <pc:docChg chg="modMainMaster">
      <pc:chgData name="Jackett, Stephen" userId="0bef1c98-69b1-48e4-bc92-135240dc0a47" providerId="ADAL" clId="{97A2EACD-DFE8-4B36-B053-B7D861876633}" dt="2025-09-17T14:59:02.624" v="1" actId="20577"/>
      <pc:docMkLst>
        <pc:docMk/>
      </pc:docMkLst>
      <pc:sldMasterChg chg="modSldLayout">
        <pc:chgData name="Jackett, Stephen" userId="0bef1c98-69b1-48e4-bc92-135240dc0a47" providerId="ADAL" clId="{97A2EACD-DFE8-4B36-B053-B7D861876633}" dt="2025-09-17T14:59:02.624" v="1" actId="20577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97A2EACD-DFE8-4B36-B053-B7D861876633}" dt="2025-09-17T14:59:02.624" v="1" actId="20577"/>
          <pc:sldLayoutMkLst>
            <pc:docMk/>
            <pc:sldMasterMk cId="3751961532" sldId="2147483994"/>
            <pc:sldLayoutMk cId="3434534552" sldId="2147484036"/>
          </pc:sldLayoutMkLst>
          <pc:spChg chg="mod">
            <ac:chgData name="Jackett, Stephen" userId="0bef1c98-69b1-48e4-bc92-135240dc0a47" providerId="ADAL" clId="{97A2EACD-DFE8-4B36-B053-B7D861876633}" dt="2025-09-17T14:59:02.624" v="1" actId="20577"/>
            <ac:spMkLst>
              <pc:docMk/>
              <pc:sldMasterMk cId="3751961532" sldId="2147483994"/>
              <pc:sldLayoutMk cId="3434534552" sldId="2147484036"/>
              <ac:spMk id="13" creationId="{F5974BA7-AD04-7A43-81DD-B98B549B07CB}"/>
            </ac:spMkLst>
          </pc:spChg>
        </pc:sldLayoutChg>
      </pc:sldMasterChg>
    </pc:docChg>
  </pc:docChgLst>
  <pc:docChgLst>
    <pc:chgData name="Jackett, Stephen" userId="0bef1c98-69b1-48e4-bc92-135240dc0a47" providerId="ADAL" clId="{3DF98CC6-AFAF-4CD8-8913-53EC7520F35F}"/>
    <pc:docChg chg="undo custSel modSld">
      <pc:chgData name="Jackett, Stephen" userId="0bef1c98-69b1-48e4-bc92-135240dc0a47" providerId="ADAL" clId="{3DF98CC6-AFAF-4CD8-8913-53EC7520F35F}" dt="2025-09-11T16:12:59.541" v="469" actId="20577"/>
      <pc:docMkLst>
        <pc:docMk/>
      </pc:docMkLst>
      <pc:sldChg chg="addSp delSp modSp mod modNotesTx">
        <pc:chgData name="Jackett, Stephen" userId="0bef1c98-69b1-48e4-bc92-135240dc0a47" providerId="ADAL" clId="{3DF98CC6-AFAF-4CD8-8913-53EC7520F35F}" dt="2025-09-11T16:12:40.593" v="460" actId="20577"/>
        <pc:sldMkLst>
          <pc:docMk/>
          <pc:sldMk cId="1882696579" sldId="261"/>
        </pc:sldMkLst>
        <pc:spChg chg="mod">
          <ac:chgData name="Jackett, Stephen" userId="0bef1c98-69b1-48e4-bc92-135240dc0a47" providerId="ADAL" clId="{3DF98CC6-AFAF-4CD8-8913-53EC7520F35F}" dt="2025-09-11T15:59:22.320" v="391" actId="20577"/>
          <ac:spMkLst>
            <pc:docMk/>
            <pc:sldMk cId="1882696579" sldId="261"/>
            <ac:spMk id="4" creationId="{7FFC88ED-F186-4D0E-3F59-3C710D4D5AB9}"/>
          </ac:spMkLst>
        </pc:spChg>
        <pc:spChg chg="mod">
          <ac:chgData name="Jackett, Stephen" userId="0bef1c98-69b1-48e4-bc92-135240dc0a47" providerId="ADAL" clId="{3DF98CC6-AFAF-4CD8-8913-53EC7520F35F}" dt="2025-09-11T15:49:07.312" v="102" actId="20577"/>
          <ac:spMkLst>
            <pc:docMk/>
            <pc:sldMk cId="1882696579" sldId="261"/>
            <ac:spMk id="5" creationId="{19F7C060-7805-769C-6479-86EE2DD8145F}"/>
          </ac:spMkLst>
        </pc:spChg>
        <pc:spChg chg="mod">
          <ac:chgData name="Jackett, Stephen" userId="0bef1c98-69b1-48e4-bc92-135240dc0a47" providerId="ADAL" clId="{3DF98CC6-AFAF-4CD8-8913-53EC7520F35F}" dt="2025-09-11T15:59:26.296" v="393" actId="20577"/>
          <ac:spMkLst>
            <pc:docMk/>
            <pc:sldMk cId="1882696579" sldId="261"/>
            <ac:spMk id="6" creationId="{5E3AB457-96BB-56A6-0696-6510ADEC47C8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8" creationId="{055F33D5-5ED5-5A56-3C09-3A7C8149640F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9" creationId="{3CB18DFB-FD8E-B429-9829-A0639732ED51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0" creationId="{CA79A071-E78A-445E-777F-58F1F5CB4502}"/>
          </ac:spMkLst>
        </pc:spChg>
        <pc:spChg chg="mod ord topLvl">
          <ac:chgData name="Jackett, Stephen" userId="0bef1c98-69b1-48e4-bc92-135240dc0a47" providerId="ADAL" clId="{3DF98CC6-AFAF-4CD8-8913-53EC7520F35F}" dt="2025-09-11T16:08:19.851" v="435" actId="208"/>
          <ac:spMkLst>
            <pc:docMk/>
            <pc:sldMk cId="1882696579" sldId="261"/>
            <ac:spMk id="13" creationId="{DC015B22-342C-5BF6-A6C6-D1285E9787F5}"/>
          </ac:spMkLst>
        </pc:spChg>
        <pc:spChg chg="mod ord topLvl">
          <ac:chgData name="Jackett, Stephen" userId="0bef1c98-69b1-48e4-bc92-135240dc0a47" providerId="ADAL" clId="{3DF98CC6-AFAF-4CD8-8913-53EC7520F35F}" dt="2025-09-11T16:08:40.372" v="436" actId="208"/>
          <ac:spMkLst>
            <pc:docMk/>
            <pc:sldMk cId="1882696579" sldId="261"/>
            <ac:spMk id="14" creationId="{25F986D2-30AF-451A-0772-F7CDFBBBB9DA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5" creationId="{64146DD9-93B1-40AC-7390-B21450F7E9F1}"/>
          </ac:spMkLst>
        </pc:spChg>
        <pc:spChg chg="mod topLvl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6" creationId="{762F3026-ECF8-7888-0C09-4B4B30C4FD80}"/>
          </ac:spMkLst>
        </pc:spChg>
        <pc:spChg chg="add mod">
          <ac:chgData name="Jackett, Stephen" userId="0bef1c98-69b1-48e4-bc92-135240dc0a47" providerId="ADAL" clId="{3DF98CC6-AFAF-4CD8-8913-53EC7520F35F}" dt="2025-09-11T16:08:51.544" v="438" actId="208"/>
          <ac:spMkLst>
            <pc:docMk/>
            <pc:sldMk cId="1882696579" sldId="261"/>
            <ac:spMk id="18" creationId="{E00E6AF9-091B-83C0-563E-B4BFDBA93D46}"/>
          </ac:spMkLst>
        </pc:spChg>
        <pc:spChg chg="add mod">
          <ac:chgData name="Jackett, Stephen" userId="0bef1c98-69b1-48e4-bc92-135240dc0a47" providerId="ADAL" clId="{3DF98CC6-AFAF-4CD8-8913-53EC7520F35F}" dt="2025-09-11T16:07:25.824" v="434" actId="1076"/>
          <ac:spMkLst>
            <pc:docMk/>
            <pc:sldMk cId="1882696579" sldId="261"/>
            <ac:spMk id="19" creationId="{DBC9ABFC-6531-CED8-F9F1-2B40DE99EC26}"/>
          </ac:spMkLst>
        </pc:spChg>
        <pc:picChg chg="mod topLvl">
          <ac:chgData name="Jackett, Stephen" userId="0bef1c98-69b1-48e4-bc92-135240dc0a47" providerId="ADAL" clId="{3DF98CC6-AFAF-4CD8-8913-53EC7520F35F}" dt="2025-09-11T15:56:32.862" v="301" actId="165"/>
          <ac:picMkLst>
            <pc:docMk/>
            <pc:sldMk cId="1882696579" sldId="261"/>
            <ac:picMk id="11" creationId="{D219DD96-CDF3-77B0-2C52-3DFB67213E7A}"/>
          </ac:picMkLst>
        </pc:picChg>
        <pc:picChg chg="mod topLvl">
          <ac:chgData name="Jackett, Stephen" userId="0bef1c98-69b1-48e4-bc92-135240dc0a47" providerId="ADAL" clId="{3DF98CC6-AFAF-4CD8-8913-53EC7520F35F}" dt="2025-09-11T16:07:25.824" v="434" actId="1076"/>
          <ac:picMkLst>
            <pc:docMk/>
            <pc:sldMk cId="1882696579" sldId="261"/>
            <ac:picMk id="12" creationId="{06F9640C-DF74-F246-82A8-051B221FF743}"/>
          </ac:picMkLst>
        </pc:picChg>
      </pc:sldChg>
      <pc:sldChg chg="modSp mod modNotesTx">
        <pc:chgData name="Jackett, Stephen" userId="0bef1c98-69b1-48e4-bc92-135240dc0a47" providerId="ADAL" clId="{3DF98CC6-AFAF-4CD8-8913-53EC7520F35F}" dt="2025-09-11T16:12:54.502" v="466" actId="20577"/>
        <pc:sldMkLst>
          <pc:docMk/>
          <pc:sldMk cId="1919210051" sldId="262"/>
        </pc:sldMkLst>
        <pc:spChg chg="mod">
          <ac:chgData name="Jackett, Stephen" userId="0bef1c98-69b1-48e4-bc92-135240dc0a47" providerId="ADAL" clId="{3DF98CC6-AFAF-4CD8-8913-53EC7520F35F}" dt="2025-09-11T16:00:49.168" v="406" actId="20577"/>
          <ac:spMkLst>
            <pc:docMk/>
            <pc:sldMk cId="1919210051" sldId="262"/>
            <ac:spMk id="2" creationId="{6EAB10D7-2CB8-B87E-271D-FFB88AEA5CB5}"/>
          </ac:spMkLst>
        </pc:spChg>
        <pc:spChg chg="mod">
          <ac:chgData name="Jackett, Stephen" userId="0bef1c98-69b1-48e4-bc92-135240dc0a47" providerId="ADAL" clId="{3DF98CC6-AFAF-4CD8-8913-53EC7520F35F}" dt="2025-09-11T16:06:10.669" v="422"/>
          <ac:spMkLst>
            <pc:docMk/>
            <pc:sldMk cId="1919210051" sldId="262"/>
            <ac:spMk id="4" creationId="{1EF1B79E-80EE-67EE-9A04-B93B2D56411A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8" creationId="{F45E3BCA-7389-177D-72F6-986D08108A23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9" creationId="{D5023F3B-16C8-1471-91FE-8F01CE5AA5F1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11" creationId="{AE362768-56F1-5738-406C-1E16F903E274}"/>
          </ac:spMkLst>
        </pc:spChg>
        <pc:spChg chg="mod">
          <ac:chgData name="Jackett, Stephen" userId="0bef1c98-69b1-48e4-bc92-135240dc0a47" providerId="ADAL" clId="{3DF98CC6-AFAF-4CD8-8913-53EC7520F35F}" dt="2025-09-11T16:07:02.603" v="432" actId="1076"/>
          <ac:spMkLst>
            <pc:docMk/>
            <pc:sldMk cId="1919210051" sldId="262"/>
            <ac:spMk id="12" creationId="{8A6C02D4-1580-F6E0-507D-4D77B4C5BEDB}"/>
          </ac:spMkLst>
        </pc:spChg>
        <pc:grpChg chg="mod">
          <ac:chgData name="Jackett, Stephen" userId="0bef1c98-69b1-48e4-bc92-135240dc0a47" providerId="ADAL" clId="{3DF98CC6-AFAF-4CD8-8913-53EC7520F35F}" dt="2025-09-11T16:07:02.603" v="432" actId="1076"/>
          <ac:grpSpMkLst>
            <pc:docMk/>
            <pc:sldMk cId="1919210051" sldId="262"/>
            <ac:grpSpMk id="6" creationId="{CF183206-DCAF-A3E2-B741-3C1882ED4052}"/>
          </ac:grpSpMkLst>
        </pc:grpChg>
        <pc:picChg chg="mod">
          <ac:chgData name="Jackett, Stephen" userId="0bef1c98-69b1-48e4-bc92-135240dc0a47" providerId="ADAL" clId="{3DF98CC6-AFAF-4CD8-8913-53EC7520F35F}" dt="2025-09-11T16:07:02.603" v="432" actId="1076"/>
          <ac:picMkLst>
            <pc:docMk/>
            <pc:sldMk cId="1919210051" sldId="262"/>
            <ac:picMk id="10" creationId="{B0F524BC-E73D-AD80-9D61-F102D8BDAF83}"/>
          </ac:picMkLst>
        </pc:picChg>
      </pc:sldChg>
      <pc:sldChg chg="modSp mod modNotesTx">
        <pc:chgData name="Jackett, Stephen" userId="0bef1c98-69b1-48e4-bc92-135240dc0a47" providerId="ADAL" clId="{3DF98CC6-AFAF-4CD8-8913-53EC7520F35F}" dt="2025-09-11T16:12:59.541" v="469" actId="20577"/>
        <pc:sldMkLst>
          <pc:docMk/>
          <pc:sldMk cId="2692185011" sldId="263"/>
        </pc:sldMkLst>
        <pc:spChg chg="mod">
          <ac:chgData name="Jackett, Stephen" userId="0bef1c98-69b1-48e4-bc92-135240dc0a47" providerId="ADAL" clId="{3DF98CC6-AFAF-4CD8-8913-53EC7520F35F}" dt="2025-09-11T16:12:00.145" v="455" actId="20577"/>
          <ac:spMkLst>
            <pc:docMk/>
            <pc:sldMk cId="2692185011" sldId="263"/>
            <ac:spMk id="2" creationId="{3AC41D4B-3088-F15F-48B8-69381F4D81AE}"/>
          </ac:spMkLst>
        </pc:spChg>
        <pc:spChg chg="mod">
          <ac:chgData name="Jackett, Stephen" userId="0bef1c98-69b1-48e4-bc92-135240dc0a47" providerId="ADAL" clId="{3DF98CC6-AFAF-4CD8-8913-53EC7520F35F}" dt="2025-09-11T16:12:09.986" v="457" actId="20577"/>
          <ac:spMkLst>
            <pc:docMk/>
            <pc:sldMk cId="2692185011" sldId="263"/>
            <ac:spMk id="4" creationId="{887DBC68-E6E4-F746-AF1A-058E99F8C7D0}"/>
          </ac:spMkLst>
        </pc:spChg>
        <pc:spChg chg="mod">
          <ac:chgData name="Jackett, Stephen" userId="0bef1c98-69b1-48e4-bc92-135240dc0a47" providerId="ADAL" clId="{3DF98CC6-AFAF-4CD8-8913-53EC7520F35F}" dt="2025-09-11T16:11:06.721" v="445" actId="20577"/>
          <ac:spMkLst>
            <pc:docMk/>
            <pc:sldMk cId="2692185011" sldId="263"/>
            <ac:spMk id="5" creationId="{9E0CCFC0-438C-0DF6-122C-7F0483A97BCC}"/>
          </ac:spMkLst>
        </pc:spChg>
        <pc:spChg chg="mod">
          <ac:chgData name="Jackett, Stephen" userId="0bef1c98-69b1-48e4-bc92-135240dc0a47" providerId="ADAL" clId="{3DF98CC6-AFAF-4CD8-8913-53EC7520F35F}" dt="2025-09-11T16:11:39.197" v="451" actId="20577"/>
          <ac:spMkLst>
            <pc:docMk/>
            <pc:sldMk cId="2692185011" sldId="263"/>
            <ac:spMk id="9" creationId="{108F7866-49F7-D8B6-74CD-A1E34DDBE005}"/>
          </ac:spMkLst>
        </pc:spChg>
      </pc:sldChg>
      <pc:sldChg chg="modSp mod">
        <pc:chgData name="Jackett, Stephen" userId="0bef1c98-69b1-48e4-bc92-135240dc0a47" providerId="ADAL" clId="{3DF98CC6-AFAF-4CD8-8913-53EC7520F35F}" dt="2025-09-11T15:34:25.444" v="16" actId="20577"/>
        <pc:sldMkLst>
          <pc:docMk/>
          <pc:sldMk cId="392814229" sldId="277"/>
        </pc:sldMkLst>
        <pc:spChg chg="mod">
          <ac:chgData name="Jackett, Stephen" userId="0bef1c98-69b1-48e4-bc92-135240dc0a47" providerId="ADAL" clId="{3DF98CC6-AFAF-4CD8-8913-53EC7520F35F}" dt="2025-09-11T15:34:25.444" v="16" actId="20577"/>
          <ac:spMkLst>
            <pc:docMk/>
            <pc:sldMk cId="392814229" sldId="277"/>
            <ac:spMk id="2" creationId="{25AD458A-1352-B9FC-2354-0057B6D34F9D}"/>
          </ac:spMkLst>
        </pc:spChg>
      </pc:sldChg>
      <pc:sldChg chg="addSp delSp modSp mod modNotesTx">
        <pc:chgData name="Jackett, Stephen" userId="0bef1c98-69b1-48e4-bc92-135240dc0a47" providerId="ADAL" clId="{3DF98CC6-AFAF-4CD8-8913-53EC7520F35F}" dt="2025-09-11T16:12:46.185" v="463" actId="20577"/>
        <pc:sldMkLst>
          <pc:docMk/>
          <pc:sldMk cId="3344193923" sldId="279"/>
        </pc:sldMkLst>
        <pc:spChg chg="mod">
          <ac:chgData name="Jackett, Stephen" userId="0bef1c98-69b1-48e4-bc92-135240dc0a47" providerId="ADAL" clId="{3DF98CC6-AFAF-4CD8-8913-53EC7520F35F}" dt="2025-09-11T15:35:13.314" v="20" actId="20577"/>
          <ac:spMkLst>
            <pc:docMk/>
            <pc:sldMk cId="3344193923" sldId="279"/>
            <ac:spMk id="2" creationId="{331654D8-A185-D8DB-3661-C3BADACA9471}"/>
          </ac:spMkLst>
        </pc:spChg>
        <pc:spChg chg="mod">
          <ac:chgData name="Jackett, Stephen" userId="0bef1c98-69b1-48e4-bc92-135240dc0a47" providerId="ADAL" clId="{3DF98CC6-AFAF-4CD8-8913-53EC7520F35F}" dt="2025-09-11T15:41:48.512" v="53" actId="20577"/>
          <ac:spMkLst>
            <pc:docMk/>
            <pc:sldMk cId="3344193923" sldId="279"/>
            <ac:spMk id="8" creationId="{5614485D-CF0C-75DB-CDD0-EBD96619F994}"/>
          </ac:spMkLst>
        </pc:spChg>
        <pc:spChg chg="mod">
          <ac:chgData name="Jackett, Stephen" userId="0bef1c98-69b1-48e4-bc92-135240dc0a47" providerId="ADAL" clId="{3DF98CC6-AFAF-4CD8-8913-53EC7520F35F}" dt="2025-09-11T15:36:56.894" v="25" actId="20577"/>
          <ac:spMkLst>
            <pc:docMk/>
            <pc:sldMk cId="3344193923" sldId="279"/>
            <ac:spMk id="9" creationId="{D88D1150-DCC6-154B-CD24-13B7A46ABE12}"/>
          </ac:spMkLst>
        </pc:spChg>
        <pc:spChg chg="mod">
          <ac:chgData name="Jackett, Stephen" userId="0bef1c98-69b1-48e4-bc92-135240dc0a47" providerId="ADAL" clId="{3DF98CC6-AFAF-4CD8-8913-53EC7520F35F}" dt="2025-09-11T15:39:26.283" v="34" actId="20577"/>
          <ac:spMkLst>
            <pc:docMk/>
            <pc:sldMk cId="3344193923" sldId="279"/>
            <ac:spMk id="10" creationId="{A36783B1-9F12-5A6F-4302-9CCFC09CEEED}"/>
          </ac:spMkLst>
        </pc:spChg>
        <pc:spChg chg="mod">
          <ac:chgData name="Jackett, Stephen" userId="0bef1c98-69b1-48e4-bc92-135240dc0a47" providerId="ADAL" clId="{3DF98CC6-AFAF-4CD8-8913-53EC7520F35F}" dt="2025-09-11T15:40:28.461" v="43" actId="20577"/>
          <ac:spMkLst>
            <pc:docMk/>
            <pc:sldMk cId="3344193923" sldId="279"/>
            <ac:spMk id="11" creationId="{8ACFBB10-8705-E435-9A87-F5A52476F169}"/>
          </ac:spMkLst>
        </pc:spChg>
        <pc:spChg chg="mod">
          <ac:chgData name="Jackett, Stephen" userId="0bef1c98-69b1-48e4-bc92-135240dc0a47" providerId="ADAL" clId="{3DF98CC6-AFAF-4CD8-8913-53EC7520F35F}" dt="2025-09-11T15:40:49.830" v="47" actId="20577"/>
          <ac:spMkLst>
            <pc:docMk/>
            <pc:sldMk cId="3344193923" sldId="279"/>
            <ac:spMk id="12" creationId="{D3CA3519-1C08-F298-D64A-226021A67510}"/>
          </ac:spMkLst>
        </pc:spChg>
        <pc:spChg chg="mod">
          <ac:chgData name="Jackett, Stephen" userId="0bef1c98-69b1-48e4-bc92-135240dc0a47" providerId="ADAL" clId="{3DF98CC6-AFAF-4CD8-8913-53EC7520F35F}" dt="2025-09-11T15:40:07.520" v="38" actId="113"/>
          <ac:spMkLst>
            <pc:docMk/>
            <pc:sldMk cId="3344193923" sldId="279"/>
            <ac:spMk id="13" creationId="{A0C5BBD7-49FC-4A43-6B6F-EF7FCD64931D}"/>
          </ac:spMkLst>
        </pc:spChg>
        <pc:spChg chg="mod">
          <ac:chgData name="Jackett, Stephen" userId="0bef1c98-69b1-48e4-bc92-135240dc0a47" providerId="ADAL" clId="{3DF98CC6-AFAF-4CD8-8913-53EC7520F35F}" dt="2025-09-11T15:39:52.567" v="37" actId="108"/>
          <ac:spMkLst>
            <pc:docMk/>
            <pc:sldMk cId="3344193923" sldId="279"/>
            <ac:spMk id="16" creationId="{6736564F-7A06-9357-B584-E88675B75FAB}"/>
          </ac:spMkLst>
        </pc:spChg>
        <pc:spChg chg="mod">
          <ac:chgData name="Jackett, Stephen" userId="0bef1c98-69b1-48e4-bc92-135240dc0a47" providerId="ADAL" clId="{3DF98CC6-AFAF-4CD8-8913-53EC7520F35F}" dt="2025-09-11T15:40:36.576" v="45" actId="108"/>
          <ac:spMkLst>
            <pc:docMk/>
            <pc:sldMk cId="3344193923" sldId="279"/>
            <ac:spMk id="17" creationId="{9CEB3F3E-AE7B-E25D-672A-BD5FB5C47AEB}"/>
          </ac:spMkLst>
        </pc:spChg>
        <pc:spChg chg="mod">
          <ac:chgData name="Jackett, Stephen" userId="0bef1c98-69b1-48e4-bc92-135240dc0a47" providerId="ADAL" clId="{3DF98CC6-AFAF-4CD8-8913-53EC7520F35F}" dt="2025-09-11T15:41:14.065" v="50" actId="108"/>
          <ac:spMkLst>
            <pc:docMk/>
            <pc:sldMk cId="3344193923" sldId="279"/>
            <ac:spMk id="18" creationId="{89012DA2-07C6-3348-9608-85DF9E9B4F5B}"/>
          </ac:spMkLst>
        </pc:spChg>
        <pc:picChg chg="mod">
          <ac:chgData name="Jackett, Stephen" userId="0bef1c98-69b1-48e4-bc92-135240dc0a47" providerId="ADAL" clId="{3DF98CC6-AFAF-4CD8-8913-53EC7520F35F}" dt="2025-09-11T15:45:08.956" v="95" actId="1038"/>
          <ac:picMkLst>
            <pc:docMk/>
            <pc:sldMk cId="3344193923" sldId="279"/>
            <ac:picMk id="15" creationId="{F23DC398-FB17-8C0B-7A03-86016CA01EA5}"/>
          </ac:picMkLst>
        </pc:picChg>
      </pc:sldChg>
    </pc:docChg>
  </pc:docChgLst>
  <pc:docChgLst>
    <pc:chgData name="Jackett, Stephen" userId="0bef1c98-69b1-48e4-bc92-135240dc0a47" providerId="ADAL" clId="{0B22F565-BBB8-4236-8480-45193668518B}"/>
    <pc:docChg chg="custSel addSld modSld modMainMaster">
      <pc:chgData name="Jackett, Stephen" userId="0bef1c98-69b1-48e4-bc92-135240dc0a47" providerId="ADAL" clId="{0B22F565-BBB8-4236-8480-45193668518B}" dt="2025-03-10T15:05:44.220" v="94" actId="478"/>
      <pc:docMkLst>
        <pc:docMk/>
      </pc:docMkLst>
      <pc:sldChg chg="delSp modSp new mod modClrScheme chgLayout">
        <pc:chgData name="Jackett, Stephen" userId="0bef1c98-69b1-48e4-bc92-135240dc0a47" providerId="ADAL" clId="{0B22F565-BBB8-4236-8480-45193668518B}" dt="2025-03-10T15:05:44.220" v="94" actId="478"/>
        <pc:sldMkLst>
          <pc:docMk/>
          <pc:sldMk cId="502796867" sldId="264"/>
        </pc:sldMkLst>
      </pc:sldChg>
      <pc:sldChg chg="modSp mod">
        <pc:chgData name="Jackett, Stephen" userId="0bef1c98-69b1-48e4-bc92-135240dc0a47" providerId="ADAL" clId="{0B22F565-BBB8-4236-8480-45193668518B}" dt="2025-03-06T18:00:11.611" v="0" actId="20577"/>
        <pc:sldMkLst>
          <pc:docMk/>
          <pc:sldMk cId="936439989" sldId="265"/>
        </pc:sldMkLst>
      </pc:sldChg>
      <pc:sldChg chg="modTransition">
        <pc:chgData name="Jackett, Stephen" userId="0bef1c98-69b1-48e4-bc92-135240dc0a47" providerId="ADAL" clId="{0B22F565-BBB8-4236-8480-45193668518B}" dt="2025-03-06T19:19:01.655" v="9"/>
        <pc:sldMkLst>
          <pc:docMk/>
          <pc:sldMk cId="1213963974" sldId="269"/>
        </pc:sldMkLst>
      </pc:sldChg>
      <pc:sldChg chg="modSp mod">
        <pc:chgData name="Jackett, Stephen" userId="0bef1c98-69b1-48e4-bc92-135240dc0a47" providerId="ADAL" clId="{0B22F565-BBB8-4236-8480-45193668518B}" dt="2025-03-06T18:03:00.436" v="6" actId="5793"/>
        <pc:sldMkLst>
          <pc:docMk/>
          <pc:sldMk cId="4096916883" sldId="272"/>
        </pc:sldMkLst>
      </pc:sldChg>
      <pc:sldChg chg="modSp mod">
        <pc:chgData name="Jackett, Stephen" userId="0bef1c98-69b1-48e4-bc92-135240dc0a47" providerId="ADAL" clId="{0B22F565-BBB8-4236-8480-45193668518B}" dt="2025-03-06T18:04:08.661" v="8" actId="20577"/>
        <pc:sldMkLst>
          <pc:docMk/>
          <pc:sldMk cId="673620753" sldId="273"/>
        </pc:sldMkLst>
      </pc:sldChg>
      <pc:sldChg chg="modTransition">
        <pc:chgData name="Jackett, Stephen" userId="0bef1c98-69b1-48e4-bc92-135240dc0a47" providerId="ADAL" clId="{0B22F565-BBB8-4236-8480-45193668518B}" dt="2025-03-06T19:19:03.627" v="10"/>
        <pc:sldMkLst>
          <pc:docMk/>
          <pc:sldMk cId="3302036192" sldId="290"/>
        </pc:sldMkLst>
      </pc:sldChg>
      <pc:sldMasterChg chg="modSldLayout">
        <pc:chgData name="Jackett, Stephen" userId="0bef1c98-69b1-48e4-bc92-135240dc0a47" providerId="ADAL" clId="{0B22F565-BBB8-4236-8480-45193668518B}" dt="2025-03-10T15:05:21.868" v="93" actId="948"/>
        <pc:sldMasterMkLst>
          <pc:docMk/>
          <pc:sldMasterMk cId="3751961532" sldId="2147483994"/>
        </pc:sldMasterMkLst>
        <pc:sldLayoutChg chg="modSp mod">
          <pc:chgData name="Jackett, Stephen" userId="0bef1c98-69b1-48e4-bc92-135240dc0a47" providerId="ADAL" clId="{0B22F565-BBB8-4236-8480-45193668518B}" dt="2025-03-10T15:05:21.868" v="93" actId="948"/>
          <pc:sldLayoutMkLst>
            <pc:docMk/>
            <pc:sldMasterMk cId="3751961532" sldId="2147483994"/>
            <pc:sldLayoutMk cId="3434534552" sldId="2147484036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B92D82-DD40-D190-F54F-73108D65B2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9E0809-0579-ECA6-B959-83DBE12C0B6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CBCD86-B713-46CA-855A-96E09A86158B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CD8669-4E51-2EFA-E666-C87EE30C5E8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E943E8-C6D3-67AB-30DA-74F58FCD73A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804C4-C26C-419B-A2EE-B336490484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842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046AC-EED7-41FA-BDCA-83492A3F0D00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1F7A6-E4FD-484E-8613-7840100760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927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3.emf"/><Relationship Id="rId6" Type="http://schemas.openxmlformats.org/officeDocument/2006/relationships/image" Target="../media/image4.png"/><Relationship Id="rId7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image" Target="../media/image11.sv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3.emf"/><Relationship Id="rId6" Type="http://schemas.openxmlformats.org/officeDocument/2006/relationships/image" Target="../media/image14.png"/><Relationship Id="rId7" Type="http://schemas.openxmlformats.org/officeDocument/2006/relationships/image" Target="../media/image15.sv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tags" Target="../tags/tag10.xml"/><Relationship Id="rId6" Type="http://schemas.openxmlformats.org/officeDocument/2006/relationships/tags" Target="../tags/tag11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16.emf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7.jpe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7.jpe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19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9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5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20.emf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jpe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7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29.emf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0.png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_rels/slideLayout2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58268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2787299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29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181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6103538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087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1" y="303001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5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0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12">
            <a:extLst>
              <a:ext uri="{FF2B5EF4-FFF2-40B4-BE49-F238E27FC236}">
                <a16:creationId xmlns:a16="http://schemas.microsoft.com/office/drawing/2014/main" id="{411A6808-FA9A-4598-87E1-C9CD7E69B8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15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4846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5030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5" y="61892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1" y="149095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3" y="24272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6" y="35223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09" y="448551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599" y="53438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1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8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0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6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4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52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7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6" y="6189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6" y="1490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1" y="239383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1" y="35223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6" y="448551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6" y="53438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2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6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1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420342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897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365061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3" y="113450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5" y="299390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7" y="47650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4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251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5" y="929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2" y="19006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1" y="29932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3" y="408338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5" y="505438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8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899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2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543699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14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416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941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123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838498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260792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012981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923200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67728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019419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63934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31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2F56B58-0B36-428A-B0BE-4574BA2F5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828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85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12">
            <a:extLst>
              <a:ext uri="{FF2B5EF4-FFF2-40B4-BE49-F238E27FC236}">
                <a16:creationId xmlns:a16="http://schemas.microsoft.com/office/drawing/2014/main" id="{B602D3CF-7375-4049-9258-8A87495F73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735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76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436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75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250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07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7383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1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026277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10153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3546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642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87097A1A-9ECB-4F0C-B6E1-14D2D8C094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573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96518993-75B4-4F40-A5EB-71E232CA85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64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8237031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077508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0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198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73811040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0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4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49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3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943223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7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BD75A-6B61-9441-8CE4-F0FC479087C4}"/>
              </a:ext>
            </a:extLst>
          </p:cNvPr>
          <p:cNvSpPr/>
          <p:nvPr userDrawn="1"/>
        </p:nvSpPr>
        <p:spPr>
          <a:xfrm>
            <a:off x="1" y="6183203"/>
            <a:ext cx="12192000" cy="67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B10C90B1-4A2A-4756-A976-A1F4FE5469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25565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A0D93C59-0F95-6442-A8BF-7DDE07DA82C7}"/>
              </a:ext>
            </a:extLst>
          </p:cNvPr>
          <p:cNvSpPr/>
          <p:nvPr userDrawn="1"/>
        </p:nvSpPr>
        <p:spPr>
          <a:xfrm>
            <a:off x="10342179" y="5402111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70315" y="5730225"/>
            <a:ext cx="2451372" cy="52646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2975751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2400">
              <a:latin typeface="+mj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5974BA7-AD04-7A43-81DD-B98B549B07CB}"/>
              </a:ext>
            </a:extLst>
          </p:cNvPr>
          <p:cNvSpPr txBox="1">
            <a:spLocks/>
          </p:cNvSpPr>
          <p:nvPr userDrawn="1"/>
        </p:nvSpPr>
        <p:spPr>
          <a:xfrm>
            <a:off x="-1375" y="6508319"/>
            <a:ext cx="12192000" cy="280108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3088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System Font Regular"/>
              <a:buChar char="–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9300" indent="-1762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3600" indent="-19050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Courier New" panose="02070309020205020404" pitchFamily="49" charset="0"/>
              <a:buChar char="o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dirty="0">
                <a:latin typeface="Montserrat" pitchFamily="2" charset="77"/>
              </a:rPr>
              <a:t>© 2025 Organon group of companies. All rights reserved. ORGANON and the ORGANON Logo are trademarks of the Organon group of companies.					                   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800" dirty="0">
                <a:latin typeface="Montserrat" pitchFamily="2" charset="77"/>
              </a:rPr>
              <a:t>US-NON-111219     09/25</a:t>
            </a:r>
            <a:br>
              <a:rPr lang="en-US" sz="800" dirty="0">
                <a:latin typeface="Montserrat" pitchFamily="2" charset="77"/>
              </a:rPr>
            </a:br>
            <a:endParaRPr lang="en-US" sz="800" dirty="0"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34534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720274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1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6707613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19" name="Object 1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211667" cy="211667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733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Montserrat" panose="00000500000000000000" pitchFamily="2" charset="0"/>
            </a:endParaRPr>
          </a:p>
        </p:txBody>
      </p:sp>
      <p:grpSp>
        <p:nvGrpSpPr>
          <p:cNvPr id="17" name="Group 16"/>
          <p:cNvGrpSpPr/>
          <p:nvPr userDrawn="1"/>
        </p:nvGrpSpPr>
        <p:grpSpPr>
          <a:xfrm>
            <a:off x="2" y="0"/>
            <a:ext cx="11251473" cy="6551253"/>
            <a:chOff x="0" y="0"/>
            <a:chExt cx="8438605" cy="491344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0E93B47-1235-C54B-81D2-D02E94505843}"/>
                </a:ext>
              </a:extLst>
            </p:cNvPr>
            <p:cNvSpPr/>
            <p:nvPr userDrawn="1"/>
          </p:nvSpPr>
          <p:spPr>
            <a:xfrm>
              <a:off x="2127485" y="4231469"/>
              <a:ext cx="681971" cy="681971"/>
            </a:xfrm>
            <a:prstGeom prst="ellipse">
              <a:avLst/>
            </a:prstGeom>
            <a:solidFill>
              <a:srgbClr val="54B94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74AFD015-0D1F-3547-8CF1-90942E7ACF2E}"/>
                </a:ext>
              </a:extLst>
            </p:cNvPr>
            <p:cNvSpPr/>
            <p:nvPr userDrawn="1"/>
          </p:nvSpPr>
          <p:spPr>
            <a:xfrm>
              <a:off x="7756633" y="0"/>
              <a:ext cx="681972" cy="351638"/>
            </a:xfrm>
            <a:custGeom>
              <a:avLst/>
              <a:gdLst>
                <a:gd name="connsiteX0" fmla="*/ 1074 w 681972"/>
                <a:gd name="connsiteY0" fmla="*/ 0 h 351638"/>
                <a:gd name="connsiteX1" fmla="*/ 680898 w 681972"/>
                <a:gd name="connsiteY1" fmla="*/ 0 h 351638"/>
                <a:gd name="connsiteX2" fmla="*/ 681972 w 681972"/>
                <a:gd name="connsiteY2" fmla="*/ 10652 h 351638"/>
                <a:gd name="connsiteX3" fmla="*/ 340986 w 681972"/>
                <a:gd name="connsiteY3" fmla="*/ 351638 h 351638"/>
                <a:gd name="connsiteX4" fmla="*/ 0 w 681972"/>
                <a:gd name="connsiteY4" fmla="*/ 10652 h 351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1972" h="351638">
                  <a:moveTo>
                    <a:pt x="1074" y="0"/>
                  </a:moveTo>
                  <a:lnTo>
                    <a:pt x="680898" y="0"/>
                  </a:lnTo>
                  <a:lnTo>
                    <a:pt x="681972" y="10652"/>
                  </a:lnTo>
                  <a:cubicBezTo>
                    <a:pt x="681972" y="198973"/>
                    <a:pt x="529307" y="351638"/>
                    <a:pt x="340986" y="351638"/>
                  </a:cubicBezTo>
                  <a:cubicBezTo>
                    <a:pt x="152665" y="351638"/>
                    <a:pt x="0" y="198973"/>
                    <a:pt x="0" y="10652"/>
                  </a:cubicBezTo>
                  <a:close/>
                </a:path>
              </a:pathLst>
            </a:custGeom>
            <a:solidFill>
              <a:srgbClr val="1B419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74D8618-1342-4C42-94BD-C150DF3C1928}"/>
                </a:ext>
              </a:extLst>
            </p:cNvPr>
            <p:cNvSpPr/>
            <p:nvPr userDrawn="1"/>
          </p:nvSpPr>
          <p:spPr>
            <a:xfrm>
              <a:off x="0" y="1421025"/>
              <a:ext cx="1408542" cy="681972"/>
            </a:xfrm>
            <a:custGeom>
              <a:avLst/>
              <a:gdLst>
                <a:gd name="connsiteX0" fmla="*/ 0 w 1408542"/>
                <a:gd name="connsiteY0" fmla="*/ 0 h 681972"/>
                <a:gd name="connsiteX1" fmla="*/ 1067556 w 1408542"/>
                <a:gd name="connsiteY1" fmla="*/ 0 h 681972"/>
                <a:gd name="connsiteX2" fmla="*/ 1408542 w 1408542"/>
                <a:gd name="connsiteY2" fmla="*/ 340986 h 681972"/>
                <a:gd name="connsiteX3" fmla="*/ 1408541 w 1408542"/>
                <a:gd name="connsiteY3" fmla="*/ 340986 h 681972"/>
                <a:gd name="connsiteX4" fmla="*/ 1067555 w 1408542"/>
                <a:gd name="connsiteY4" fmla="*/ 681972 h 681972"/>
                <a:gd name="connsiteX5" fmla="*/ 0 w 1408542"/>
                <a:gd name="connsiteY5" fmla="*/ 681971 h 681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8542" h="681972">
                  <a:moveTo>
                    <a:pt x="0" y="0"/>
                  </a:moveTo>
                  <a:lnTo>
                    <a:pt x="1067556" y="0"/>
                  </a:lnTo>
                  <a:cubicBezTo>
                    <a:pt x="1255877" y="0"/>
                    <a:pt x="1408542" y="152665"/>
                    <a:pt x="1408542" y="340986"/>
                  </a:cubicBezTo>
                  <a:lnTo>
                    <a:pt x="1408541" y="340986"/>
                  </a:lnTo>
                  <a:cubicBezTo>
                    <a:pt x="1408541" y="529307"/>
                    <a:pt x="1255876" y="681972"/>
                    <a:pt x="1067555" y="681972"/>
                  </a:cubicBezTo>
                  <a:lnTo>
                    <a:pt x="0" y="681971"/>
                  </a:lnTo>
                  <a:close/>
                </a:path>
              </a:pathLst>
            </a:custGeom>
            <a:solidFill>
              <a:srgbClr val="E2017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2" name="Date Placeholder 2"/>
          <p:cNvSpPr>
            <a:spLocks noGrp="1"/>
          </p:cNvSpPr>
          <p:nvPr>
            <p:ph type="dt" sz="half" idx="10"/>
          </p:nvPr>
        </p:nvSpPr>
        <p:spPr>
          <a:xfrm>
            <a:off x="8336281" y="6514010"/>
            <a:ext cx="1482051" cy="123111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bg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vert="horz"/>
          <a:lstStyle>
            <a:lvl1pPr>
              <a:defRPr sz="3600" b="1"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457200" y="4025416"/>
            <a:ext cx="10538293" cy="684208"/>
          </a:xfrm>
        </p:spPr>
        <p:txBody>
          <a:bodyPr/>
          <a:lstStyle>
            <a:lvl1pPr>
              <a:defRPr sz="2800" b="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0" name="Graphic 9">
            <a:extLst>
              <a:ext uri="{FF2B5EF4-FFF2-40B4-BE49-F238E27FC236}">
                <a16:creationId xmlns:a16="http://schemas.microsoft.com/office/drawing/2014/main" id="{D3FE0F32-6A39-2143-8C31-4818256ECAE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688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61" y="446468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3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15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61731" y="320418"/>
            <a:ext cx="7585276" cy="6217164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632282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255586" y="8861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917710" y="1758174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293470" y="266105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293471" y="37895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934996" y="4752734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6255587" y="561107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95062" y="88647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07067" y="1758500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3507" y="266138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03507" y="3789888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4354" y="475273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95062" y="561140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39870"/>
            <a:ext cx="6588376" cy="5169844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3195479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40198"/>
            <a:ext cx="6546455" cy="5177605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255586" y="88614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917710" y="1758174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293470" y="266105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293471" y="3789562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934996" y="4752734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6255587" y="561107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95062" y="88647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07067" y="1758500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3507" y="266138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03507" y="3789888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4354" y="475273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95062" y="5611403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61731" y="320418"/>
            <a:ext cx="7585276" cy="6217164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729318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10023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03316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123532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08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89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58438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1824562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1824562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1824562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1824562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93282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lack Box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1C37-3CCB-744D-90B5-2725D9780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43892"/>
            <a:ext cx="3373582" cy="99010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E40B1A-49F3-144D-9C0E-D5201105EA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368AD-AC3A-8448-81E7-9702A1829AC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3BFE50-A81A-AB46-A7A2-9666CFCFCC92}"/>
              </a:ext>
            </a:extLst>
          </p:cNvPr>
          <p:cNvSpPr/>
          <p:nvPr userDrawn="1"/>
        </p:nvSpPr>
        <p:spPr>
          <a:xfrm>
            <a:off x="4504267" y="658812"/>
            <a:ext cx="7687733" cy="55895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4CE58A-1238-494D-8A79-4A58EDE398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5800" y="2714626"/>
            <a:ext cx="3373438" cy="35337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A8B4FD5-364F-1749-8E54-56046D8783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78582" y="1343892"/>
            <a:ext cx="6227618" cy="43780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9FBDEC-2CAC-954E-AA5E-6D9A9B7E87CC}"/>
              </a:ext>
            </a:extLst>
          </p:cNvPr>
          <p:cNvSpPr/>
          <p:nvPr userDrawn="1"/>
        </p:nvSpPr>
        <p:spPr>
          <a:xfrm>
            <a:off x="8474601" y="6445628"/>
            <a:ext cx="3031599" cy="230832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US"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Proprietary and Confidential Property of Real Chemistry</a:t>
            </a:r>
          </a:p>
        </p:txBody>
      </p:sp>
    </p:spTree>
    <p:extLst>
      <p:ext uri="{BB962C8B-B14F-4D97-AF65-F5344CB8AC3E}">
        <p14:creationId xmlns:p14="http://schemas.microsoft.com/office/powerpoint/2010/main" val="191533142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9969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03429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30162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400236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157201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131721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968980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242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9965745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6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136369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050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1554E-EAE4-4B4F-BD0C-EE22B6F11A1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85EA0C90-6E04-9519-5664-EFB413590A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828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584715DF-8F1D-4D98-BA52-64772637F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20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3B465F0-03D2-4F19-9B30-B7B390891A5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1E4AFAC3-CC8F-D620-D3F2-0956FFB078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240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4351FD-D03E-466B-A677-D6028D5A69E5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5BD8FD2E-E77A-C383-302D-74387880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054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3DFC7D-C32E-4AD7-9BD9-C7B1D9FB59D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D2D04CF8-85CD-B3A2-619B-72A28CC9D9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211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30D83-BDA4-4DC1-9651-732FC429A4A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17BD4CE0-6B80-ECF8-CC61-9423ABA248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130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7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9EC0EC0-A245-410F-9859-77595118E4BE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938C2D30-4F3F-7BD2-E701-5C0FE5D3BD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15503" y="6301031"/>
            <a:ext cx="2098751" cy="458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21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B73DB2B-0F7D-4740-AAFB-08A4184D1C18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87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2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6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3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1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3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1F6646F-EFE6-CC40-B267-62108C5E03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513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32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08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4105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328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8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625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129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624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172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072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6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312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044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765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5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21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3" y="1295400"/>
            <a:ext cx="11241111" cy="467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FCFFF2E-8320-4800-B48F-6DD8C98A9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7451" y="6346628"/>
            <a:ext cx="2182304" cy="36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25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7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5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25058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2787300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90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3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100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5" y="2070574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5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349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3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03130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2787300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9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32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948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4" y="2070572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3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083E8D7-169D-F840-B363-AD6AFF16A6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103539"/>
            <a:ext cx="2451372" cy="52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40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3" y="303004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7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2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12">
            <a:extLst>
              <a:ext uri="{FF2B5EF4-FFF2-40B4-BE49-F238E27FC236}">
                <a16:creationId xmlns:a16="http://schemas.microsoft.com/office/drawing/2014/main" id="{411A6808-FA9A-4598-87E1-C9CD7E69B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90317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3" y="1569463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9500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4" y="1569463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1842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6" y="335799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9" y="61892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5" y="149095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7" y="24272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30" y="352234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13" y="448551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603" y="534385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9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1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7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5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22752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5" y="835269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49" y="370774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9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50" y="6189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30" y="149095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5" y="2393842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5" y="352234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30" y="448551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50" y="534385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7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3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50" y="1420346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02934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9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22" y="1365065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7" y="113450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8" y="2993909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81" y="476506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5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016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5" y="835269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9" y="92995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6" y="19006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5" y="299323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7" y="408339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9" y="505439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9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901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3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49" y="370774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50" y="1543700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52077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3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55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77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0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2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765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5" y="4709629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7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5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345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5" y="2070574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5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694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39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355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080" marR="0" indent="-243817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09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79106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832538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515474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40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53323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88233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167140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829819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90" y="1578870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1" y="1576553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97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6" y="335798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7" y="61892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3" y="14909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6" y="242724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9" y="352234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11" y="448551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602" y="5343858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9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1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7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5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1FBDC1D9-9D8E-4EF9-B12C-A0D05E86D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342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3" y="835268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49" y="370773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9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9" y="618926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8" y="14909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3" y="23938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3" y="352234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9" y="448551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9" y="534385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3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7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3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9" y="1420345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4" name="Graphic 12">
            <a:extLst>
              <a:ext uri="{FF2B5EF4-FFF2-40B4-BE49-F238E27FC236}">
                <a16:creationId xmlns:a16="http://schemas.microsoft.com/office/drawing/2014/main" id="{D7B20128-E9B2-4544-A71F-6A28D98208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174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8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21" y="1365064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6" y="1134506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7" y="2993907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9" y="476506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5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1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A07DA32D-B617-4963-B3A9-B9BD7DBC32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466380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3" y="835268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8" y="9299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5" y="1900626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4" y="2993230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6" y="408339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7" y="5054390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9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901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3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49" y="370773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9" y="1543700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77760655-B6DB-49FD-BC4B-CCB7D5B75C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82380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641962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6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3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4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6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9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1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3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2D0336FD-04EA-4C09-8579-6ACC7BB7A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83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3" y="4818844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3" y="4709627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5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5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3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0EFC21C6-F50B-4774-BC69-4FF755A1D5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47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19353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4" y="2070572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9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3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126098D9-534A-4BBE-BE76-6581AFF105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909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55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376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10" marR="0" indent="-243823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32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250708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78660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7991813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8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2565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1215485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983397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099780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9" y="1578869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1" y="1576553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6056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2F56B58-0B36-428A-B0BE-4574BA2F5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49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850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12">
            <a:extLst>
              <a:ext uri="{FF2B5EF4-FFF2-40B4-BE49-F238E27FC236}">
                <a16:creationId xmlns:a16="http://schemas.microsoft.com/office/drawing/2014/main" id="{B602D3CF-7375-4049-9258-8A87495F73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987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3" y="49508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8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5" y="1208669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9" y="1414861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1" y="4935465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7" y="4893429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3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0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147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3"/>
            <a:ext cx="2345267" cy="493183"/>
          </a:xfrm>
        </p:spPr>
        <p:txBody>
          <a:bodyPr/>
          <a:lstStyle>
            <a:lvl1pPr marL="0" marR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3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3"/>
            <a:ext cx="2345267" cy="493183"/>
          </a:xfrm>
        </p:spPr>
        <p:txBody>
          <a:bodyPr/>
          <a:lstStyle>
            <a:lvl1pPr marL="0" marR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807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73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39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55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080" marR="0" indent="-243817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09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98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  <p15:guide id="4" orient="horz" pos="5653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5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30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5263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5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5762431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5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5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77770041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2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2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6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6"/>
            <a:ext cx="2420085" cy="3555061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7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4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7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200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24916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6" y="2404885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54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44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>
          <p15:clr>
            <a:srgbClr val="FBAE40"/>
          </p15:clr>
        </p15:guide>
        <p15:guide id="2" pos="5120">
          <p15:clr>
            <a:srgbClr val="FBAE40"/>
          </p15:clr>
        </p15:guide>
        <p15:guide id="3" pos="384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3" y="49508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7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5" y="1208669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9" y="1414861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1" y="4935465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7" y="4893429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3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8BD629C-E5E9-4854-9D7A-0A824956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942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1"/>
            <a:ext cx="2345267" cy="493183"/>
          </a:xfrm>
        </p:spPr>
        <p:txBody>
          <a:bodyPr/>
          <a:lstStyle>
            <a:lvl1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1DA2FFC-2A09-46AF-B04B-B791A766B8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748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7" y="1489631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9" y="4440931"/>
            <a:ext cx="2345267" cy="493183"/>
          </a:xfrm>
        </p:spPr>
        <p:txBody>
          <a:bodyPr/>
          <a:lstStyle>
            <a:lvl1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5C2857E4-F7C4-4875-8927-388BF1647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29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1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79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3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3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55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376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10" marR="0" indent="-243823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32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38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4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9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2983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4030475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4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5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5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5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1" y="2401889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2729699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2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2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6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6"/>
            <a:ext cx="2420085" cy="3555061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7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4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7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200" y="1366321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200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464515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4" y="2404883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382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79B7C261-6DEB-4646-B1DC-C6F941069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0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193536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5" name="Graphic 12">
            <a:extLst>
              <a:ext uri="{FF2B5EF4-FFF2-40B4-BE49-F238E27FC236}">
                <a16:creationId xmlns:a16="http://schemas.microsoft.com/office/drawing/2014/main" id="{87097A1A-9ECB-4F0C-B6E1-14D2D8C094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250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7" y="234428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6" y="5164274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4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6" y="1910342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96518993-75B4-4F40-A5EB-71E232CA85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442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3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216867147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7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40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844632561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7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7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5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202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5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4146292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68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6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80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9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8" algn="l" defTabSz="304768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5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5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78" marR="0" indent="-228578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09" marR="0" lvl="0" indent="-121909" algn="l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900903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9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7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081725562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7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703409394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6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6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4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732529825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9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76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76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55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32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1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87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64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440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218" algn="l" defTabSz="304776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5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5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84" marR="0" indent="-228584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2" marR="0" lvl="0" indent="-121912" algn="l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8536081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9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BD75A-6B61-9441-8CE4-F0FC479087C4}"/>
              </a:ext>
            </a:extLst>
          </p:cNvPr>
          <p:cNvSpPr/>
          <p:nvPr userDrawn="1"/>
        </p:nvSpPr>
        <p:spPr>
          <a:xfrm>
            <a:off x="1" y="6199245"/>
            <a:ext cx="12192000" cy="67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9BFFDCD-5E2E-7A71-1BBE-3EAB0D66FB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259269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A0D93C59-0F95-6442-A8BF-7DDE07DA82C7}"/>
              </a:ext>
            </a:extLst>
          </p:cNvPr>
          <p:cNvSpPr/>
          <p:nvPr userDrawn="1"/>
        </p:nvSpPr>
        <p:spPr>
          <a:xfrm>
            <a:off x="10342182" y="540211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5730227"/>
            <a:ext cx="2451372" cy="52646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2975751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3200">
              <a:latin typeface="+mj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5974BA7-AD04-7A43-81DD-B98B549B07CB}"/>
              </a:ext>
            </a:extLst>
          </p:cNvPr>
          <p:cNvSpPr txBox="1">
            <a:spLocks/>
          </p:cNvSpPr>
          <p:nvPr userDrawn="1"/>
        </p:nvSpPr>
        <p:spPr>
          <a:xfrm>
            <a:off x="-1373" y="6508321"/>
            <a:ext cx="8750713" cy="42083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chemeClr val="accent2"/>
              </a:buClr>
              <a:buSzPct val="120000"/>
              <a:buFont typeface="Arial" panose="020B0604020202020204" pitchFamily="34" charset="0"/>
              <a:buChar char="•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3088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System Font Regular"/>
              <a:buChar char="–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9300" indent="-1762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3600" indent="-19050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Courier New" panose="02070309020205020404" pitchFamily="49" charset="0"/>
              <a:buChar char="o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1875" indent="-1682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00">
                <a:latin typeface="Montserrat" pitchFamily="2" charset="77"/>
              </a:rPr>
              <a:t>© 2021 Organon group of companies. All rights reserved. ORGANON and the ORGANON Logo are trademarks of the Organon group of companies.</a:t>
            </a:r>
            <a:br>
              <a:rPr lang="en-US" sz="800">
                <a:latin typeface="Montserrat" pitchFamily="2" charset="77"/>
              </a:rPr>
            </a:br>
            <a:r>
              <a:rPr lang="en-US" sz="800">
                <a:latin typeface="Montserrat" pitchFamily="2" charset="77"/>
              </a:rPr>
              <a:t>The information contained in this document is intended for general information only, as it is summary in nature and subject to change.</a:t>
            </a:r>
          </a:p>
        </p:txBody>
      </p:sp>
    </p:spTree>
    <p:extLst>
      <p:ext uri="{BB962C8B-B14F-4D97-AF65-F5344CB8AC3E}">
        <p14:creationId xmlns:p14="http://schemas.microsoft.com/office/powerpoint/2010/main" val="2046017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</p15:sldGuideLst>
    </p:ext>
  </p:extLst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7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5" y="1576557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1"/>
            </a:lvl1pPr>
            <a:lvl2pPr>
              <a:lnSpc>
                <a:spcPct val="100000"/>
              </a:lnSpc>
              <a:defRPr sz="1864"/>
            </a:lvl2pPr>
            <a:lvl3pPr>
              <a:lnSpc>
                <a:spcPct val="100000"/>
              </a:lnSpc>
              <a:defRPr sz="1864"/>
            </a:lvl3pPr>
            <a:lvl4pPr>
              <a:lnSpc>
                <a:spcPct val="100000"/>
              </a:lnSpc>
              <a:defRPr sz="1864"/>
            </a:lvl4pPr>
            <a:lvl5pPr>
              <a:lnSpc>
                <a:spcPct val="100000"/>
              </a:lnSpc>
              <a:defRPr sz="1864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73" y="629314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303D8C89-93FF-41DC-9801-8728B139F81E}" type="slidenum">
              <a:rPr lang="en-US" smtClean="0"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53" y="44293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7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7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/>
        </p:nvSpPr>
        <p:spPr>
          <a:xfrm>
            <a:off x="11698316" y="446473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7"/>
          </a:p>
        </p:txBody>
      </p:sp>
    </p:spTree>
    <p:extLst>
      <p:ext uri="{BB962C8B-B14F-4D97-AF65-F5344CB8AC3E}">
        <p14:creationId xmlns:p14="http://schemas.microsoft.com/office/powerpoint/2010/main" val="314132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7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6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7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2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7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1" y="442929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4195429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5487A46-207B-4275-8C1D-F08E7EEE56BE}"/>
              </a:ext>
            </a:extLst>
          </p:cNvPr>
          <p:cNvSpPr txBox="1">
            <a:spLocks/>
          </p:cNvSpPr>
          <p:nvPr userDrawn="1"/>
        </p:nvSpPr>
        <p:spPr>
          <a:xfrm>
            <a:off x="-5203" y="6444214"/>
            <a:ext cx="414867" cy="407543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18A8FE-DFC8-4843-AEF2-DE4DB0CF7D65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1278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88">
          <p15:clr>
            <a:srgbClr val="FBAE40"/>
          </p15:clr>
        </p15:guide>
        <p15:guide id="4" orient="horz" pos="4240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3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780209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662215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2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6214059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2"/>
          </p:nvPr>
        </p:nvSpPr>
        <p:spPr>
          <a:xfrm>
            <a:off x="457200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3"/>
          </p:nvPr>
        </p:nvSpPr>
        <p:spPr>
          <a:xfrm>
            <a:off x="6214059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546566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5"/>
            <a:ext cx="8202891" cy="699433"/>
          </a:xfrm>
        </p:spPr>
        <p:txBody>
          <a:bodyPr lIns="0" tIns="0" rIns="0" bIns="0" anchor="b">
            <a:normAutofit/>
          </a:bodyPr>
          <a:lstStyle>
            <a:lvl1pPr>
              <a:defRPr sz="2932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9" y="6293135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50" y="442927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1151001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79624585"/>
              </p:ext>
            </p:extLst>
          </p:nvPr>
        </p:nvGraphicFramePr>
        <p:xfrm>
          <a:off x="2120" y="2120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5" name="Object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20" y="2120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211667" cy="211667"/>
          </a:xfrm>
          <a:prstGeom prst="rect">
            <a:avLst/>
          </a:prstGeom>
          <a:solidFill>
            <a:schemeClr val="tx2"/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/>
            <a:endParaRPr lang="en-US" sz="2933" b="1" i="0" baseline="0">
              <a:solidFill>
                <a:srgbClr val="FFFFFF"/>
              </a:solidFill>
              <a:latin typeface="Calibri" panose="020F0502020204030204" pitchFamily="34" charset="0"/>
              <a:ea typeface="+mj-ea"/>
              <a:cs typeface="+mj-cs"/>
              <a:sym typeface="Montserrat" panose="00000500000000000000" pitchFamily="2" charset="0"/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62" y="446468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rgbClr val="E2017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algn="ctr" defTabSz="1219110">
              <a:defRPr/>
            </a:pPr>
            <a:endParaRPr lang="en-US" sz="2400" kern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rgbClr val="53B84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219110">
              <a:defRPr/>
            </a:pPr>
            <a:endParaRPr lang="en-US" sz="2400" kern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rgbClr val="1B429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12191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2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457201" y="192362"/>
            <a:ext cx="10396483" cy="699433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>
              <a:defRPr sz="2933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1" y="6293131"/>
            <a:ext cx="12192000" cy="564868"/>
            <a:chOff x="1" y="4719848"/>
            <a:chExt cx="9144000" cy="423651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869CE8E-457C-2B44-A3C4-2AA4AC6914BD}"/>
                </a:ext>
              </a:extLst>
            </p:cNvPr>
            <p:cNvSpPr/>
            <p:nvPr userDrawn="1"/>
          </p:nvSpPr>
          <p:spPr>
            <a:xfrm>
              <a:off x="1" y="4719848"/>
              <a:ext cx="9144000" cy="423651"/>
            </a:xfrm>
            <a:prstGeom prst="rect">
              <a:avLst/>
            </a:prstGeom>
            <a:solidFill>
              <a:srgbClr val="171717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10">
                <a:defRPr/>
              </a:pPr>
              <a:endParaRPr lang="en-US" sz="2400" kern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pic>
          <p:nvPicPr>
            <p:cNvPr id="32" name="Graphic 18">
              <a:extLst>
                <a:ext uri="{FF2B5EF4-FFF2-40B4-BE49-F238E27FC236}">
                  <a16:creationId xmlns:a16="http://schemas.microsoft.com/office/drawing/2014/main" id="{E93BCCAD-04B1-844B-A3BA-B5565ADCB21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4687" t="37615" r="4486" b="37322"/>
            <a:stretch/>
          </p:blipFill>
          <p:spPr>
            <a:xfrm>
              <a:off x="7546975" y="4838700"/>
              <a:ext cx="1220282" cy="202034"/>
            </a:xfrm>
            <a:prstGeom prst="rect">
              <a:avLst/>
            </a:prstGeom>
          </p:spPr>
        </p:pic>
      </p:grpSp>
      <p:sp>
        <p:nvSpPr>
          <p:cNvPr id="38" name="Date Placeholder 2"/>
          <p:cNvSpPr>
            <a:spLocks noGrp="1"/>
          </p:cNvSpPr>
          <p:nvPr>
            <p:ph type="dt" sz="half" idx="10"/>
          </p:nvPr>
        </p:nvSpPr>
        <p:spPr>
          <a:xfrm>
            <a:off x="8336281" y="6514011"/>
            <a:ext cx="1482051" cy="123111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  <a:sym typeface="+mn-lt"/>
              </a:defRPr>
            </a:lvl1pPr>
          </a:lstStyle>
          <a:p>
            <a:endParaRPr lang="en-US"/>
          </a:p>
        </p:txBody>
      </p:sp>
      <p:sp>
        <p:nvSpPr>
          <p:cNvPr id="39" name="TextBox 38"/>
          <p:cNvSpPr txBox="1"/>
          <p:nvPr userDrawn="1"/>
        </p:nvSpPr>
        <p:spPr>
          <a:xfrm>
            <a:off x="5888569" y="6514012"/>
            <a:ext cx="414867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ctr" defTabSz="6095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800" kern="1200" smtClean="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ctr" defTabSz="60955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/>
              </a:solidFill>
              <a:latin typeface="Calibri Light" panose="020F030202020403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0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77603" cy="4351283"/>
          </a:xfrm>
        </p:spPr>
        <p:txBody>
          <a:bodyPr lIns="0" tIns="0" rIns="0" bIns="0"/>
          <a:lstStyle>
            <a:lvl1pPr marL="231632" indent="-23163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Font typeface="Arial" panose="020B0604020202020204" pitchFamily="34" charset="0"/>
              <a:buChar char="•"/>
              <a:defRPr sz="2133" b="0">
                <a:solidFill>
                  <a:schemeClr val="tx1"/>
                </a:solidFill>
              </a:defRPr>
            </a:lvl1pPr>
            <a:lvl2pPr marL="768039" indent="-21944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Montserrat Light" panose="00000400000000000000" pitchFamily="2" charset="0"/>
              <a:buChar char="–"/>
              <a:defRPr sz="2133" b="0">
                <a:solidFill>
                  <a:schemeClr val="tx1"/>
                </a:solidFill>
              </a:defRPr>
            </a:lvl2pPr>
            <a:lvl3pPr marL="999670" indent="-231632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867" b="0">
                <a:solidFill>
                  <a:schemeClr val="tx1"/>
                </a:solidFill>
              </a:defRPr>
            </a:lvl3pPr>
            <a:lvl4pPr marL="1145962" indent="-256014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defRPr sz="1867" b="0">
                <a:solidFill>
                  <a:schemeClr val="tx1"/>
                </a:solidFill>
              </a:defRPr>
            </a:lvl4pPr>
            <a:lvl5pPr marL="1377594" indent="-21944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867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77260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25405623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2" y="2"/>
            <a:ext cx="158751" cy="158751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232728"/>
            <a:ext cx="10287000" cy="73152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1003052"/>
            <a:ext cx="10287000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6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5933252" y="6498756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1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1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75EC72-DF08-4044-A10D-D71F98FE4E5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8" y="6498757"/>
            <a:ext cx="42950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424637357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4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50" y="442926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6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0207313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0E068-107B-47D9-A7EB-87F75C8B4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AEA39-5E22-46D3-91BD-460976401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09570">
              <a:defRPr/>
            </a:pPr>
            <a:fld id="{7D18A8FE-DFC8-4843-AEF2-DE4DB0CF7D65}" type="slidenum">
              <a:rPr lang="en-US" smtClean="0">
                <a:solidFill>
                  <a:srgbClr val="171717">
                    <a:tint val="75000"/>
                  </a:srgbClr>
                </a:solidFill>
              </a:rPr>
              <a:pPr defTabSz="609570">
                <a:defRPr/>
              </a:pPr>
              <a:t>‹#›</a:t>
            </a:fld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2CC0855-9B07-490F-A215-5370D2F4E255}"/>
              </a:ext>
            </a:extLst>
          </p:cNvPr>
          <p:cNvSpPr txBox="1">
            <a:spLocks/>
          </p:cNvSpPr>
          <p:nvPr userDrawn="1"/>
        </p:nvSpPr>
        <p:spPr>
          <a:xfrm>
            <a:off x="5869051" y="6677398"/>
            <a:ext cx="419556" cy="192361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6095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fld id="{7D18A8FE-DFC8-4843-AEF2-DE4DB0CF7D6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ctr" defTabSz="6095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+mj-lt"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41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E2EAE-13C5-4DA1-A405-2971755C5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D96B9A-B117-4765-9F18-34E9A4DDF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573B31-A726-437E-B7A5-1C0031D8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2F4E7-1961-47FB-9B3E-B3A9528B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ED9C7-1994-4284-ADA6-9FD3A0A89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02816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F1A14EAF-63BC-40EC-988D-285239833860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77EA1DE-E84A-4B2D-BC72-1B70F0529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741F0EE-B888-458F-B1B7-57EF2DCF2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90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B4E5A-8641-4161-AD10-B856A2255B4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FC9E9-2041-4EE9-9DEA-7AE33A6E74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925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87F9E-0514-400F-A1DF-967B3512BF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AFFC3-7983-47C3-89A0-9BD37DB9C9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167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2621B-A2CC-4381-A364-E65EE07136B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EDB87-1860-4BCE-AA7A-997BB790E94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030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DB3FC5-7125-443E-8684-485123CFC8A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4032A-52DA-4200-961E-4E476BAAF14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4315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0CA4F-59AE-442D-9572-EA77CAEB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AC733-674A-4117-A7EB-D4D0C65E9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452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D4BD6-EF05-41D5-993A-5A6F847DE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C97F6E-0540-4B39-922C-61DAA1A1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16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0A504-44BF-40D1-883F-CE8B8C11F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095611-268B-456B-ADDB-8A98029E7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6204E-EC41-4962-A5D8-0C40DD4DB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CAAE4-6CFA-415B-99B1-74C3CB3A9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709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BC310-C87D-4F80-A360-BDAAF1CAC1A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D0690-7709-4E23-8982-77A49CFFC75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39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BAC311-172D-408D-BDF9-792AC2905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6081C-8134-4BD1-BF16-D324F8322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130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2333AA-2BAB-4126-82DF-3DF1E29A9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AD5FEE-B5AD-402B-B2E9-2F6B9E436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948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140565-1318-4AE0-9E36-90F3229F0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4EA94C-4620-4E7A-8BEE-7031E06E8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25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5E7BBFC-47FE-794A-B540-81BDFCC22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  <p:sp>
        <p:nvSpPr>
          <p:cNvPr id="10" name="Freeform 31">
            <a:extLst>
              <a:ext uri="{FF2B5EF4-FFF2-40B4-BE49-F238E27FC236}">
                <a16:creationId xmlns:a16="http://schemas.microsoft.com/office/drawing/2014/main" id="{F1A14EAF-63BC-40EC-988D-285239833860}"/>
              </a:ext>
            </a:extLst>
          </p:cNvPr>
          <p:cNvSpPr>
            <a:spLocks/>
          </p:cNvSpPr>
          <p:nvPr userDrawn="1"/>
        </p:nvSpPr>
        <p:spPr>
          <a:xfrm>
            <a:off x="4686532" y="3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13268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D3C9057-7152-2A47-9BFB-01E64DF1F0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489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5164F9FD-59C6-FD4C-87A8-71C1511931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500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EA21436-609E-1643-BA46-9347829FB3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2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E1828D7-E356-694D-BCDA-12ED46BC9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099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644D6E-5531-5644-B768-B944FC3C5F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831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4A4435A-D990-5C45-B122-9ADAF99587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19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5BE1C40-2BF0-0E43-BDC9-A925101C11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413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59A05D1-A79E-D846-90FC-1AE1A41196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411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E2B0AE0-3B8A-DA48-BF2A-1A522C81FD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608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A91B293-32F1-1D42-8745-63A742FF81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30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5E1CF14-FEA8-7447-9B85-8C2BBE18F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893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85309B-64C3-934B-B2AE-83DD97BCA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6693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6214059" y="1576552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2"/>
          </p:nvPr>
        </p:nvSpPr>
        <p:spPr>
          <a:xfrm>
            <a:off x="457200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3"/>
          </p:nvPr>
        </p:nvSpPr>
        <p:spPr>
          <a:xfrm>
            <a:off x="6214059" y="3988673"/>
            <a:ext cx="5486400" cy="2194560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1FF74B4-650E-1DF9-6792-7401B206AF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7340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1E2A-71F5-314A-8195-1C12263F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81B18-65FC-804C-9048-FBB6E446B7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06A9-D9EF-704C-8407-0A4E83A25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4880770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69928495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53597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652B725-837C-3E50-9417-CA3B860F7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691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10280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88EA027-8362-358A-10CE-32F6F5F08C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504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369627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EF64109-CB6D-527B-A2B6-3BC78FBE0F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73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642808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7DBC896-C298-998A-3389-17EF67379B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509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16565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858F422-8C5D-3295-FB0C-8A42C047D6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4833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192361"/>
            <a:ext cx="8573679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515063-0A6D-542A-5CAF-7DEAE6C042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697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47941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253508A-1B36-6B96-D6B2-2999D8F6253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2610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60557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C9CEDA8-E21F-B7C9-2C54-C26E1A4E20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70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1"/>
            <a:ext cx="8451325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921935"/>
            <a:ext cx="8451325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63B67D-C08A-41E5-7BC3-199B48111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6111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8202891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 userDrawn="1"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9A8DB4B-60FB-9B41-DB0A-8A90E30755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917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4F6A2B-A520-476A-FC0C-C85CC62535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575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0255F9-471F-75D3-F528-B6177452B9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3831" y="5953413"/>
            <a:ext cx="2845700" cy="70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3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1"/>
          <p:cNvSpPr>
            <a:spLocks noGrp="1"/>
          </p:cNvSpPr>
          <p:nvPr>
            <p:ph sz="quarter" idx="14"/>
          </p:nvPr>
        </p:nvSpPr>
        <p:spPr>
          <a:xfrm>
            <a:off x="609603" y="1128891"/>
            <a:ext cx="10972799" cy="1554272"/>
          </a:xfrm>
          <a:prstGeom prst="rect">
            <a:avLst/>
          </a:prstGeom>
        </p:spPr>
        <p:txBody>
          <a:bodyPr lIns="0" tIns="0" rIns="0" bIns="0"/>
          <a:lstStyle>
            <a:lvl1pPr marL="182870" indent="-182870">
              <a:lnSpc>
                <a:spcPct val="100000"/>
              </a:lnSpc>
              <a:spcBef>
                <a:spcPts val="400"/>
              </a:spcBef>
              <a:defRPr sz="1800">
                <a:solidFill>
                  <a:schemeClr val="tx1"/>
                </a:solidFill>
              </a:defRPr>
            </a:lvl1pPr>
            <a:lvl2pPr marL="365742" indent="-182870">
              <a:lnSpc>
                <a:spcPct val="100000"/>
              </a:lnSpc>
              <a:spcBef>
                <a:spcPts val="400"/>
              </a:spcBef>
              <a:buFont typeface="Liberation Sans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2pPr>
            <a:lvl3pPr marL="548613" indent="-182870">
              <a:lnSpc>
                <a:spcPct val="100000"/>
              </a:lnSpc>
              <a:spcBef>
                <a:spcPts val="400"/>
              </a:spcBef>
              <a:buFont typeface="Courier New" panose="02070309020205020404" pitchFamily="49" charset="0"/>
              <a:buChar char="o"/>
              <a:defRPr sz="1400">
                <a:solidFill>
                  <a:schemeClr val="tx1"/>
                </a:solidFill>
              </a:defRPr>
            </a:lvl3pPr>
            <a:lvl4pPr marL="731484" indent="-18287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§"/>
              <a:defRPr sz="1200">
                <a:solidFill>
                  <a:schemeClr val="tx1"/>
                </a:solidFill>
              </a:defRPr>
            </a:lvl4pPr>
            <a:lvl5pPr marL="914354" indent="-182870">
              <a:lnSpc>
                <a:spcPct val="100000"/>
              </a:lnSpc>
              <a:spcBef>
                <a:spcPts val="400"/>
              </a:spcBef>
              <a:buFont typeface="Wingdings" panose="05000000000000000000" pitchFamily="2" charset="2"/>
              <a:buChar char="v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44795418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7475FFD4-40DC-2340-9879-BB937094514D}"/>
              </a:ext>
            </a:extLst>
          </p:cNvPr>
          <p:cNvSpPr>
            <a:spLocks/>
          </p:cNvSpPr>
          <p:nvPr userDrawn="1"/>
        </p:nvSpPr>
        <p:spPr>
          <a:xfrm>
            <a:off x="4686531" y="8875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FE1D59E-B23B-EB40-95E5-ED140B5893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4569359" y="6159979"/>
            <a:ext cx="3070917" cy="508431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10419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324AB91-2D33-CDCF-ADEE-A4EE075DB57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5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1AFEA42-3EE1-094B-87A5-A1149CFA17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0C5F9C2-BCC4-4F46-B53F-F73C108C9E1F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530216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0399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EA7481-30F1-CC4D-A84F-2128B87986F5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1AFEA42-3EE1-094B-87A5-A1149CFA17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0C5F9C2-BCC4-4F46-B53F-F73C108C9E1F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bjClassifierImageBottom">
            <a:extLst>
              <a:ext uri="{FF2B5EF4-FFF2-40B4-BE49-F238E27FC236}">
                <a16:creationId xmlns:a16="http://schemas.microsoft.com/office/drawing/2014/main" id="{1D8990EA-8C96-4A40-B1FD-742FC607ADC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767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w/Picture no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35E8CC7-D4EC-D441-8699-AB07804E984E}"/>
              </a:ext>
            </a:extLst>
          </p:cNvPr>
          <p:cNvGrpSpPr/>
          <p:nvPr userDrawn="1"/>
        </p:nvGrpSpPr>
        <p:grpSpPr>
          <a:xfrm>
            <a:off x="418835" y="6436346"/>
            <a:ext cx="1155965" cy="299525"/>
            <a:chOff x="326826" y="4827265"/>
            <a:chExt cx="866974" cy="2246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06DCB4D-AC9D-1A4B-A216-E63CF093D9C7}"/>
                </a:ext>
              </a:extLst>
            </p:cNvPr>
            <p:cNvGrpSpPr/>
            <p:nvPr userDrawn="1"/>
          </p:nvGrpSpPr>
          <p:grpSpPr>
            <a:xfrm>
              <a:off x="326826" y="4827265"/>
              <a:ext cx="241691" cy="224644"/>
              <a:chOff x="387151" y="4122415"/>
              <a:chExt cx="241691" cy="224644"/>
            </a:xfrm>
          </p:grpSpPr>
          <p:sp>
            <p:nvSpPr>
              <p:cNvPr id="12" name="Triangle 11">
                <a:extLst>
                  <a:ext uri="{FF2B5EF4-FFF2-40B4-BE49-F238E27FC236}">
                    <a16:creationId xmlns:a16="http://schemas.microsoft.com/office/drawing/2014/main" id="{753E3630-3FBE-6E4C-8743-7FC846DE057D}"/>
                  </a:ext>
                </a:extLst>
              </p:cNvPr>
              <p:cNvSpPr/>
              <p:nvPr userDrawn="1"/>
            </p:nvSpPr>
            <p:spPr>
              <a:xfrm>
                <a:off x="415727" y="4122415"/>
                <a:ext cx="203591" cy="215444"/>
              </a:xfrm>
              <a:prstGeom prst="triangl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CEAEB9D-7ED7-2B40-9B9C-B5B10400E564}"/>
                  </a:ext>
                </a:extLst>
              </p:cNvPr>
              <p:cNvSpPr txBox="1"/>
              <p:nvPr userDrawn="1"/>
            </p:nvSpPr>
            <p:spPr>
              <a:xfrm>
                <a:off x="387151" y="4154650"/>
                <a:ext cx="241691" cy="1924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6095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67" b="1" i="0">
                    <a:latin typeface="Arial Black" panose="020B0604020202020204" pitchFamily="34" charset="0"/>
                    <a:cs typeface="Arial Black" panose="020B0604020202020204" pitchFamily="34" charset="0"/>
                  </a:rPr>
                  <a:t>C</a:t>
                </a:r>
                <a:endParaRPr lang="en-US" sz="2400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3B01DB8-B751-024D-89C1-60E454AEDC32}"/>
                </a:ext>
              </a:extLst>
            </p:cNvPr>
            <p:cNvSpPr txBox="1"/>
            <p:nvPr userDrawn="1"/>
          </p:nvSpPr>
          <p:spPr>
            <a:xfrm>
              <a:off x="558601" y="4929481"/>
              <a:ext cx="635199" cy="707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6095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613" b="1" i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Confidential</a:t>
              </a:r>
            </a:p>
          </p:txBody>
        </p:sp>
      </p:grp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C2E4E1-C590-2644-8C95-107E509DC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6" y="1576553"/>
            <a:ext cx="4542641" cy="4351283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59BA2E4-1225-9E46-AE3D-23BB0E38630E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3BEB02-8936-C64C-90E5-34C9FAD17301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0F1CE2F-F236-0D4F-8B3A-B0E6ECB7570C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673E506-FF6F-1149-B70E-4523471422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  <p:pic>
        <p:nvPicPr>
          <p:cNvPr id="37" name="bjClassifierImageBottom">
            <a:extLst>
              <a:ext uri="{FF2B5EF4-FFF2-40B4-BE49-F238E27FC236}">
                <a16:creationId xmlns:a16="http://schemas.microsoft.com/office/drawing/2014/main" id="{D687813F-9E5F-4ECA-87CC-814169C268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644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6552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034FCA3-B9CF-4A46-902A-DE88D9E5DFD3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7B04881-B00D-4BBF-A6CB-22548AB029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1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DADC014-5FFE-4A38-82B3-BE10256E64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514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86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5356831-4BEB-44F2-9E65-83FD3050DF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405" b="31086"/>
          <a:stretch/>
        </p:blipFill>
        <p:spPr>
          <a:xfrm>
            <a:off x="9982200" y="6417732"/>
            <a:ext cx="1783080" cy="36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610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7" name="bjClassifierImageBottom">
            <a:extLst>
              <a:ext uri="{FF2B5EF4-FFF2-40B4-BE49-F238E27FC236}">
                <a16:creationId xmlns:a16="http://schemas.microsoft.com/office/drawing/2014/main" id="{D21BF3C7-DC6B-4A9C-9ED7-05041694A53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050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9CE8E-457C-2B44-A3C4-2AA4AC6914BD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E93BCCAD-04B1-844B-A3BA-B5565ADCB2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1EF87254-EEF3-1F43-9B4B-3F29E4659176}"/>
              </a:ext>
            </a:extLst>
          </p:cNvPr>
          <p:cNvSpPr/>
          <p:nvPr userDrawn="1"/>
        </p:nvSpPr>
        <p:spPr>
          <a:xfrm>
            <a:off x="11700459" y="446467"/>
            <a:ext cx="491543" cy="479013"/>
          </a:xfrm>
          <a:custGeom>
            <a:avLst/>
            <a:gdLst>
              <a:gd name="connsiteX0" fmla="*/ 0 w 368657"/>
              <a:gd name="connsiteY0" fmla="*/ 179629 h 359260"/>
              <a:gd name="connsiteX1" fmla="*/ 0 w 368657"/>
              <a:gd name="connsiteY1" fmla="*/ 179630 h 359260"/>
              <a:gd name="connsiteX2" fmla="*/ 0 w 368657"/>
              <a:gd name="connsiteY2" fmla="*/ 179630 h 359260"/>
              <a:gd name="connsiteX3" fmla="*/ 179630 w 368657"/>
              <a:gd name="connsiteY3" fmla="*/ 0 h 359260"/>
              <a:gd name="connsiteX4" fmla="*/ 368657 w 368657"/>
              <a:gd name="connsiteY4" fmla="*/ 0 h 359260"/>
              <a:gd name="connsiteX5" fmla="*/ 368657 w 368657"/>
              <a:gd name="connsiteY5" fmla="*/ 359260 h 359260"/>
              <a:gd name="connsiteX6" fmla="*/ 179630 w 368657"/>
              <a:gd name="connsiteY6" fmla="*/ 359259 h 359260"/>
              <a:gd name="connsiteX7" fmla="*/ 14116 w 368657"/>
              <a:gd name="connsiteY7" fmla="*/ 249549 h 359260"/>
              <a:gd name="connsiteX8" fmla="*/ 0 w 368657"/>
              <a:gd name="connsiteY8" fmla="*/ 179630 h 359260"/>
              <a:gd name="connsiteX9" fmla="*/ 14116 w 368657"/>
              <a:gd name="connsiteY9" fmla="*/ 109710 h 359260"/>
              <a:gd name="connsiteX10" fmla="*/ 179630 w 368657"/>
              <a:gd name="connsiteY10" fmla="*/ 0 h 359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657" h="359260">
                <a:moveTo>
                  <a:pt x="0" y="179629"/>
                </a:moveTo>
                <a:lnTo>
                  <a:pt x="0" y="179630"/>
                </a:lnTo>
                <a:lnTo>
                  <a:pt x="0" y="179630"/>
                </a:lnTo>
                <a:close/>
                <a:moveTo>
                  <a:pt x="179630" y="0"/>
                </a:moveTo>
                <a:lnTo>
                  <a:pt x="368657" y="0"/>
                </a:lnTo>
                <a:lnTo>
                  <a:pt x="368657" y="359260"/>
                </a:lnTo>
                <a:lnTo>
                  <a:pt x="179630" y="359259"/>
                </a:lnTo>
                <a:cubicBezTo>
                  <a:pt x="105225" y="359259"/>
                  <a:pt x="41386" y="314021"/>
                  <a:pt x="14116" y="249549"/>
                </a:cubicBezTo>
                <a:lnTo>
                  <a:pt x="0" y="179630"/>
                </a:lnTo>
                <a:lnTo>
                  <a:pt x="14116" y="109710"/>
                </a:lnTo>
                <a:cubicBezTo>
                  <a:pt x="41386" y="45238"/>
                  <a:pt x="105225" y="0"/>
                  <a:pt x="179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61" name="bjClassifierImageBottom">
            <a:extLst>
              <a:ext uri="{FF2B5EF4-FFF2-40B4-BE49-F238E27FC236}">
                <a16:creationId xmlns:a16="http://schemas.microsoft.com/office/drawing/2014/main" id="{317AD571-EA60-4A5D-8750-0938782DCE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172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7FCDEFF4-4325-524C-80BC-4483EBD52E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10062633" y="6451600"/>
            <a:ext cx="1627043" cy="269379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7" name="bjClassifierImageBottom">
            <a:extLst>
              <a:ext uri="{FF2B5EF4-FFF2-40B4-BE49-F238E27FC236}">
                <a16:creationId xmlns:a16="http://schemas.microsoft.com/office/drawing/2014/main" id="{36E84A54-8981-4009-9FA8-E3B728371F4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6"/>
            <a:ext cx="807790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159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320773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B84457-27C7-B64B-B70A-AFA54AC59C9A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14B9BF78-85C2-6B49-B262-FE4EC24456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87" t="37615" r="4486" b="37322"/>
          <a:stretch/>
        </p:blipFill>
        <p:spPr>
          <a:xfrm>
            <a:off x="4569359" y="6159979"/>
            <a:ext cx="3070917" cy="50843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DengXian" panose="02010600030101010101" pitchFamily="2" charset="-122"/>
                <a:ea typeface="DengXian" panose="02010600030101010101" pitchFamily="2" charset="-122"/>
                <a:cs typeface="Arial" panose="020B0604020202020204" pitchFamily="34" charset="0"/>
              </a:rPr>
              <a:t>Thank you</a:t>
            </a:r>
            <a:endParaRPr lang="en-US" sz="240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1058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and Conten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58435522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2" imgH="355" progId="TCLayout.ActiveDocument.1">
                  <p:embed/>
                </p:oleObj>
              </mc:Choice>
              <mc:Fallback>
                <p:oleObj name="think-cell Slide" r:id="rId4" imgW="352" imgH="355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 hidden="1"/>
          <p:cNvSpPr/>
          <p:nvPr userDrawn="1">
            <p:custDataLst>
              <p:tags r:id="rId2"/>
            </p:custDataLst>
          </p:nvPr>
        </p:nvSpPr>
        <p:spPr>
          <a:xfrm>
            <a:off x="1" y="1"/>
            <a:ext cx="158751" cy="158751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3200" b="0" i="0" kern="600" spc="31" baseline="0">
              <a:latin typeface="Arial Narrow" panose="020B0606020202030204" pitchFamily="34" charset="0"/>
              <a:ea typeface="+mj-ea"/>
              <a:cs typeface="+mj-cs"/>
              <a:sym typeface="Arial Narrow" panose="020B060602020203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9547" y="446260"/>
            <a:ext cx="10962696" cy="1076155"/>
          </a:xfrm>
        </p:spPr>
        <p:txBody>
          <a:bodyPr/>
          <a:lstStyle>
            <a:lvl1pPr>
              <a:defRPr>
                <a:latin typeface="+mj-lt"/>
                <a:sym typeface="+mj-lt"/>
              </a:defRPr>
            </a:lvl1pPr>
          </a:lstStyle>
          <a:p>
            <a:r>
              <a:rPr lang="en-US"/>
              <a:t>&lt;Title &amp; content layout&gt;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9544" y="1853401"/>
            <a:ext cx="10963491" cy="4290227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0" name="Picture 9" descr="Beacon_IFL_grey RGB 1.6.png"/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26834" y="6177223"/>
            <a:ext cx="1435981" cy="511435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11262815" y="6433585"/>
            <a:ext cx="372540" cy="289247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algn="r" defTabSz="457200">
              <a:defRPr sz="900" kern="600" spc="10">
                <a:solidFill>
                  <a:srgbClr val="37424A"/>
                </a:solidFill>
                <a:latin typeface="Arial Narrow"/>
              </a:defRPr>
            </a:lvl1pPr>
          </a:lstStyle>
          <a:p>
            <a:fld id="{DFCF27A5-1A5B-48D3-A060-2758FFBB1ADD}" type="slidenum">
              <a:rPr lang="en-US" sz="900" smtClean="0">
                <a:sym typeface="Trebuchet MS" panose="020B0603020202020204" pitchFamily="34" charset="0"/>
              </a:rPr>
              <a:pPr/>
              <a:t>‹#›</a:t>
            </a:fld>
            <a:endParaRPr lang="en-US" sz="900">
              <a:sym typeface="Trebuchet MS" panose="020B0603020202020204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19547" y="6433582"/>
            <a:ext cx="3860800" cy="27202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endParaRPr lang="en-US"/>
          </a:p>
        </p:txBody>
      </p:sp>
      <p:pic>
        <p:nvPicPr>
          <p:cNvPr id="268" name="bjClassifierImageBottom">
            <a:extLst>
              <a:ext uri="{FF2B5EF4-FFF2-40B4-BE49-F238E27FC236}">
                <a16:creationId xmlns:a16="http://schemas.microsoft.com/office/drawing/2014/main" id="{53B0D29D-E83E-424D-A1DC-1A737B801E2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468337"/>
            <a:ext cx="792549" cy="3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49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783">
              <a:defRPr/>
            </a:pPr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783">
              <a:defRPr/>
            </a:pPr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783">
              <a:defRPr/>
            </a:pPr>
            <a:fld id="{C57AA887-85A7-4CAD-8D10-B378C2E1B4A8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 defTabSz="685783">
                <a:defRPr/>
              </a:pPr>
              <a:t>‹#›</a:t>
            </a:fld>
            <a:endParaRPr lang="en-IN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9763101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4" y="1359587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293130"/>
            <a:ext cx="414867" cy="564871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921934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CAD874C-4135-2F4B-9AE3-45F976F86B77}"/>
              </a:ext>
            </a:extLst>
          </p:cNvPr>
          <p:cNvSpPr txBox="1">
            <a:spLocks/>
          </p:cNvSpPr>
          <p:nvPr userDrawn="1"/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457200" rtl="0" eaLnBrk="1" latinLnBrk="0" hangingPunct="1">
              <a:defRPr sz="600" kern="1200">
                <a:solidFill>
                  <a:schemeClr val="tx2">
                    <a:lumMod val="10000"/>
                    <a:lumOff val="90000"/>
                  </a:schemeClr>
                </a:solidFill>
                <a:latin typeface="Montserrat" pitchFamily="2" charset="77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18A8FE-DFC8-4843-AEF2-DE4DB0CF7D65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372890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1032871" y="442849"/>
            <a:ext cx="486029" cy="486029"/>
          </a:xfrm>
          <a:prstGeom prst="ellipse">
            <a:avLst/>
          </a:prstGeom>
          <a:ln w="12700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rgbClr val="54B948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sp>
        <p:nvSpPr>
          <p:cNvPr id="3" name="New shape"/>
          <p:cNvSpPr/>
          <p:nvPr/>
        </p:nvSpPr>
        <p:spPr>
          <a:xfrm>
            <a:off x="0" y="442849"/>
            <a:ext cx="254254" cy="486029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4" name="New pi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442849"/>
            <a:ext cx="254254" cy="486029"/>
          </a:xfrm>
          <a:prstGeom prst="rect">
            <a:avLst/>
          </a:prstGeom>
        </p:spPr>
      </p:pic>
      <p:sp>
        <p:nvSpPr>
          <p:cNvPr id="5" name="New shape"/>
          <p:cNvSpPr/>
          <p:nvPr/>
        </p:nvSpPr>
        <p:spPr>
          <a:xfrm>
            <a:off x="11698224" y="446405"/>
            <a:ext cx="493649" cy="475361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6" name="New picture"/>
          <p:cNvPicPr/>
          <p:nvPr/>
        </p:nvPicPr>
        <p:blipFill>
          <a:blip r:embed="rId3"/>
          <a:stretch>
            <a:fillRect/>
          </a:stretch>
        </p:blipFill>
        <p:spPr>
          <a:xfrm>
            <a:off x="11698224" y="446405"/>
            <a:ext cx="493649" cy="475361"/>
          </a:xfrm>
          <a:prstGeom prst="rect">
            <a:avLst/>
          </a:prstGeom>
        </p:spPr>
      </p:pic>
      <p:sp>
        <p:nvSpPr>
          <p:cNvPr id="7" name="New shape"/>
          <p:cNvSpPr/>
          <p:nvPr/>
        </p:nvSpPr>
        <p:spPr>
          <a:xfrm>
            <a:off x="9961499" y="6374892"/>
            <a:ext cx="2143125" cy="352425"/>
          </a:xfrm>
          <a:prstGeom prst="rect">
            <a:avLst/>
          </a:prstGeom>
          <a:noFill/>
          <a:ln>
            <a:noFill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53340" rIns="91440" bIns="91440" rtlCol="0" anchor="ctr"/>
          <a:lstStyle>
            <a:defPPr/>
          </a:lstStyle>
          <a:p>
            <a:endParaRPr/>
          </a:p>
        </p:txBody>
      </p:sp>
      <p:pic>
        <p:nvPicPr>
          <p:cNvPr id="8" name="New picture"/>
          <p:cNvPicPr/>
          <p:nvPr/>
        </p:nvPicPr>
        <p:blipFill>
          <a:blip r:embed="rId4"/>
          <a:stretch>
            <a:fillRect/>
          </a:stretch>
        </p:blipFill>
        <p:spPr>
          <a:xfrm>
            <a:off x="9961499" y="6374892"/>
            <a:ext cx="2143125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352"/>
      </p:ext>
    </p:extLst>
  </p:cSld>
  <p:clrMapOvr>
    <a:masterClrMapping/>
  </p:clrMapOvr>
  <p:transition/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7475FFD4-40DC-2340-9879-BB937094514D}"/>
              </a:ext>
            </a:extLst>
          </p:cNvPr>
          <p:cNvSpPr>
            <a:spLocks/>
          </p:cNvSpPr>
          <p:nvPr/>
        </p:nvSpPr>
        <p:spPr>
          <a:xfrm>
            <a:off x="4686532" y="2"/>
            <a:ext cx="7505469" cy="3752604"/>
          </a:xfrm>
          <a:custGeom>
            <a:avLst/>
            <a:gdLst>
              <a:gd name="connsiteX0" fmla="*/ 610619 w 5629102"/>
              <a:gd name="connsiteY0" fmla="*/ 0 h 2814453"/>
              <a:gd name="connsiteX1" fmla="*/ 5629102 w 5629102"/>
              <a:gd name="connsiteY1" fmla="*/ 0 h 2814453"/>
              <a:gd name="connsiteX2" fmla="*/ 5629102 w 5629102"/>
              <a:gd name="connsiteY2" fmla="*/ 2814453 h 2814453"/>
              <a:gd name="connsiteX3" fmla="*/ 1572393 w 5629102"/>
              <a:gd name="connsiteY3" fmla="*/ 2814453 h 2814453"/>
              <a:gd name="connsiteX4" fmla="*/ 0 w 5629102"/>
              <a:gd name="connsiteY4" fmla="*/ 1242060 h 2814453"/>
              <a:gd name="connsiteX5" fmla="*/ 572205 w 5629102"/>
              <a:gd name="connsiteY5" fmla="*/ 28725 h 281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29102" h="2814453">
                <a:moveTo>
                  <a:pt x="610619" y="0"/>
                </a:moveTo>
                <a:lnTo>
                  <a:pt x="5629102" y="0"/>
                </a:lnTo>
                <a:lnTo>
                  <a:pt x="5629102" y="2814453"/>
                </a:lnTo>
                <a:lnTo>
                  <a:pt x="1572393" y="2814453"/>
                </a:lnTo>
                <a:cubicBezTo>
                  <a:pt x="703984" y="2814453"/>
                  <a:pt x="0" y="2110469"/>
                  <a:pt x="0" y="1242060"/>
                </a:cubicBezTo>
                <a:cubicBezTo>
                  <a:pt x="0" y="753580"/>
                  <a:pt x="222745" y="317125"/>
                  <a:pt x="572205" y="28725"/>
                </a:cubicBezTo>
                <a:close/>
              </a:path>
            </a:pathLst>
          </a:custGeom>
          <a:blipFill>
            <a:blip r:embed="rId2"/>
            <a:stretch>
              <a:fillRect l="-12786" r="-12936" b="-6277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2" y="4818844"/>
            <a:ext cx="9160412" cy="641701"/>
          </a:xfrm>
        </p:spPr>
        <p:txBody>
          <a:bodyPr lIns="0" tIns="0" rIns="0" bIns="0"/>
          <a:lstStyle>
            <a:lvl1pPr marL="0" indent="0" algn="l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/>
        </p:nvSpPr>
        <p:spPr>
          <a:xfrm>
            <a:off x="10342182" y="4709626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/>
        </p:nvSpPr>
        <p:spPr>
          <a:xfrm>
            <a:off x="2837792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/>
        </p:nvSpPr>
        <p:spPr>
          <a:xfrm>
            <a:off x="436179" y="1894703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4"/>
            <a:ext cx="9144000" cy="1354081"/>
          </a:xfr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A79048B-771A-954F-BBD9-F77599C8B3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2721" y="6158765"/>
            <a:ext cx="3086561" cy="5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5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/>
        </p:nvSpPr>
        <p:spPr>
          <a:xfrm>
            <a:off x="2836648" y="5641961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/>
        </p:nvSpPr>
        <p:spPr>
          <a:xfrm>
            <a:off x="10342177" y="1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3FE0F32-6A39-2143-8C31-4818256ECA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74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95D3818-F949-6A40-B96A-1EF1AE2FFA3E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E7B9CF3-285F-B546-AEF3-9613CFF03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24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2A68AA7-1A5F-0D40-A050-282CD59E9A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4683"/>
          <a:stretch/>
        </p:blipFill>
        <p:spPr>
          <a:xfrm>
            <a:off x="438397" y="6376974"/>
            <a:ext cx="875601" cy="481028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0AE3A654-AF8F-9C41-8CAA-D5D2E5FA68F3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F7914E0-DD0A-7149-8457-7EA2B491BD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9650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E19D71C-12D7-D147-BD9F-5E37DC4B3B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079" b="29362"/>
          <a:stretch/>
        </p:blipFill>
        <p:spPr>
          <a:xfrm>
            <a:off x="438397" y="6346433"/>
            <a:ext cx="875601" cy="511569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D1F5E3FD-9EE9-F543-BCED-F7397002C379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8617F05-53D1-DA4B-84E3-704184D781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74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6178331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7037" y="1576553"/>
            <a:ext cx="4542641" cy="435128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498909-D434-1E45-95DB-0D4FD9B2EB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280" b="-6870"/>
          <a:stretch/>
        </p:blipFill>
        <p:spPr>
          <a:xfrm>
            <a:off x="438397" y="6359611"/>
            <a:ext cx="875601" cy="498388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1723D2C3-A3F8-5E47-8E0F-AFC4F9E60371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7F71FB1B-7C3B-3E41-BD7E-680F09B8F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173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8419006E-9FD3-FE49-85B6-81898F97EE8F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4026742-9308-FF42-829B-88EE731350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00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CB42AE-896D-DF4F-B972-EA9A9B95E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4683"/>
          <a:stretch/>
        </p:blipFill>
        <p:spPr>
          <a:xfrm>
            <a:off x="457202" y="6376974"/>
            <a:ext cx="875601" cy="48102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E66CFD98-370D-C349-8E75-45FD459F0A2D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6E0B5D4-690A-7C48-8149-CD5B23AE6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24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A5D44A-C379-AA40-8B2A-549744F256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079" b="29362"/>
          <a:stretch/>
        </p:blipFill>
        <p:spPr>
          <a:xfrm>
            <a:off x="438397" y="6346433"/>
            <a:ext cx="875601" cy="511569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DDF1B54D-E97A-CF47-BE3E-CD6D03235A0D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3B6AD2-F980-7A45-B71E-6CFFA1D9BC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79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576553"/>
            <a:ext cx="11243259" cy="4351283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2133"/>
            </a:lvl1pPr>
            <a:lvl2pPr>
              <a:lnSpc>
                <a:spcPct val="100000"/>
              </a:lnSpc>
              <a:defRPr sz="1867"/>
            </a:lvl2pPr>
            <a:lvl3pPr>
              <a:lnSpc>
                <a:spcPct val="100000"/>
              </a:lnSpc>
              <a:defRPr sz="1867"/>
            </a:lvl3pPr>
            <a:lvl4pPr>
              <a:lnSpc>
                <a:spcPct val="100000"/>
              </a:lnSpc>
              <a:defRPr sz="1867"/>
            </a:lvl4pPr>
            <a:lvl5pPr>
              <a:lnSpc>
                <a:spcPct val="100000"/>
              </a:lnSpc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F2D0EB9-631C-3041-A6F6-892C050569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280" b="-6870"/>
          <a:stretch/>
        </p:blipFill>
        <p:spPr>
          <a:xfrm>
            <a:off x="438397" y="6359611"/>
            <a:ext cx="875601" cy="49838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C9B31F19-03A0-594D-B3E9-CD87376E36D4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0273CEF-BA73-6440-8762-0183D161B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002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359511"/>
            <a:ext cx="7141028" cy="4568324"/>
          </a:xfrm>
        </p:spPr>
        <p:txBody>
          <a:bodyPr lIns="0" tIns="0" rIns="0" bIns="0"/>
          <a:lstStyle>
            <a:lvl1pPr>
              <a:lnSpc>
                <a:spcPct val="100000"/>
              </a:lnSpc>
              <a:buNone/>
              <a:defRPr sz="2133"/>
            </a:lvl1pPr>
            <a:lvl2pPr>
              <a:lnSpc>
                <a:spcPct val="100000"/>
              </a:lnSpc>
              <a:buNone/>
              <a:defRPr sz="1867"/>
            </a:lvl2pPr>
            <a:lvl3pPr>
              <a:lnSpc>
                <a:spcPct val="100000"/>
              </a:lnSpc>
              <a:buNone/>
              <a:defRPr sz="1867"/>
            </a:lvl3pPr>
            <a:lvl4pPr>
              <a:lnSpc>
                <a:spcPct val="100000"/>
              </a:lnSpc>
              <a:buNone/>
              <a:defRPr sz="1867"/>
            </a:lvl4pPr>
            <a:lvl5pPr>
              <a:lnSpc>
                <a:spcPct val="100000"/>
              </a:lnSpc>
              <a:buNone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6115" y="1359588"/>
            <a:ext cx="3812197" cy="3812197"/>
          </a:xfrm>
          <a:prstGeom prst="ellipse">
            <a:avLst/>
          </a:pr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921935"/>
            <a:ext cx="10396483" cy="407436"/>
          </a:xfrm>
        </p:spPr>
        <p:txBody>
          <a:bodyPr lIns="0" tIns="0" rIns="0" bIns="0">
            <a:noAutofit/>
          </a:bodyPr>
          <a:lstStyle>
            <a:lvl1pPr>
              <a:buNone/>
              <a:defRPr sz="1467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653E79F9-7B01-D041-ACD4-33CB057C9E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645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192361"/>
            <a:ext cx="10396483" cy="699433"/>
          </a:xfr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/>
        </p:nvSpPr>
        <p:spPr>
          <a:xfrm>
            <a:off x="11032947" y="442923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0F3D363-33B2-1C4F-91D8-A055D064E0FA}"/>
              </a:ext>
            </a:extLst>
          </p:cNvPr>
          <p:cNvSpPr/>
          <p:nvPr/>
        </p:nvSpPr>
        <p:spPr>
          <a:xfrm>
            <a:off x="11698313" y="446468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95015CD8-BC94-7143-91D3-2AEA503EE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007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8" y="6293131"/>
            <a:ext cx="414867" cy="564871"/>
          </a:xfrm>
        </p:spPr>
        <p:txBody>
          <a:bodyPr/>
          <a:lstStyle>
            <a:lvl1pPr algn="ctr">
              <a:defRPr sz="800">
                <a:solidFill>
                  <a:schemeClr val="tx2"/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2C35CE9-D192-D04E-B6EC-488A5CBC0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4167" y="6450459"/>
            <a:ext cx="1636728" cy="27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005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/>
        </p:nvSpPr>
        <p:spPr>
          <a:xfrm>
            <a:off x="2836648" y="5320774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4DE4D37-4BCA-5F44-81D2-B08FB55C913C}"/>
              </a:ext>
            </a:extLst>
          </p:cNvPr>
          <p:cNvSpPr/>
          <p:nvPr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F974661-8C9E-C54D-8F2E-68B306C23B70}"/>
              </a:ext>
            </a:extLst>
          </p:cNvPr>
          <p:cNvSpPr/>
          <p:nvPr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2E45E5-A33E-6849-A738-02AE42A5CCBF}"/>
              </a:ext>
            </a:extLst>
          </p:cNvPr>
          <p:cNvSpPr txBox="1"/>
          <p:nvPr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Thank you</a:t>
            </a:r>
            <a:endParaRPr lang="en-US" sz="24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ED9E700-D112-DA41-BB71-D718751A7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52721" y="6158765"/>
            <a:ext cx="3086561" cy="5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14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575255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3" imgH="384" progId="TCLayout.ActiveDocument.1">
                  <p:embed/>
                </p:oleObj>
              </mc:Choice>
              <mc:Fallback>
                <p:oleObj name="think-cell Slide" r:id="rId3" imgW="383" imgH="384" progId="TCLayout.ActiveDocument.1">
                  <p:embed/>
                  <p:pic>
                    <p:nvPicPr>
                      <p:cNvPr id="8" name="Object 7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12"/>
          <p:cNvSpPr/>
          <p:nvPr userDrawn="1"/>
        </p:nvSpPr>
        <p:spPr>
          <a:xfrm>
            <a:off x="11465057" y="6385301"/>
            <a:ext cx="391937" cy="4726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008" y="510387"/>
            <a:ext cx="11521987" cy="498483"/>
          </a:xfrm>
        </p:spPr>
        <p:txBody>
          <a:bodyPr lIns="0" tIns="0" rIns="0" bIns="0" anchor="t" anchorCtr="0">
            <a:spAutoFit/>
          </a:bodyPr>
          <a:lstStyle>
            <a:lvl1pPr>
              <a:defRPr sz="3599" b="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008" y="1616113"/>
            <a:ext cx="11521987" cy="4560851"/>
          </a:xfrm>
        </p:spPr>
        <p:txBody>
          <a:bodyPr>
            <a:normAutofit/>
          </a:bodyPr>
          <a:lstStyle>
            <a:lvl1pPr>
              <a:defRPr sz="1400">
                <a:latin typeface="+mn-lt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35007" y="6452190"/>
            <a:ext cx="2743200" cy="365125"/>
          </a:xfrm>
        </p:spPr>
        <p:txBody>
          <a:bodyPr/>
          <a:lstStyle>
            <a:lvl1pPr>
              <a:defRPr sz="1000"/>
            </a:lvl1pPr>
          </a:lstStyle>
          <a:p>
            <a:fld id="{C8EAA725-CC0B-4A16-AE77-83A5B67A2992}" type="datetime1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1" y="6452190"/>
            <a:ext cx="4114800" cy="365125"/>
          </a:xfrm>
        </p:spPr>
        <p:txBody>
          <a:bodyPr/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65057" y="6452190"/>
            <a:ext cx="391937" cy="365125"/>
          </a:xfrm>
        </p:spPr>
        <p:txBody>
          <a:bodyPr/>
          <a:lstStyle>
            <a:lvl1pPr algn="ctr">
              <a:defRPr sz="1000">
                <a:solidFill>
                  <a:schemeClr val="accent4"/>
                </a:solidFill>
              </a:defRPr>
            </a:lvl1pPr>
          </a:lstStyle>
          <a:p>
            <a:fld id="{B1EEA229-0096-49BD-81C1-58B039421B7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 Placeholder 8"/>
          <p:cNvSpPr>
            <a:spLocks noGrp="1"/>
          </p:cNvSpPr>
          <p:nvPr userDrawn="1">
            <p:ph type="body" sz="quarter" idx="13"/>
          </p:nvPr>
        </p:nvSpPr>
        <p:spPr>
          <a:xfrm>
            <a:off x="335008" y="1001704"/>
            <a:ext cx="11521987" cy="317427"/>
          </a:xfrm>
        </p:spPr>
        <p:txBody>
          <a:bodyPr lIns="0" tIns="0" rIns="0" bIns="0">
            <a:noAutofit/>
          </a:bodyPr>
          <a:lstStyle>
            <a:lvl1pPr marL="0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0" kern="1200" dirty="0" smtClean="0">
                <a:solidFill>
                  <a:schemeClr val="accent5"/>
                </a:solidFill>
                <a:latin typeface="+mn-lt"/>
                <a:ea typeface="+mj-ea"/>
                <a:cs typeface="+mj-cs"/>
              </a:defRPr>
            </a:lvl1pPr>
            <a:lvl2pPr marL="457051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2pPr>
            <a:lvl3pPr marL="914104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3pPr>
            <a:lvl4pPr marL="1371155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 smtClean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4pPr>
            <a:lvl5pPr marL="1828205" indent="0" algn="l" defTabSz="91410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99" b="0" kern="120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94564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6">
          <p15:clr>
            <a:srgbClr val="FBAE40"/>
          </p15:clr>
        </p15:guide>
        <p15:guide id="2" pos="211">
          <p15:clr>
            <a:srgbClr val="FBAE40"/>
          </p15:clr>
        </p15:guide>
        <p15:guide id="3" pos="7468">
          <p15:clr>
            <a:srgbClr val="FBAE40"/>
          </p15:clr>
        </p15:guide>
        <p15:guide id="4" orient="horz" pos="913">
          <p15:clr>
            <a:srgbClr val="FBAE40"/>
          </p15:clr>
        </p15:guide>
      </p15:sldGuideLst>
    </p:ext>
  </p:extLs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4AC849-851E-464C-BB32-1A63AE5C5BCB}"/>
              </a:ext>
            </a:extLst>
          </p:cNvPr>
          <p:cNvSpPr/>
          <p:nvPr userDrawn="1"/>
        </p:nvSpPr>
        <p:spPr>
          <a:xfrm>
            <a:off x="1" y="6293131"/>
            <a:ext cx="12192000" cy="5648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C29D1352-8422-4F4E-A99D-FAB5A11FC5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237942" y="6393756"/>
            <a:ext cx="1451813" cy="3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750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/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Montserrat" pitchFamily="2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B195F15-6C9D-BF45-98B2-25703312DD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>
                <a:latin typeface="Montserrat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12527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2787299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3848286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1336729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C6219213-CB4F-B848-9FFC-001E1F1495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021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5915056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552F7F-5002-C341-BB47-A22086A095D9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948D3E60-DAA4-1D4C-BB9D-5B629BEA74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80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C3BA54-B2B6-4576-A4DD-A3A892F3D27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0" name="Graphic 12">
            <a:extLst>
              <a:ext uri="{FF2B5EF4-FFF2-40B4-BE49-F238E27FC236}">
                <a16:creationId xmlns:a16="http://schemas.microsoft.com/office/drawing/2014/main" id="{8E0C513D-380B-4D32-B4A1-6DB4FD0F6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991716-09B9-F64E-83D9-0061B1AFB6AE}"/>
              </a:ext>
            </a:extLst>
          </p:cNvPr>
          <p:cNvSpPr/>
          <p:nvPr userDrawn="1"/>
        </p:nvSpPr>
        <p:spPr>
          <a:xfrm flipH="1">
            <a:off x="1" y="303001"/>
            <a:ext cx="6006052" cy="5784361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FE91F92-DB73-544B-BDA2-B92A4AA8E9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6765" y="2516136"/>
            <a:ext cx="4849175" cy="119094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47BB16EF-5084-734D-ADED-AB7E021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2113" y="973840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252D9D-0971-C24C-9545-B5F03FDE2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83511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842926-97FE-FE49-B035-46F50CFF0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111" cy="4352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44034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E00B763-DE7E-044D-A945-0FE19D231DD8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B482E0-6F56-CB4E-8202-06CABEF8F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1" y="1569462"/>
            <a:ext cx="11241617" cy="4352972"/>
          </a:xfrm>
        </p:spPr>
        <p:txBody>
          <a:bodyPr numCol="2" spcCol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62959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ADC39F7-C004-42C8-8747-8DBBB40A4094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9" name="Graphic 12">
            <a:extLst>
              <a:ext uri="{FF2B5EF4-FFF2-40B4-BE49-F238E27FC236}">
                <a16:creationId xmlns:a16="http://schemas.microsoft.com/office/drawing/2014/main" id="{C0F5C8E5-F253-40D4-9060-CFA80746CA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6" name="Freeform 25">
            <a:extLst>
              <a:ext uri="{FF2B5EF4-FFF2-40B4-BE49-F238E27FC236}">
                <a16:creationId xmlns:a16="http://schemas.microsoft.com/office/drawing/2014/main" id="{37728E0E-A727-3344-B4A0-02F610225340}"/>
              </a:ext>
            </a:extLst>
          </p:cNvPr>
          <p:cNvSpPr/>
          <p:nvPr userDrawn="1"/>
        </p:nvSpPr>
        <p:spPr>
          <a:xfrm>
            <a:off x="-26214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981ADB33-36C2-4B41-9424-2D0E0E629A6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754545" y="61892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52201" y="149095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45263" y="24272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58426" y="3522341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638209" y="448551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708599" y="534385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4021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41558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55300" y="24275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68461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27566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48074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4C82C6-579B-3242-983A-EE336D5413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14111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205B56B-8584-4D06-89CD-E6F57E5C9028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9" name="Graphic 12">
            <a:extLst>
              <a:ext uri="{FF2B5EF4-FFF2-40B4-BE49-F238E27FC236}">
                <a16:creationId xmlns:a16="http://schemas.microsoft.com/office/drawing/2014/main" id="{9CF1D0CB-25DE-4DB1-946B-E3FD4F8898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ED53280-3164-824A-8AA0-5CA6139715BA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3B6753E6-29D3-694C-9B47-66001F631396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8" name="Slide Number Placeholder 1">
            <a:extLst>
              <a:ext uri="{FF2B5EF4-FFF2-40B4-BE49-F238E27FC236}">
                <a16:creationId xmlns:a16="http://schemas.microsoft.com/office/drawing/2014/main" id="{6437396B-10D1-774E-9AE7-704156B3B8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888567" y="6454693"/>
            <a:ext cx="414867" cy="273304"/>
          </a:xfrm>
        </p:spPr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5688946" y="6189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617726" y="1490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6998181" y="2393838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7024781" y="3522341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591126" y="448551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8E5A7B6-8EDC-E247-96FE-94990C14B37F}"/>
              </a:ext>
            </a:extLst>
          </p:cNvPr>
          <p:cNvSpPr/>
          <p:nvPr userDrawn="1"/>
        </p:nvSpPr>
        <p:spPr>
          <a:xfrm>
            <a:off x="5688946" y="5343855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28422" y="6192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7083" y="1491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8217" y="2394164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34816" y="3522667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80483" y="4485512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524C2451-9287-FD48-B032-D09424DB21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28421" y="534418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420342"/>
            <a:ext cx="4518121" cy="3399367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71181422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5AE62E4-8A72-4A2A-988A-0520905FA72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1B225DFB-BE69-4F3F-B201-3BA5DD121C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253797" y="335795"/>
            <a:ext cx="7585276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C6B559C-6BA8-2744-9FFD-AC23A0A1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018" y="1365061"/>
            <a:ext cx="4629873" cy="3603529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375723" y="1134503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101405" y="2993905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377877" y="4765062"/>
            <a:ext cx="407055" cy="40705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199" y="113482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711441" y="2994231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7234" y="4765061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DB06BBE2-9184-784A-BD49-15A7348C726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10800000" flipH="1" flipV="1">
            <a:off x="-6972" y="807640"/>
            <a:ext cx="6588376" cy="4699859"/>
          </a:xfrm>
          <a:custGeom>
            <a:avLst/>
            <a:gdLst>
              <a:gd name="connsiteX0" fmla="*/ 0 w 4941282"/>
              <a:gd name="connsiteY0" fmla="*/ 0 h 3877383"/>
              <a:gd name="connsiteX1" fmla="*/ 3153638 w 4941282"/>
              <a:gd name="connsiteY1" fmla="*/ 0 h 3877383"/>
              <a:gd name="connsiteX2" fmla="*/ 4941282 w 4941282"/>
              <a:gd name="connsiteY2" fmla="*/ 1936127 h 3877383"/>
              <a:gd name="connsiteX3" fmla="*/ 3153638 w 4941282"/>
              <a:gd name="connsiteY3" fmla="*/ 3872253 h 3877383"/>
              <a:gd name="connsiteX4" fmla="*/ 0 w 4941282"/>
              <a:gd name="connsiteY4" fmla="*/ 3877383 h 3877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41282" h="3877383">
                <a:moveTo>
                  <a:pt x="0" y="0"/>
                </a:moveTo>
                <a:lnTo>
                  <a:pt x="3153638" y="0"/>
                </a:lnTo>
                <a:cubicBezTo>
                  <a:pt x="4140926" y="0"/>
                  <a:pt x="4941282" y="866833"/>
                  <a:pt x="4941282" y="1936127"/>
                </a:cubicBezTo>
                <a:cubicBezTo>
                  <a:pt x="4941282" y="3005420"/>
                  <a:pt x="4140926" y="3872253"/>
                  <a:pt x="3153638" y="3872253"/>
                </a:cubicBezTo>
                <a:lnTo>
                  <a:pt x="0" y="3877383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wrap="square" lIns="0" tIns="914400" rIns="0" anchor="t" anchorCtr="0">
            <a:no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B998B-CC89-3840-B310-6D92165A7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50006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4FEE92A-34E2-45DA-9629-6CBFE66DDA0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5" name="Graphic 12">
            <a:extLst>
              <a:ext uri="{FF2B5EF4-FFF2-40B4-BE49-F238E27FC236}">
                <a16:creationId xmlns:a16="http://schemas.microsoft.com/office/drawing/2014/main" id="{CCA2786B-901C-4285-95EC-35CBC58443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6" name="Freeform 25">
            <a:extLst>
              <a:ext uri="{FF2B5EF4-FFF2-40B4-BE49-F238E27FC236}">
                <a16:creationId xmlns:a16="http://schemas.microsoft.com/office/drawing/2014/main" id="{9A5FF9B7-D734-F44B-B6EB-90019FA057EB}"/>
              </a:ext>
            </a:extLst>
          </p:cNvPr>
          <p:cNvSpPr/>
          <p:nvPr userDrawn="1"/>
        </p:nvSpPr>
        <p:spPr>
          <a:xfrm>
            <a:off x="1" y="835265"/>
            <a:ext cx="6546455" cy="4706913"/>
          </a:xfrm>
          <a:custGeom>
            <a:avLst/>
            <a:gdLst>
              <a:gd name="connsiteX0" fmla="*/ 0 w 4909841"/>
              <a:gd name="connsiteY0" fmla="*/ 0 h 3883204"/>
              <a:gd name="connsiteX1" fmla="*/ 2968240 w 4909841"/>
              <a:gd name="connsiteY1" fmla="*/ 0 h 3883204"/>
              <a:gd name="connsiteX2" fmla="*/ 4909841 w 4909841"/>
              <a:gd name="connsiteY2" fmla="*/ 1941603 h 3883204"/>
              <a:gd name="connsiteX3" fmla="*/ 4909835 w 4909841"/>
              <a:gd name="connsiteY3" fmla="*/ 1941603 h 3883204"/>
              <a:gd name="connsiteX4" fmla="*/ 2968234 w 4909841"/>
              <a:gd name="connsiteY4" fmla="*/ 3883204 h 3883204"/>
              <a:gd name="connsiteX5" fmla="*/ 0 w 4909841"/>
              <a:gd name="connsiteY5" fmla="*/ 3883202 h 388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09841" h="3883204">
                <a:moveTo>
                  <a:pt x="0" y="0"/>
                </a:moveTo>
                <a:lnTo>
                  <a:pt x="2968240" y="0"/>
                </a:lnTo>
                <a:cubicBezTo>
                  <a:pt x="4040554" y="0"/>
                  <a:pt x="4909841" y="869287"/>
                  <a:pt x="4909841" y="1941603"/>
                </a:cubicBezTo>
                <a:lnTo>
                  <a:pt x="4909835" y="1941603"/>
                </a:lnTo>
                <a:cubicBezTo>
                  <a:pt x="4909835" y="3013917"/>
                  <a:pt x="4040548" y="3883204"/>
                  <a:pt x="2968234" y="3883204"/>
                </a:cubicBezTo>
                <a:lnTo>
                  <a:pt x="0" y="388320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9B9D6A-F5CA-C347-BC53-A21EB0BA6D14}"/>
              </a:ext>
            </a:extLst>
          </p:cNvPr>
          <p:cNvSpPr/>
          <p:nvPr userDrawn="1"/>
        </p:nvSpPr>
        <p:spPr>
          <a:xfrm>
            <a:off x="6055955" y="92995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2B8E1F-1A49-F44B-B445-F30027BF6B64}"/>
              </a:ext>
            </a:extLst>
          </p:cNvPr>
          <p:cNvSpPr/>
          <p:nvPr userDrawn="1"/>
        </p:nvSpPr>
        <p:spPr>
          <a:xfrm>
            <a:off x="6776922" y="1900623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33616C0-A98D-F84E-9AE1-2325A3AA5A5E}"/>
              </a:ext>
            </a:extLst>
          </p:cNvPr>
          <p:cNvSpPr/>
          <p:nvPr userDrawn="1"/>
        </p:nvSpPr>
        <p:spPr>
          <a:xfrm>
            <a:off x="7035391" y="299322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72D6C16-A0F8-4D41-844F-C821BC401C2B}"/>
              </a:ext>
            </a:extLst>
          </p:cNvPr>
          <p:cNvSpPr/>
          <p:nvPr userDrawn="1"/>
        </p:nvSpPr>
        <p:spPr>
          <a:xfrm>
            <a:off x="6831863" y="4083389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6721C0-3553-3F40-876F-B5A0E7232000}"/>
              </a:ext>
            </a:extLst>
          </p:cNvPr>
          <p:cNvSpPr/>
          <p:nvPr userDrawn="1"/>
        </p:nvSpPr>
        <p:spPr>
          <a:xfrm>
            <a:off x="6119885" y="5054387"/>
            <a:ext cx="407055" cy="4070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C1D68C-6478-F94E-A5B3-624183D3E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95431" y="93027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CDF4812-B64B-D945-A9E6-0F74CF7E6F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66279" y="1900949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A25D3975-8720-2641-AE51-525091C83E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45428" y="2993553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1B7C7AAD-FB1D-5B4F-8CC1-DEFA4A39FC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1899" y="4083715"/>
            <a:ext cx="3689451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3ABE012-3FC3-4D41-9E94-6DB0E4AA92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9242" y="5054387"/>
            <a:ext cx="3689452" cy="4064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3C1C5D1-536D-AD42-ADF1-44F2EFD99432}"/>
              </a:ext>
            </a:extLst>
          </p:cNvPr>
          <p:cNvSpPr/>
          <p:nvPr userDrawn="1"/>
        </p:nvSpPr>
        <p:spPr>
          <a:xfrm>
            <a:off x="-8350" y="370770"/>
            <a:ext cx="7265465" cy="5651967"/>
          </a:xfrm>
          <a:custGeom>
            <a:avLst/>
            <a:gdLst>
              <a:gd name="connsiteX0" fmla="*/ 0 w 5688957"/>
              <a:gd name="connsiteY0" fmla="*/ 0 h 4662873"/>
              <a:gd name="connsiteX1" fmla="*/ 3357521 w 5688957"/>
              <a:gd name="connsiteY1" fmla="*/ 0 h 4662873"/>
              <a:gd name="connsiteX2" fmla="*/ 5688957 w 5688957"/>
              <a:gd name="connsiteY2" fmla="*/ 2331438 h 4662873"/>
              <a:gd name="connsiteX3" fmla="*/ 5688950 w 5688957"/>
              <a:gd name="connsiteY3" fmla="*/ 2331438 h 4662873"/>
              <a:gd name="connsiteX4" fmla="*/ 3357514 w 5688957"/>
              <a:gd name="connsiteY4" fmla="*/ 4662873 h 4662873"/>
              <a:gd name="connsiteX5" fmla="*/ 0 w 5688957"/>
              <a:gd name="connsiteY5" fmla="*/ 4662871 h 46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88957" h="4662873">
                <a:moveTo>
                  <a:pt x="0" y="0"/>
                </a:moveTo>
                <a:lnTo>
                  <a:pt x="3357521" y="0"/>
                </a:lnTo>
                <a:cubicBezTo>
                  <a:pt x="4645135" y="0"/>
                  <a:pt x="5688957" y="1043822"/>
                  <a:pt x="5688957" y="2331438"/>
                </a:cubicBezTo>
                <a:lnTo>
                  <a:pt x="5688950" y="2331438"/>
                </a:lnTo>
                <a:cubicBezTo>
                  <a:pt x="5688950" y="3619051"/>
                  <a:pt x="4645128" y="4662873"/>
                  <a:pt x="3357514" y="4662873"/>
                </a:cubicBezTo>
                <a:lnTo>
                  <a:pt x="0" y="4662871"/>
                </a:lnTo>
                <a:close/>
              </a:path>
            </a:pathLst>
          </a:cu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C3374-2761-FA4E-8E97-DB8C2B7D8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7046" y="1543699"/>
            <a:ext cx="4518121" cy="3090333"/>
          </a:xfrm>
        </p:spPr>
        <p:txBody>
          <a:bodyPr anchor="ctr">
            <a:normAutofit/>
          </a:bodyPr>
          <a:lstStyle>
            <a:lvl1pPr>
              <a:defRPr sz="3733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5FCE06-47E5-7F4F-A101-9C9BF7B1C0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38905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>
            <a:extLst>
              <a:ext uri="{FF2B5EF4-FFF2-40B4-BE49-F238E27FC236}">
                <a16:creationId xmlns:a16="http://schemas.microsoft.com/office/drawing/2014/main" id="{00E93B47-1235-C54B-81D2-D02E94505843}"/>
              </a:ext>
            </a:extLst>
          </p:cNvPr>
          <p:cNvSpPr/>
          <p:nvPr userDrawn="1"/>
        </p:nvSpPr>
        <p:spPr>
          <a:xfrm>
            <a:off x="2836647" y="5641959"/>
            <a:ext cx="909295" cy="9092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3DB85C-E318-4432-80E3-72F32C67905D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2" name="Graphic 12">
            <a:extLst>
              <a:ext uri="{FF2B5EF4-FFF2-40B4-BE49-F238E27FC236}">
                <a16:creationId xmlns:a16="http://schemas.microsoft.com/office/drawing/2014/main" id="{19809693-F2E3-42A1-87E3-A2739FFDAD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464" y="2897304"/>
            <a:ext cx="10515600" cy="985648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3733"/>
            </a:lvl1pPr>
          </a:lstStyle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25416"/>
            <a:ext cx="10538293" cy="68420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accent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4AFD015-0D1F-3547-8CF1-90942E7ACF2E}"/>
              </a:ext>
            </a:extLst>
          </p:cNvPr>
          <p:cNvSpPr/>
          <p:nvPr userDrawn="1"/>
        </p:nvSpPr>
        <p:spPr>
          <a:xfrm>
            <a:off x="10342177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74D8618-1342-4C42-94BD-C150DF3C1928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93476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FAF5E5E-6EA4-4A43-983D-0C48CA9B0753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4" name="Graphic 12">
            <a:extLst>
              <a:ext uri="{FF2B5EF4-FFF2-40B4-BE49-F238E27FC236}">
                <a16:creationId xmlns:a16="http://schemas.microsoft.com/office/drawing/2014/main" id="{B0DFB78E-CD69-4F4C-AE45-6F40FCF86C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1" y="4818843"/>
            <a:ext cx="9160412" cy="641701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CB116E-FCFF-B84C-8DDA-6401B7A0A3B9}"/>
              </a:ext>
            </a:extLst>
          </p:cNvPr>
          <p:cNvSpPr/>
          <p:nvPr userDrawn="1"/>
        </p:nvSpPr>
        <p:spPr>
          <a:xfrm>
            <a:off x="10342181" y="4709625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B394081-5EE4-324E-B115-5061B4B6B09C}"/>
              </a:ext>
            </a:extLst>
          </p:cNvPr>
          <p:cNvSpPr/>
          <p:nvPr userDrawn="1"/>
        </p:nvSpPr>
        <p:spPr>
          <a:xfrm>
            <a:off x="2837792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27D105A-509D-A74A-9A2E-5C0427623FA6}"/>
              </a:ext>
            </a:extLst>
          </p:cNvPr>
          <p:cNvSpPr/>
          <p:nvPr userDrawn="1"/>
        </p:nvSpPr>
        <p:spPr>
          <a:xfrm>
            <a:off x="436179" y="1894702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6936" y="3368273"/>
            <a:ext cx="9144000" cy="1354081"/>
          </a:xfrm>
          <a:prstGeom prst="rect">
            <a:avLst/>
          </a:prstGeom>
        </p:spPr>
        <p:txBody>
          <a:bodyPr lIns="0" tIns="0" rIns="0" bIns="0" anchor="b"/>
          <a:lstStyle>
            <a:lvl1pPr algn="l"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4876800" y="1"/>
            <a:ext cx="7315200" cy="3272359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F8139F-D3FB-6848-B5A2-E54BDCB7E9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7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- 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8821F7-D5AA-584A-B8D6-4FD8CACCB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0" y="0"/>
            <a:ext cx="12192000" cy="6292464"/>
          </a:xfrm>
          <a:prstGeom prst="rect">
            <a:avLst/>
          </a:pr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B4345B-A524-488C-A063-AB52E74E7720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00BDBE5C-FAEC-4355-B53C-CB04DD0C3F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20A3A4E7-56B1-0B44-98D4-AC2327493B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7881" y="2070570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noFill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0807" y="4230109"/>
            <a:ext cx="2060139" cy="4748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333" b="1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0E3BCA6-1B33-1D4B-B19F-C16316226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541" y="2957880"/>
            <a:ext cx="4849175" cy="119094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DB81BC-F9B1-D74F-B19E-0D8326A820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3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>
                <a:latin typeface="Montserrat" pitchFamily="2" charset="77"/>
              </a:defRPr>
            </a:lvl1pPr>
            <a:lvl2pPr marL="609585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2pPr>
            <a:lvl3pPr marL="853419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>
                <a:latin typeface="Montserrat" pitchFamily="2" charset="77"/>
              </a:defRPr>
            </a:lvl3pPr>
            <a:lvl4pPr marL="1219170" marR="0" indent="-243834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>
                <a:latin typeface="Montserrat" pitchFamily="2" charset="77"/>
              </a:defRPr>
            </a:lvl4pPr>
            <a:lvl5pPr marL="0" marR="0" indent="0" algn="l" defTabSz="914377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>
                <a:latin typeface="Montserrat" pitchFamily="2" charset="77"/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72434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DDDF61E-FD84-D34B-9DB5-46D76844A80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58E796D9-DAF5-D74D-8402-673E835AE5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051046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0935410A-4452-764D-8477-13AF6ADB360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3DB5542F-9D9E-F141-A555-16DFFDE653E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485122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 w/Pictur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E90D1E2-3FBB-1041-A715-785BFD621F5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D959CE95-45F1-114D-AF89-17853692DC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47036" y="1576553"/>
            <a:ext cx="4542641" cy="4351283"/>
          </a:xfrm>
          <a:prstGeom prst="ellipse">
            <a:avLst/>
          </a:prstGeom>
          <a:solidFill>
            <a:schemeClr val="bg2"/>
          </a:solidFill>
        </p:spPr>
        <p:txBody>
          <a:bodyPr tIns="73152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353110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  <a:noFill/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  <a:noFill/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E242888-0328-0E4A-98EE-9774852A1A73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41394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rietary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F67232A-40F8-1A47-9CDC-7290008F23C1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406301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sitive—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11243259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695A276D-B054-0E40-A662-596DD871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F4DD12C-CFDB-804A-A675-45DF5731EB30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B5E5E75-A19A-E040-B15A-7EE942510BE0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263CF2F-B018-3343-B44E-89447650A7B9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90704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6CAC789-545E-DA4E-82BE-AB562EC6E7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33486" y="1578866"/>
            <a:ext cx="4130463" cy="4130463"/>
          </a:xfrm>
          <a:prstGeom prst="ellipse">
            <a:avLst/>
          </a:prstGeom>
          <a:solidFill>
            <a:schemeClr val="bg2"/>
          </a:solidFill>
        </p:spPr>
        <p:txBody>
          <a:bodyPr tIns="64008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photo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AB9BBF-A7FA-394D-A2E2-93323B4F3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1031611"/>
            <a:ext cx="10396483" cy="40743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buNone/>
              <a:defRPr sz="1867" b="1">
                <a:solidFill>
                  <a:schemeClr val="accent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427BEF-5B47-724A-9C16-0A84E9E3CE0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57200" y="1576552"/>
            <a:ext cx="7141027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8A6CFA9-BBCE-4882-8617-533B5B480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386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158CE639-514C-2A4F-986C-11AB4BAB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243486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82AEE-1FD5-402C-88B0-E25AE9E6C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547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1554E-EAE4-4B4F-BD0C-EE22B6F11A1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2EA73D7A-E2A4-4A3A-85B0-9E9498CAF8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4F37A-76DE-4025-85E4-675016AE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26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Placeholder 70">
            <a:extLst>
              <a:ext uri="{FF2B5EF4-FFF2-40B4-BE49-F238E27FC236}">
                <a16:creationId xmlns:a16="http://schemas.microsoft.com/office/drawing/2014/main" id="{AE067FBA-294B-D849-BC89-744E5234FF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386152" y="49508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A0EEAD3-5327-AA4E-8829-661E2638DF2F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658CC07A-450B-3844-A1D7-5AC272D99489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CC28A6F-B179-B644-B0A5-418F10E7689D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E443A4-60AC-C04E-BE44-345D6D5A23F9}"/>
              </a:ext>
            </a:extLst>
          </p:cNvPr>
          <p:cNvSpPr txBox="1"/>
          <p:nvPr userDrawn="1"/>
        </p:nvSpPr>
        <p:spPr>
          <a:xfrm>
            <a:off x="2931199" y="2239734"/>
            <a:ext cx="881336" cy="545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092A9FE5-AC61-9C4F-9115-8820A7F6F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504" y="1208667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88F3E9C3-1356-0F46-8E31-5920A6ED2A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6928" y="1414860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 Placeholder 70">
            <a:extLst>
              <a:ext uri="{FF2B5EF4-FFF2-40B4-BE49-F238E27FC236}">
                <a16:creationId xmlns:a16="http://schemas.microsoft.com/office/drawing/2014/main" id="{45FA2D97-99A3-9848-B80E-50776252DE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12521" y="1466982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4" name="Text Placeholder 70">
            <a:extLst>
              <a:ext uri="{FF2B5EF4-FFF2-40B4-BE49-F238E27FC236}">
                <a16:creationId xmlns:a16="http://schemas.microsoft.com/office/drawing/2014/main" id="{FD4E0504-7DED-1845-BEBD-63B64826B6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920" y="4935463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6" name="Text Placeholder 70">
            <a:extLst>
              <a:ext uri="{FF2B5EF4-FFF2-40B4-BE49-F238E27FC236}">
                <a16:creationId xmlns:a16="http://schemas.microsoft.com/office/drawing/2014/main" id="{EEED8497-B848-8E4D-857D-F800BDB3F1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62355" y="4893427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7" name="Text Placeholder 70">
            <a:extLst>
              <a:ext uri="{FF2B5EF4-FFF2-40B4-BE49-F238E27FC236}">
                <a16:creationId xmlns:a16="http://schemas.microsoft.com/office/drawing/2014/main" id="{5AC7E6E0-E467-6C42-8D1C-BFF258C4029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13189" y="4815496"/>
            <a:ext cx="2639483" cy="836083"/>
          </a:xfrm>
        </p:spPr>
        <p:txBody>
          <a:bodyPr anchor="t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9" name="Text Placeholder 70">
            <a:extLst>
              <a:ext uri="{FF2B5EF4-FFF2-40B4-BE49-F238E27FC236}">
                <a16:creationId xmlns:a16="http://schemas.microsoft.com/office/drawing/2014/main" id="{E8710EE9-E0AD-2140-925B-C4CFA5A00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249372" y="2061185"/>
            <a:ext cx="2639483" cy="836083"/>
          </a:xfrm>
        </p:spPr>
        <p:txBody>
          <a:bodyPr anchor="b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33">
                <a:latin typeface="+mn-lt"/>
              </a:defRPr>
            </a:lvl1pPr>
            <a:lvl2pPr>
              <a:lnSpc>
                <a:spcPct val="100000"/>
              </a:lnSpc>
              <a:defRPr sz="12666"/>
            </a:lvl2pPr>
            <a:lvl3pPr>
              <a:defRPr sz="133"/>
            </a:lvl3pPr>
            <a:lvl4pPr>
              <a:defRPr sz="8733"/>
            </a:lvl4pPr>
            <a:lvl5pPr>
              <a:defRPr sz="1933"/>
            </a:lvl5pPr>
            <a:lvl6pPr>
              <a:defRPr sz="5267"/>
            </a:lvl6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  <a:sym typeface="+mn-lt"/>
              </a:rPr>
              <a:t>Topic</a:t>
            </a:r>
            <a:endParaRPr kumimoji="0" lang="en-US" sz="5333" b="1" i="0" u="none" strike="noStrike" kern="1200" cap="none" spc="0" normalizeH="0" baseline="0" noProof="0">
              <a:ln>
                <a:noFill/>
              </a:ln>
              <a:solidFill>
                <a:srgbClr val="E2017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  <a:sym typeface="+mn-lt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/>
              <a:t>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Lorem ipsum dolor sit </a:t>
            </a:r>
            <a:r>
              <a:rPr lang="en-US" sz="3200" err="1"/>
              <a:t>amet</a:t>
            </a:r>
            <a:r>
              <a:rPr lang="en-US" sz="3200"/>
              <a:t>. </a:t>
            </a: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rgbClr val="171717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584715DF-8F1D-4D98-BA52-64772637F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38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3B465F0-03D2-4F19-9B30-B7B390891A57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7" name="Graphic 12">
            <a:extLst>
              <a:ext uri="{FF2B5EF4-FFF2-40B4-BE49-F238E27FC236}">
                <a16:creationId xmlns:a16="http://schemas.microsoft.com/office/drawing/2014/main" id="{3AFC19FE-03FC-4EBC-AEA3-3ABC9FD67F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69F67A3-A1B4-004B-8E2A-D755FB56451E}"/>
              </a:ext>
            </a:extLst>
          </p:cNvPr>
          <p:cNvGrpSpPr/>
          <p:nvPr userDrawn="1"/>
        </p:nvGrpSpPr>
        <p:grpSpPr>
          <a:xfrm>
            <a:off x="5442875" y="3948753"/>
            <a:ext cx="1317148" cy="246432"/>
            <a:chOff x="4109656" y="2961565"/>
            <a:chExt cx="987861" cy="184824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DBDE7F3-AA3F-3A4B-BC96-C29300461749}"/>
                </a:ext>
              </a:extLst>
            </p:cNvPr>
            <p:cNvSpPr/>
            <p:nvPr/>
          </p:nvSpPr>
          <p:spPr>
            <a:xfrm>
              <a:off x="4667796" y="2962913"/>
              <a:ext cx="429721" cy="1821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320228-23E0-0846-A6B6-2CDCBCC664C0}"/>
                </a:ext>
              </a:extLst>
            </p:cNvPr>
            <p:cNvSpPr/>
            <p:nvPr/>
          </p:nvSpPr>
          <p:spPr>
            <a:xfrm>
              <a:off x="4390811" y="2961565"/>
              <a:ext cx="184824" cy="18482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63AE92-D943-E046-8F35-C31BF9B9109C}"/>
                </a:ext>
              </a:extLst>
            </p:cNvPr>
            <p:cNvSpPr/>
            <p:nvPr/>
          </p:nvSpPr>
          <p:spPr>
            <a:xfrm>
              <a:off x="4109656" y="2961565"/>
              <a:ext cx="184824" cy="18482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4351FD-D03E-466B-A677-D6028D5A69E5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328294B2-3E88-4EB3-A138-8B2BD56994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FC75D-C55C-1B4D-9FF5-B13158C16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5" y="1489629"/>
            <a:ext cx="11220451" cy="2222500"/>
          </a:xfrm>
        </p:spPr>
        <p:txBody>
          <a:bodyPr anchor="b">
            <a:normAutofit/>
          </a:bodyPr>
          <a:lstStyle>
            <a:lvl1pPr algn="ctr">
              <a:defRPr sz="4267"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8F45B8-CB91-6945-BA1F-F5EC528738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3367" y="4440929"/>
            <a:ext cx="2345267" cy="493183"/>
          </a:xfrm>
        </p:spPr>
        <p:txBody>
          <a:bodyPr/>
          <a:lstStyle>
            <a:lvl1pPr marL="0" marR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33" b="1" i="0" u="none" strike="noStrike" kern="1200" cap="none" spc="0" normalizeH="0" baseline="0" noProof="0">
                <a:ln>
                  <a:noFill/>
                </a:ln>
                <a:solidFill>
                  <a:srgbClr val="E2017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 Here</a:t>
            </a:r>
          </a:p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67" b="0" i="0" u="none" strike="noStrike" kern="1200" cap="none" spc="0" normalizeH="0" baseline="0" noProof="0">
                <a:ln>
                  <a:noFill/>
                </a:ln>
                <a:solidFill>
                  <a:srgbClr val="171717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Title Goes Here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17FAC0-3DB1-4023-854C-C5EAE614B8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545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57200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11856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1855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with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92360"/>
            <a:ext cx="10396483" cy="699433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defRPr sz="2933"/>
            </a:lvl1pPr>
          </a:lstStyle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556469" y="1576552"/>
            <a:ext cx="6178331" cy="4351283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None/>
              <a:tabLst/>
              <a:defRPr sz="2133"/>
            </a:lvl1pPr>
            <a:lvl2pPr marL="609585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20000"/>
              <a:buFont typeface="Arial" panose="020B0604020202020204" pitchFamily="34" charset="0"/>
              <a:buChar char="•"/>
              <a:tabLst/>
              <a:defRPr sz="1867"/>
            </a:lvl2pPr>
            <a:lvl3pPr marL="853419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20177"/>
              </a:buClr>
              <a:buSzPct val="100000"/>
              <a:buFont typeface="Courier New" panose="02070309020205020404" pitchFamily="49" charset="0"/>
              <a:buChar char="o"/>
              <a:tabLst/>
              <a:defRPr sz="1867"/>
            </a:lvl3pPr>
            <a:lvl4pPr marL="1219170" marR="0" indent="-24383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1717"/>
              </a:buClr>
              <a:buSzPct val="100000"/>
              <a:buFont typeface="Arial" panose="020B0604020202020204" pitchFamily="34" charset="0"/>
              <a:buChar char="•"/>
              <a:tabLst/>
              <a:defRPr sz="1867"/>
            </a:lvl4pPr>
            <a:lvl5pPr marL="0" marR="0" indent="0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200"/>
              </a:spcAft>
              <a:buClr>
                <a:srgbClr val="E20177"/>
              </a:buClr>
              <a:buSzTx/>
              <a:buFont typeface="Arial" panose="020B0604020202020204" pitchFamily="34" charset="0"/>
              <a:buNone/>
              <a:tabLst/>
              <a:defRPr sz="1867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A9EF697A-B8EA-6A44-ADD8-584930F9F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1B1BAF1-B750-344E-95E3-8EEA2675FB8E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2C5A79AF-C975-7E42-AB3A-E4BC95DBC67E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1F9475-1E8B-F349-86C4-AF19BC661C4C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57874F-97D7-894B-AAB7-0363CD80351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76917"/>
            <a:ext cx="4822944" cy="4351867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956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  <p15:guide id="4" orient="horz" pos="3180">
          <p15:clr>
            <a:srgbClr val="FBAE40"/>
          </p15:clr>
        </p15:guide>
      </p15:sldGuideLst>
    </p:ext>
  </p:extLst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3682151"/>
            <a:ext cx="3607595" cy="24001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EA4881-2F50-4460-9F83-A86DF033A1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7826" y="1423668"/>
            <a:ext cx="11436351" cy="1730437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defRPr sz="6000">
                <a:solidFill>
                  <a:schemeClr val="accent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3671B7F-F2A4-4C16-8CFC-750DB8475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14319"/>
      </p:ext>
    </p:extLst>
  </p:cSld>
  <p:clrMapOvr>
    <a:masterClrMapping/>
  </p:clrMapOvr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1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19"/>
            <a:ext cx="3607595" cy="445611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2217913"/>
      </p:ext>
    </p:extLst>
  </p:cSld>
  <p:clrMapOvr>
    <a:masterClrMapping/>
  </p:clrMapOvr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25" y="1366322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56CAA8-120B-4156-BBDE-C14811D308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2203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CAB32A-202F-4B4E-8290-6DE17E9C1F9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06581" y="1366320"/>
            <a:ext cx="3607595" cy="455781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896D49-2CCD-4F4F-B60A-7BA18E6D0558}"/>
              </a:ext>
            </a:extLst>
          </p:cNvPr>
          <p:cNvCxnSpPr>
            <a:cxnSpLocks/>
          </p:cNvCxnSpPr>
          <p:nvPr/>
        </p:nvCxnSpPr>
        <p:spPr>
          <a:xfrm>
            <a:off x="377825" y="2011523"/>
            <a:ext cx="3607595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19164EC-A269-884E-8AF1-4557714F264F}"/>
              </a:ext>
            </a:extLst>
          </p:cNvPr>
          <p:cNvCxnSpPr>
            <a:cxnSpLocks/>
          </p:cNvCxnSpPr>
          <p:nvPr/>
        </p:nvCxnSpPr>
        <p:spPr>
          <a:xfrm>
            <a:off x="4292203" y="2011523"/>
            <a:ext cx="360759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BD4A78-121F-1844-A35F-E46C08F38FD3}"/>
              </a:ext>
            </a:extLst>
          </p:cNvPr>
          <p:cNvCxnSpPr>
            <a:cxnSpLocks/>
          </p:cNvCxnSpPr>
          <p:nvPr/>
        </p:nvCxnSpPr>
        <p:spPr>
          <a:xfrm>
            <a:off x="8206581" y="2011523"/>
            <a:ext cx="3607595" cy="0"/>
          </a:xfrm>
          <a:prstGeom prst="line">
            <a:avLst/>
          </a:prstGeom>
          <a:ln w="41275" cap="rnd">
            <a:solidFill>
              <a:schemeClr val="accent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B4E038E-0B73-4642-9BBA-0F941BA8C5D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77824" y="2401888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0DC4165-AC2E-2646-B981-D025162A265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292201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2F03709-776D-6142-8C9D-42490455591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206580" y="2401887"/>
            <a:ext cx="3607595" cy="342054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7258258"/>
      </p:ext>
    </p:extLst>
  </p:cSld>
  <p:clrMapOvr>
    <a:masterClrMapping/>
  </p:clrMapOvr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323200" y="2470150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189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9055200" y="2463775"/>
            <a:ext cx="2420085" cy="3555061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64BCA9E-BD25-BB44-A38A-89F10B03C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826" y="1366321"/>
            <a:ext cx="2499460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6AC809AE-310D-A740-9A5E-BD574EF56F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323202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32D7B7-23D2-EA4E-B74B-6E7B9B58F14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189200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36E78F7-B8CE-5D4F-BDD4-BAD1502179E6}"/>
              </a:ext>
            </a:extLst>
          </p:cNvPr>
          <p:cNvCxnSpPr>
            <a:cxnSpLocks/>
          </p:cNvCxnSpPr>
          <p:nvPr userDrawn="1"/>
        </p:nvCxnSpPr>
        <p:spPr>
          <a:xfrm>
            <a:off x="377826" y="2243016"/>
            <a:ext cx="2499460" cy="0"/>
          </a:xfrm>
          <a:prstGeom prst="line">
            <a:avLst/>
          </a:prstGeom>
          <a:ln w="41275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F69C8E1-F8B9-604C-9BC0-A629735C94A3}"/>
              </a:ext>
            </a:extLst>
          </p:cNvPr>
          <p:cNvCxnSpPr>
            <a:cxnSpLocks/>
          </p:cNvCxnSpPr>
          <p:nvPr userDrawn="1"/>
        </p:nvCxnSpPr>
        <p:spPr>
          <a:xfrm>
            <a:off x="3323200" y="2243016"/>
            <a:ext cx="2420085" cy="0"/>
          </a:xfrm>
          <a:prstGeom prst="line">
            <a:avLst/>
          </a:prstGeom>
          <a:ln w="41275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B27C38D-3BD5-D245-854D-74C6AC5406DF}"/>
              </a:ext>
            </a:extLst>
          </p:cNvPr>
          <p:cNvCxnSpPr>
            <a:cxnSpLocks/>
          </p:cNvCxnSpPr>
          <p:nvPr userDrawn="1"/>
        </p:nvCxnSpPr>
        <p:spPr>
          <a:xfrm>
            <a:off x="6189199" y="2243016"/>
            <a:ext cx="2420085" cy="0"/>
          </a:xfrm>
          <a:prstGeom prst="line">
            <a:avLst/>
          </a:prstGeom>
          <a:ln w="41275" cap="rnd">
            <a:solidFill>
              <a:schemeClr val="accent3">
                <a:alpha val="99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DEE75C1D-BC4C-0146-912E-D47892C30EB2}"/>
              </a:ext>
            </a:extLst>
          </p:cNvPr>
          <p:cNvSpPr>
            <a:spLocks noGrp="1"/>
          </p:cNvSpPr>
          <p:nvPr>
            <p:ph idx="77"/>
          </p:nvPr>
        </p:nvSpPr>
        <p:spPr>
          <a:xfrm>
            <a:off x="9055199" y="1366320"/>
            <a:ext cx="2420085" cy="655939"/>
          </a:xfrm>
        </p:spPr>
        <p:txBody>
          <a:bodyPr anchor="ctr"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5C538C9-2BCA-2E46-A94A-0FB8D18489BC}"/>
              </a:ext>
            </a:extLst>
          </p:cNvPr>
          <p:cNvCxnSpPr>
            <a:cxnSpLocks/>
          </p:cNvCxnSpPr>
          <p:nvPr userDrawn="1"/>
        </p:nvCxnSpPr>
        <p:spPr>
          <a:xfrm>
            <a:off x="9055198" y="2243016"/>
            <a:ext cx="2420085" cy="0"/>
          </a:xfrm>
          <a:prstGeom prst="line">
            <a:avLst/>
          </a:prstGeom>
          <a:ln w="41275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766415"/>
      </p:ext>
    </p:extLst>
  </p:cSld>
  <p:clrMapOvr>
    <a:masterClrMapping/>
  </p:clrMapOvr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3DFC7D-C32E-4AD7-9BD9-C7B1D9FB59D2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1" name="Graphic 12">
            <a:extLst>
              <a:ext uri="{FF2B5EF4-FFF2-40B4-BE49-F238E27FC236}">
                <a16:creationId xmlns:a16="http://schemas.microsoft.com/office/drawing/2014/main" id="{DE6E563A-CD64-4F32-BC6F-E4EE5F4B4B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0237854-694D-8143-80CC-A1879777AF2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012" y="2404881"/>
            <a:ext cx="3411097" cy="3323383"/>
          </a:xfrm>
          <a:prstGeom prst="ellipse">
            <a:avLst/>
          </a:prstGeom>
          <a:solidFill>
            <a:schemeClr val="accent1"/>
          </a:solidFill>
        </p:spPr>
        <p:txBody>
          <a:bodyPr tIns="0" anchor="ctr">
            <a:normAutofit/>
          </a:bodyPr>
          <a:lstStyle>
            <a:lvl1pPr marL="0" indent="0" algn="ctr">
              <a:buNone/>
              <a:defRPr sz="1867" b="1"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marL="1151438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11BBFA1-F550-4430-8659-41C3BCA73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68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232DF8-F106-704B-8477-66785B07AB3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0"/>
            <a:ext cx="12192000" cy="6292851"/>
          </a:xfrm>
          <a:solidFill>
            <a:schemeClr val="bg2"/>
          </a:solidFill>
        </p:spPr>
        <p:txBody>
          <a:bodyPr tIns="1920240" rIns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30D83-BDA4-4DC1-9651-732FC429A4A9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C29B246F-FB99-4E73-BF9B-CF89C2662F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6852A224-48B9-7B47-B45D-F751E6BD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22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 w/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9EC0EC0-A245-410F-9859-77595118E4BE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6" name="Graphic 12">
            <a:extLst>
              <a:ext uri="{FF2B5EF4-FFF2-40B4-BE49-F238E27FC236}">
                <a16:creationId xmlns:a16="http://schemas.microsoft.com/office/drawing/2014/main" id="{5025E076-DB38-406C-8F41-715C87947E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8852C220-5335-954B-ABF5-68B35E3785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10800000" flipV="1">
            <a:off x="1873014" y="234427"/>
            <a:ext cx="10318983" cy="4616061"/>
          </a:xfrm>
          <a:custGeom>
            <a:avLst/>
            <a:gdLst>
              <a:gd name="connsiteX0" fmla="*/ 0 w 2373837"/>
              <a:gd name="connsiteY0" fmla="*/ 0 h 3161925"/>
              <a:gd name="connsiteX1" fmla="*/ 1186919 w 2373837"/>
              <a:gd name="connsiteY1" fmla="*/ 0 h 3161925"/>
              <a:gd name="connsiteX2" fmla="*/ 2373838 w 2373837"/>
              <a:gd name="connsiteY2" fmla="*/ 1580963 h 3161925"/>
              <a:gd name="connsiteX3" fmla="*/ 1186919 w 2373837"/>
              <a:gd name="connsiteY3" fmla="*/ 3161926 h 3161925"/>
              <a:gd name="connsiteX4" fmla="*/ 0 w 2373837"/>
              <a:gd name="connsiteY4" fmla="*/ 3161925 h 3161925"/>
              <a:gd name="connsiteX5" fmla="*/ 0 w 2373837"/>
              <a:gd name="connsiteY5" fmla="*/ 0 h 3161925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338328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61925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4572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27432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18288 w 5757118"/>
              <a:gd name="connsiteY4" fmla="*/ 3143637 h 3161926"/>
              <a:gd name="connsiteX5" fmla="*/ 0 w 5757118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9144 w 5766262"/>
              <a:gd name="connsiteY0" fmla="*/ 9144 h 3161926"/>
              <a:gd name="connsiteX1" fmla="*/ 4579343 w 5766262"/>
              <a:gd name="connsiteY1" fmla="*/ 0 h 3161926"/>
              <a:gd name="connsiteX2" fmla="*/ 5766262 w 5766262"/>
              <a:gd name="connsiteY2" fmla="*/ 1580963 h 3161926"/>
              <a:gd name="connsiteX3" fmla="*/ 4579343 w 5766262"/>
              <a:gd name="connsiteY3" fmla="*/ 3161926 h 3161926"/>
              <a:gd name="connsiteX4" fmla="*/ 0 w 5766262"/>
              <a:gd name="connsiteY4" fmla="*/ 3143637 h 3161926"/>
              <a:gd name="connsiteX5" fmla="*/ 9144 w 5766262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52781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61926"/>
              <a:gd name="connsiteX1" fmla="*/ 4570199 w 5757118"/>
              <a:gd name="connsiteY1" fmla="*/ 0 h 3161926"/>
              <a:gd name="connsiteX2" fmla="*/ 5757118 w 5757118"/>
              <a:gd name="connsiteY2" fmla="*/ 1580963 h 3161926"/>
              <a:gd name="connsiteX3" fmla="*/ 4570199 w 5757118"/>
              <a:gd name="connsiteY3" fmla="*/ 3161926 h 3161926"/>
              <a:gd name="connsiteX4" fmla="*/ 0 w 5757118"/>
              <a:gd name="connsiteY4" fmla="*/ 3143637 h 3161926"/>
              <a:gd name="connsiteX5" fmla="*/ 0 w 5757118"/>
              <a:gd name="connsiteY5" fmla="*/ 9144 h 3161926"/>
              <a:gd name="connsiteX0" fmla="*/ 0 w 5757118"/>
              <a:gd name="connsiteY0" fmla="*/ 9144 h 3171069"/>
              <a:gd name="connsiteX1" fmla="*/ 4570199 w 5757118"/>
              <a:gd name="connsiteY1" fmla="*/ 0 h 3171069"/>
              <a:gd name="connsiteX2" fmla="*/ 5757118 w 5757118"/>
              <a:gd name="connsiteY2" fmla="*/ 1580963 h 3171069"/>
              <a:gd name="connsiteX3" fmla="*/ 4570199 w 5757118"/>
              <a:gd name="connsiteY3" fmla="*/ 3161926 h 3171069"/>
              <a:gd name="connsiteX4" fmla="*/ 0 w 5757118"/>
              <a:gd name="connsiteY4" fmla="*/ 3171069 h 3171069"/>
              <a:gd name="connsiteX5" fmla="*/ 0 w 5757118"/>
              <a:gd name="connsiteY5" fmla="*/ 9144 h 3171069"/>
              <a:gd name="connsiteX0" fmla="*/ 0 w 5763988"/>
              <a:gd name="connsiteY0" fmla="*/ 0 h 3171069"/>
              <a:gd name="connsiteX1" fmla="*/ 4577069 w 5763988"/>
              <a:gd name="connsiteY1" fmla="*/ 0 h 3171069"/>
              <a:gd name="connsiteX2" fmla="*/ 5763988 w 5763988"/>
              <a:gd name="connsiteY2" fmla="*/ 1580963 h 3171069"/>
              <a:gd name="connsiteX3" fmla="*/ 4577069 w 5763988"/>
              <a:gd name="connsiteY3" fmla="*/ 3161926 h 3171069"/>
              <a:gd name="connsiteX4" fmla="*/ 6870 w 5763988"/>
              <a:gd name="connsiteY4" fmla="*/ 3171069 h 3171069"/>
              <a:gd name="connsiteX5" fmla="*/ 0 w 5763988"/>
              <a:gd name="connsiteY5" fmla="*/ 0 h 3171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3988" h="3171069">
                <a:moveTo>
                  <a:pt x="0" y="0"/>
                </a:moveTo>
                <a:lnTo>
                  <a:pt x="4577069" y="0"/>
                </a:lnTo>
                <a:cubicBezTo>
                  <a:pt x="5232586" y="0"/>
                  <a:pt x="5763988" y="707821"/>
                  <a:pt x="5763988" y="1580963"/>
                </a:cubicBezTo>
                <a:cubicBezTo>
                  <a:pt x="5763988" y="2454105"/>
                  <a:pt x="5232586" y="3161926"/>
                  <a:pt x="4577069" y="3161926"/>
                </a:cubicBezTo>
                <a:lnTo>
                  <a:pt x="6870" y="317106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vert="horz" lIns="0" tIns="914400" rIns="0" anchor="t" anchorCtr="0">
            <a:normAutofit/>
          </a:bodyPr>
          <a:lstStyle>
            <a:lvl1pPr marL="0" indent="0" algn="ctr">
              <a:buNone/>
              <a:defRPr sz="1867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BBB5C12-3DEF-4540-973F-28E88629FD1D}"/>
              </a:ext>
            </a:extLst>
          </p:cNvPr>
          <p:cNvSpPr/>
          <p:nvPr userDrawn="1"/>
        </p:nvSpPr>
        <p:spPr>
          <a:xfrm>
            <a:off x="7958623" y="5164271"/>
            <a:ext cx="909295" cy="90929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B8B6BA6-F26A-FD4E-8219-BF14B976B4DA}"/>
              </a:ext>
            </a:extLst>
          </p:cNvPr>
          <p:cNvSpPr/>
          <p:nvPr userDrawn="1"/>
        </p:nvSpPr>
        <p:spPr>
          <a:xfrm>
            <a:off x="478333" y="0"/>
            <a:ext cx="909296" cy="468851"/>
          </a:xfrm>
          <a:custGeom>
            <a:avLst/>
            <a:gdLst>
              <a:gd name="connsiteX0" fmla="*/ 1074 w 681972"/>
              <a:gd name="connsiteY0" fmla="*/ 0 h 351638"/>
              <a:gd name="connsiteX1" fmla="*/ 680898 w 681972"/>
              <a:gd name="connsiteY1" fmla="*/ 0 h 351638"/>
              <a:gd name="connsiteX2" fmla="*/ 681972 w 681972"/>
              <a:gd name="connsiteY2" fmla="*/ 10652 h 351638"/>
              <a:gd name="connsiteX3" fmla="*/ 340986 w 681972"/>
              <a:gd name="connsiteY3" fmla="*/ 351638 h 351638"/>
              <a:gd name="connsiteX4" fmla="*/ 0 w 681972"/>
              <a:gd name="connsiteY4" fmla="*/ 10652 h 35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8">
                <a:moveTo>
                  <a:pt x="1074" y="0"/>
                </a:moveTo>
                <a:lnTo>
                  <a:pt x="680898" y="0"/>
                </a:lnTo>
                <a:lnTo>
                  <a:pt x="681972" y="10652"/>
                </a:lnTo>
                <a:cubicBezTo>
                  <a:pt x="681972" y="198973"/>
                  <a:pt x="529307" y="351638"/>
                  <a:pt x="340986" y="351638"/>
                </a:cubicBezTo>
                <a:cubicBezTo>
                  <a:pt x="152665" y="351638"/>
                  <a:pt x="0" y="198973"/>
                  <a:pt x="0" y="106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DE15F76-698D-4D46-A56C-F2AD2B36F9A9}"/>
              </a:ext>
            </a:extLst>
          </p:cNvPr>
          <p:cNvSpPr/>
          <p:nvPr userDrawn="1"/>
        </p:nvSpPr>
        <p:spPr>
          <a:xfrm>
            <a:off x="932981" y="5164271"/>
            <a:ext cx="2391104" cy="90929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37DCF4-C4BE-4BA3-83A1-23C52DDA3E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04A439C-900A-E14F-897C-B479EFB1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34" y="1910340"/>
            <a:ext cx="4481013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865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95A2FD-1DC7-4D29-86A8-51D546E3A2C4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336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37F4A05-B3B3-429B-B6AF-4AAC8FF0B597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7E5C1B1-79BD-4C2B-8DF6-AAAFDC31D4EA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8204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3A1C0D48-6745-44FE-81AC-9E3EB1E2DECC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2336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Picture Placeholder 6">
            <a:extLst>
              <a:ext uri="{FF2B5EF4-FFF2-40B4-BE49-F238E27FC236}">
                <a16:creationId xmlns:a16="http://schemas.microsoft.com/office/drawing/2014/main" id="{62FA97E8-4519-4739-B895-55612F78257D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B5432D3A-C3C9-4B63-96CD-241A721F138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8204400" y="3636841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58C624-88C6-A749-9F27-558E9ADF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D7CDBFA3-F514-6741-9643-E95A1084E0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336400" y="300122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774F63E0-E76C-A447-AB42-BF40B2C6F8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270400" y="300779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DCFB84AB-7A55-2140-A0EC-51FE333C48D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204400" y="3001224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8DFBF47-74A8-0742-8727-6A02055AF2B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336400" y="54675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A6FFA54D-A788-D349-8CF8-43C27822326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5270700" y="5458822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1EE0B458-B269-3641-975E-232EBC073BF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204400" y="5467590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203690476"/>
      </p:ext>
    </p:extLst>
  </p:cSld>
  <p:clrMapOvr>
    <a:masterClrMapping/>
  </p:clrMapOvr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1359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9" name="Picture Placeholder 6">
            <a:extLst>
              <a:ext uri="{FF2B5EF4-FFF2-40B4-BE49-F238E27FC236}">
                <a16:creationId xmlns:a16="http://schemas.microsoft.com/office/drawing/2014/main" id="{B509B8F3-4042-7F44-BA0F-7153543484FC}"/>
              </a:ext>
            </a:extLst>
          </p:cNvPr>
          <p:cNvSpPr>
            <a:spLocks noGrp="1" noChangeAspect="1"/>
          </p:cNvSpPr>
          <p:nvPr>
            <p:ph type="pic" sz="quarter" idx="32"/>
          </p:nvPr>
        </p:nvSpPr>
        <p:spPr>
          <a:xfrm>
            <a:off x="33147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52704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E2CE9C72-4A45-324C-9211-0E11477CE6B4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72261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91818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359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9" name="Picture Placeholder 6">
            <a:extLst>
              <a:ext uri="{FF2B5EF4-FFF2-40B4-BE49-F238E27FC236}">
                <a16:creationId xmlns:a16="http://schemas.microsoft.com/office/drawing/2014/main" id="{622791C0-156C-EC4C-A5D8-B2E66E1E1455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33147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52704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4" name="Picture Placeholder 6">
            <a:extLst>
              <a:ext uri="{FF2B5EF4-FFF2-40B4-BE49-F238E27FC236}">
                <a16:creationId xmlns:a16="http://schemas.microsoft.com/office/drawing/2014/main" id="{AF49FF47-5766-1640-ABF9-240007B37EE0}"/>
              </a:ext>
            </a:extLst>
          </p:cNvPr>
          <p:cNvSpPr>
            <a:spLocks noGrp="1" noChangeAspect="1"/>
          </p:cNvSpPr>
          <p:nvPr>
            <p:ph type="pic" sz="quarter" idx="45"/>
          </p:nvPr>
        </p:nvSpPr>
        <p:spPr>
          <a:xfrm>
            <a:off x="72261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91818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3590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2715CA28-9D1E-064B-AA56-9A3C32E02E4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3147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70400" y="3014365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E194A757-8767-8B40-A0D2-3DD59AE90EBC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2261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181800" y="3014368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3690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0" name="Text Placeholder 17">
            <a:extLst>
              <a:ext uri="{FF2B5EF4-FFF2-40B4-BE49-F238E27FC236}">
                <a16:creationId xmlns:a16="http://schemas.microsoft.com/office/drawing/2014/main" id="{5214737B-C49F-3F47-B344-D88DFF3BC5E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33247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280415" y="5465393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A9DF13AF-1164-3C4B-BBE6-B90BA80FC6B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2361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191815" y="5465396"/>
            <a:ext cx="1650600" cy="484977"/>
          </a:xfrm>
        </p:spPr>
        <p:txBody>
          <a:bodyPr anchor="ctr">
            <a:noAutofit/>
          </a:bodyPr>
          <a:lstStyle>
            <a:lvl1pPr algn="ctr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ctr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066386507"/>
      </p:ext>
    </p:extLst>
  </p:cSld>
  <p:clrMapOvr>
    <a:masterClrMapping/>
  </p:clrMapOvr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43686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8280000" y="1214460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43686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8280000" y="3657069"/>
            <a:ext cx="1650600" cy="165060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3601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71511" y="1477170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0182911" y="1477173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3701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281525" y="3928198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192925" y="3928201"/>
            <a:ext cx="1650600" cy="484977"/>
          </a:xfrm>
        </p:spPr>
        <p:txBody>
          <a:bodyPr anchor="ctr">
            <a:noAutofit/>
          </a:bodyPr>
          <a:lstStyle>
            <a:lvl1pPr algn="l">
              <a:spcAft>
                <a:spcPts val="0"/>
              </a:spcAft>
              <a:defRPr sz="1600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67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69658421"/>
      </p:ext>
    </p:extLst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n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BFDAD9-6320-48A9-B45C-F84E2C9833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57007" y="8640233"/>
            <a:ext cx="963019" cy="28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marL="0" algn="l" defTabSz="304792" rtl="0" eaLnBrk="1" latinLnBrk="0" hangingPunct="1">
              <a:defRPr sz="933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30479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85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7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170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962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754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547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339" algn="l" defTabSz="304792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F07556-384E-4545-9AB5-A0F93C78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C380D-5F44-41E8-971E-CDD19ED6F8E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B865D8-1C9F-AF45-B1F2-90AC4C2D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8" name="Picture Placeholder 6">
            <a:extLst>
              <a:ext uri="{FF2B5EF4-FFF2-40B4-BE49-F238E27FC236}">
                <a16:creationId xmlns:a16="http://schemas.microsoft.com/office/drawing/2014/main" id="{C22955AA-FEFD-5040-9C3B-C821496B46D7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45720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C43BA59E-724A-AB42-B801-4B550B9A6E88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3251732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5" name="Picture Placeholder 6">
            <a:extLst>
              <a:ext uri="{FF2B5EF4-FFF2-40B4-BE49-F238E27FC236}">
                <a16:creationId xmlns:a16="http://schemas.microsoft.com/office/drawing/2014/main" id="{8BAE87D9-3F8C-C245-A245-FADFA310BA9B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6050099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438D6873-BE96-2546-8427-4365148081D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45720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E6AF9491-2B93-7A4B-A4AD-93EB4B1B24FC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3251732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5" name="Picture Placeholder 6">
            <a:extLst>
              <a:ext uri="{FF2B5EF4-FFF2-40B4-BE49-F238E27FC236}">
                <a16:creationId xmlns:a16="http://schemas.microsoft.com/office/drawing/2014/main" id="{4D65803D-C671-C74A-8E5D-482B32FF563F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6050099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1EA32E2-33AF-A042-A99C-83EC2303CD7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68106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BCDFDB2-6962-2C45-9560-12E105561B4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495623" y="1214457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8" name="Text Placeholder 17">
            <a:extLst>
              <a:ext uri="{FF2B5EF4-FFF2-40B4-BE49-F238E27FC236}">
                <a16:creationId xmlns:a16="http://schemas.microsoft.com/office/drawing/2014/main" id="{D3E8FA35-64D5-4547-9548-19CAA96EF1F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273960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69CE46AA-308F-7442-9842-1D1561DEB94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69107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4B1E1BFC-A209-3245-BD30-DE1E05B1A03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4505637" y="3665485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4AD9248B-A8C2-7447-81E8-207F4AB47BB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283975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D54279C9-D8C9-184F-87B4-BA4B204C8C5B}"/>
              </a:ext>
            </a:extLst>
          </p:cNvPr>
          <p:cNvSpPr>
            <a:spLocks noGrp="1" noChangeAspect="1"/>
          </p:cNvSpPr>
          <p:nvPr>
            <p:ph type="pic" sz="quarter" idx="69"/>
          </p:nvPr>
        </p:nvSpPr>
        <p:spPr>
          <a:xfrm>
            <a:off x="8858480" y="1214460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3B8500FE-7D84-1A43-84FF-1FF6AA85DDE7}"/>
              </a:ext>
            </a:extLst>
          </p:cNvPr>
          <p:cNvSpPr>
            <a:spLocks noGrp="1" noChangeAspect="1"/>
          </p:cNvSpPr>
          <p:nvPr>
            <p:ph type="pic" sz="quarter" idx="70"/>
          </p:nvPr>
        </p:nvSpPr>
        <p:spPr>
          <a:xfrm>
            <a:off x="8858480" y="3657069"/>
            <a:ext cx="1072344" cy="1072344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>
              <a:defRPr sz="1333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F20EECDE-4BFB-724F-AE26-ED1D088BC93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0082341" y="1214460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EDE6543B-D5D2-7C46-B8C6-C70EEAFD85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092356" y="3665488"/>
            <a:ext cx="1392944" cy="1072344"/>
          </a:xfrm>
        </p:spPr>
        <p:txBody>
          <a:bodyPr anchor="b">
            <a:noAutofit/>
          </a:bodyPr>
          <a:lstStyle>
            <a:lvl1pPr algn="l">
              <a:spcAft>
                <a:spcPts val="0"/>
              </a:spcAft>
              <a:defRPr sz="1467" b="1">
                <a:solidFill>
                  <a:schemeClr val="accent1"/>
                </a:solidFill>
              </a:defRPr>
            </a:lvl1pPr>
            <a:lvl2pPr marL="0" indent="0" algn="l">
              <a:spcBef>
                <a:spcPts val="400"/>
              </a:spcBef>
              <a:buFont typeface="Arial" panose="020B0604020202020204" pitchFamily="34" charset="0"/>
              <a:buNone/>
              <a:defRPr sz="1400" i="1"/>
            </a:lvl2pPr>
          </a:lstStyle>
          <a:p>
            <a:pPr lvl="0"/>
            <a:r>
              <a:rPr lang="en-US"/>
              <a:t>Name</a:t>
            </a:r>
          </a:p>
          <a:p>
            <a:pPr lvl="1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1FED3A-BB9A-2043-9F73-F0D0B0F2F7EA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57200" y="247015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63081A8C-D60B-1346-BA6F-2837524E9CDC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3271797" y="2470150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560C527-94DF-4D46-89D7-1E7CB3160A88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6050135" y="2463775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A8FEE21-FF05-5C45-819F-162DEAFCE5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8876805" y="2463774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E713894-D65E-8D4F-8901-40EB76536394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457200" y="4891549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F844F3E7-4948-4D44-A187-04DCFBC2FD2D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3271797" y="4891547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2A66BCD-68C9-C746-B585-18E0FA191A79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6050135" y="4885173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153E9A74-691A-7F43-A556-D69EE86D960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876805" y="4885171"/>
            <a:ext cx="2626784" cy="647700"/>
          </a:xfrm>
        </p:spPr>
        <p:txBody>
          <a:bodyPr anchor="t">
            <a:noAutofit/>
          </a:bodyPr>
          <a:lstStyle>
            <a:lvl1pPr marL="228594" marR="0" indent="-228594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 sz="1333"/>
            </a:lvl1pPr>
            <a:lvl2pPr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  <a:p>
            <a:pPr marL="121917" marR="0" lvl="0" indent="-121917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10317637"/>
      </p:ext>
    </p:extLst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EA608C-0F52-497E-89CE-68D7FC37C49A}"/>
              </a:ext>
            </a:extLst>
          </p:cNvPr>
          <p:cNvSpPr>
            <a:spLocks/>
          </p:cNvSpPr>
          <p:nvPr userDrawn="1"/>
        </p:nvSpPr>
        <p:spPr>
          <a:xfrm>
            <a:off x="1" y="6187788"/>
            <a:ext cx="12192000" cy="670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9" name="Graphic 12">
            <a:extLst>
              <a:ext uri="{FF2B5EF4-FFF2-40B4-BE49-F238E27FC236}">
                <a16:creationId xmlns:a16="http://schemas.microsoft.com/office/drawing/2014/main" id="{90728015-8B8E-47CC-84B3-FE9883D0F5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71104" y="6304924"/>
            <a:ext cx="1828800" cy="45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825" y="1378817"/>
            <a:ext cx="9468000" cy="3214287"/>
          </a:xfrm>
        </p:spPr>
        <p:txBody>
          <a:bodyPr anchor="ctr"/>
          <a:lstStyle>
            <a:lvl1pPr>
              <a:defRPr sz="575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C2C004-DB56-8047-9E50-3078696689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094994"/>
      </p:ext>
    </p:extLst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A434-4DC6-9643-BB32-06C61234CF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5DAB46-F1DD-8C44-BD6C-FBE4C1AE1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3327C-86EE-6447-9AD9-AAB246A47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36775"/>
      </p:ext>
    </p:extLst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9C009-3FB8-4F4E-A482-AC79C73D0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73403-38DE-7245-BBCC-89FA254ED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07142787"/>
      </p:ext>
    </p:extLst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708C3-C626-654D-A0FA-DB9234697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F1E135-EB15-424A-B1F7-4FC562736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2233129"/>
      </p:ext>
    </p:extLst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1E2A-71F5-314A-8195-1C12263F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81B18-65FC-804C-9048-FBB6E446B7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06A9-D9EF-704C-8407-0A4E83A25B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2804831"/>
      </p:ext>
    </p:extLst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CC3A-C895-414A-BDE1-5B80F1E60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186EE-C912-8D42-A89B-45D1C1D74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B74E58-BCB0-F244-B381-A4906AA48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217A4E-A330-0546-87B2-BCCA9F06DA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BD0C7-D4E8-DB4E-9756-6310EEDB9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6970020"/>
      </p:ext>
    </p:extLst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3B4C5-B772-164F-AB4C-23052772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8569353"/>
      </p:ext>
    </p:extLst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241040"/>
      </p:ext>
    </p:extLst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9266-609B-8645-BE71-EF0B0D038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B0FA9-02F6-8643-8756-9DACD877B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D38FE-0AE4-CA48-93BA-08D33D8CE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33932197"/>
      </p:ext>
    </p:extLst>
  </p:cSld>
  <p:clrMapOvr>
    <a:masterClrMapping/>
  </p:clrMapOvr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BA00A-9CC3-5E4D-9918-EC4E1E2E9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A38C11-C39C-D34A-9359-AD4F0D59F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3B0BE-CA42-7D42-BED3-179B34A03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02408607"/>
      </p:ext>
    </p:extLst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88560-8B5E-0940-A5EF-BFE6D7DD1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23376-6A63-1D4B-97A8-8DEDE9BD73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0077326"/>
      </p:ext>
    </p:extLst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D6992-FBD3-134B-851F-43544AEA3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D0467C-4C39-A543-AAF4-A55F046D5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7602096"/>
      </p:ext>
    </p:extLst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31E720-419D-A44C-8A39-3510D95330DB}"/>
              </a:ext>
            </a:extLst>
          </p:cNvPr>
          <p:cNvSpPr/>
          <p:nvPr userDrawn="1"/>
        </p:nvSpPr>
        <p:spPr>
          <a:xfrm>
            <a:off x="1" y="5915056"/>
            <a:ext cx="12192000" cy="9429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Graphic 12">
            <a:extLst>
              <a:ext uri="{FF2B5EF4-FFF2-40B4-BE49-F238E27FC236}">
                <a16:creationId xmlns:a16="http://schemas.microsoft.com/office/drawing/2014/main" id="{8B63C88B-0FAC-FB42-B6F4-80D1A529DC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870315" y="6060351"/>
            <a:ext cx="2451372" cy="612843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BD712132-CDEC-3641-9E3D-94726B2F1A29}"/>
              </a:ext>
            </a:extLst>
          </p:cNvPr>
          <p:cNvSpPr/>
          <p:nvPr userDrawn="1"/>
        </p:nvSpPr>
        <p:spPr>
          <a:xfrm>
            <a:off x="10342177" y="-1"/>
            <a:ext cx="909296" cy="468852"/>
          </a:xfrm>
          <a:custGeom>
            <a:avLst/>
            <a:gdLst>
              <a:gd name="connsiteX0" fmla="*/ 2151 w 681972"/>
              <a:gd name="connsiteY0" fmla="*/ 0 h 351639"/>
              <a:gd name="connsiteX1" fmla="*/ 679821 w 681972"/>
              <a:gd name="connsiteY1" fmla="*/ 0 h 351639"/>
              <a:gd name="connsiteX2" fmla="*/ 681972 w 681972"/>
              <a:gd name="connsiteY2" fmla="*/ 10653 h 351639"/>
              <a:gd name="connsiteX3" fmla="*/ 340986 w 681972"/>
              <a:gd name="connsiteY3" fmla="*/ 351639 h 351639"/>
              <a:gd name="connsiteX4" fmla="*/ 0 w 681972"/>
              <a:gd name="connsiteY4" fmla="*/ 10653 h 35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972" h="351639">
                <a:moveTo>
                  <a:pt x="2151" y="0"/>
                </a:moveTo>
                <a:lnTo>
                  <a:pt x="679821" y="0"/>
                </a:lnTo>
                <a:lnTo>
                  <a:pt x="681972" y="10653"/>
                </a:lnTo>
                <a:cubicBezTo>
                  <a:pt x="681972" y="198974"/>
                  <a:pt x="529307" y="351639"/>
                  <a:pt x="340986" y="351639"/>
                </a:cubicBezTo>
                <a:cubicBezTo>
                  <a:pt x="152665" y="351639"/>
                  <a:pt x="0" y="198974"/>
                  <a:pt x="0" y="1065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A8D74-240E-094D-9B42-F592AEF534A3}"/>
              </a:ext>
            </a:extLst>
          </p:cNvPr>
          <p:cNvSpPr/>
          <p:nvPr userDrawn="1"/>
        </p:nvSpPr>
        <p:spPr>
          <a:xfrm>
            <a:off x="0" y="1894700"/>
            <a:ext cx="1878056" cy="909296"/>
          </a:xfrm>
          <a:custGeom>
            <a:avLst/>
            <a:gdLst>
              <a:gd name="connsiteX0" fmla="*/ 0 w 1408542"/>
              <a:gd name="connsiteY0" fmla="*/ 0 h 681972"/>
              <a:gd name="connsiteX1" fmla="*/ 1067556 w 1408542"/>
              <a:gd name="connsiteY1" fmla="*/ 0 h 681972"/>
              <a:gd name="connsiteX2" fmla="*/ 1408542 w 1408542"/>
              <a:gd name="connsiteY2" fmla="*/ 340986 h 681972"/>
              <a:gd name="connsiteX3" fmla="*/ 1408541 w 1408542"/>
              <a:gd name="connsiteY3" fmla="*/ 340986 h 681972"/>
              <a:gd name="connsiteX4" fmla="*/ 1067555 w 1408542"/>
              <a:gd name="connsiteY4" fmla="*/ 681972 h 681972"/>
              <a:gd name="connsiteX5" fmla="*/ 0 w 1408542"/>
              <a:gd name="connsiteY5" fmla="*/ 681971 h 68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08542" h="681972">
                <a:moveTo>
                  <a:pt x="0" y="0"/>
                </a:moveTo>
                <a:lnTo>
                  <a:pt x="1067556" y="0"/>
                </a:lnTo>
                <a:cubicBezTo>
                  <a:pt x="1255877" y="0"/>
                  <a:pt x="1408542" y="152665"/>
                  <a:pt x="1408542" y="340986"/>
                </a:cubicBezTo>
                <a:lnTo>
                  <a:pt x="1408541" y="340986"/>
                </a:lnTo>
                <a:cubicBezTo>
                  <a:pt x="1408541" y="529307"/>
                  <a:pt x="1255876" y="681972"/>
                  <a:pt x="1067555" y="681972"/>
                </a:cubicBezTo>
                <a:lnTo>
                  <a:pt x="0" y="68197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5B536-EBC7-4B40-8C47-A4B1834E410D}"/>
              </a:ext>
            </a:extLst>
          </p:cNvPr>
          <p:cNvSpPr txBox="1"/>
          <p:nvPr userDrawn="1"/>
        </p:nvSpPr>
        <p:spPr>
          <a:xfrm>
            <a:off x="0" y="2897304"/>
            <a:ext cx="12192000" cy="9856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800" b="1">
                <a:solidFill>
                  <a:srgbClr val="171717"/>
                </a:solidFill>
                <a:latin typeface="+mj-lt"/>
                <a:ea typeface="+mj-ea"/>
                <a:cs typeface="Arial" panose="020B0604020202020204" pitchFamily="34" charset="0"/>
              </a:rPr>
              <a:t>Thank you</a:t>
            </a:r>
            <a:endParaRPr lang="en-US" sz="240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77346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16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theme" Target="../theme/theme1.xml"/><Relationship Id="rId7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slideLayout" Target="../slideLayouts/slideLayout75.xml"/><Relationship Id="rId3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8.xml"/><Relationship Id="rId6" Type="http://schemas.openxmlformats.org/officeDocument/2006/relationships/slideLayout" Target="../slideLayouts/slideLayout79.xml"/><Relationship Id="rId7" Type="http://schemas.openxmlformats.org/officeDocument/2006/relationships/slideLayout" Target="../slideLayouts/slideLayout80.xml"/><Relationship Id="rId8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6.xml"/><Relationship Id="rId14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88.xml"/><Relationship Id="rId1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slideLayout" Target="../slideLayouts/slideLayout90.xml"/><Relationship Id="rId3" Type="http://schemas.openxmlformats.org/officeDocument/2006/relationships/slideLayout" Target="../slideLayouts/slideLayout91.xml"/><Relationship Id="rId4" Type="http://schemas.openxmlformats.org/officeDocument/2006/relationships/slideLayout" Target="../slideLayouts/slideLayout92.xml"/><Relationship Id="rId5" Type="http://schemas.openxmlformats.org/officeDocument/2006/relationships/slideLayout" Target="../slideLayouts/slideLayout93.xml"/><Relationship Id="rId6" Type="http://schemas.openxmlformats.org/officeDocument/2006/relationships/slideLayout" Target="../slideLayouts/slideLayout94.xml"/><Relationship Id="rId7" Type="http://schemas.openxmlformats.org/officeDocument/2006/relationships/slideLayout" Target="../slideLayouts/slideLayout95.xml"/><Relationship Id="rId8" Type="http://schemas.openxmlformats.org/officeDocument/2006/relationships/slideLayout" Target="../slideLayouts/slideLayout96.xml"/><Relationship Id="rId9" Type="http://schemas.openxmlformats.org/officeDocument/2006/relationships/slideLayout" Target="../slideLayouts/slideLayout97.xml"/><Relationship Id="rId10" Type="http://schemas.openxmlformats.org/officeDocument/2006/relationships/slideLayout" Target="../slideLayouts/slideLayout98.xml"/><Relationship Id="rId11" Type="http://schemas.openxmlformats.org/officeDocument/2006/relationships/slideLayout" Target="../slideLayouts/slideLayout99.xml"/><Relationship Id="rId12" Type="http://schemas.openxmlformats.org/officeDocument/2006/relationships/slideLayout" Target="../slideLayouts/slideLayout100.xml"/><Relationship Id="rId13" Type="http://schemas.openxmlformats.org/officeDocument/2006/relationships/slideLayout" Target="../slideLayouts/slideLayout101.xml"/><Relationship Id="rId14" Type="http://schemas.openxmlformats.org/officeDocument/2006/relationships/slideLayout" Target="../slideLayouts/slideLayout102.xml"/><Relationship Id="rId15" Type="http://schemas.openxmlformats.org/officeDocument/2006/relationships/slideLayout" Target="../slideLayouts/slideLayout103.xml"/><Relationship Id="rId16" Type="http://schemas.openxmlformats.org/officeDocument/2006/relationships/slideLayout" Target="../slideLayouts/slideLayout104.xml"/><Relationship Id="rId17" Type="http://schemas.openxmlformats.org/officeDocument/2006/relationships/slideLayout" Target="../slideLayouts/slideLayout105.xml"/><Relationship Id="rId18" Type="http://schemas.openxmlformats.org/officeDocument/2006/relationships/slideLayout" Target="../slideLayouts/slideLayout106.xml"/><Relationship Id="rId19" Type="http://schemas.openxmlformats.org/officeDocument/2006/relationships/slideLayout" Target="../slideLayouts/slideLayout107.xml"/><Relationship Id="rId20" Type="http://schemas.openxmlformats.org/officeDocument/2006/relationships/slideLayout" Target="../slideLayouts/slideLayout108.xml"/><Relationship Id="rId21" Type="http://schemas.openxmlformats.org/officeDocument/2006/relationships/slideLayout" Target="../slideLayouts/slideLayout109.xml"/><Relationship Id="rId22" Type="http://schemas.openxmlformats.org/officeDocument/2006/relationships/slideLayout" Target="../slideLayouts/slideLayout110.xml"/><Relationship Id="rId23" Type="http://schemas.openxmlformats.org/officeDocument/2006/relationships/slideLayout" Target="../slideLayouts/slideLayout111.xml"/><Relationship Id="rId24" Type="http://schemas.openxmlformats.org/officeDocument/2006/relationships/slideLayout" Target="../slideLayouts/slideLayout112.xml"/><Relationship Id="rId25" Type="http://schemas.openxmlformats.org/officeDocument/2006/relationships/slideLayout" Target="../slideLayouts/slideLayout113.xml"/><Relationship Id="rId26" Type="http://schemas.openxmlformats.org/officeDocument/2006/relationships/slideLayout" Target="../slideLayouts/slideLayout114.xml"/><Relationship Id="rId27" Type="http://schemas.openxmlformats.org/officeDocument/2006/relationships/slideLayout" Target="../slideLayouts/slideLayout115.xml"/><Relationship Id="rId28" Type="http://schemas.openxmlformats.org/officeDocument/2006/relationships/slideLayout" Target="../slideLayouts/slideLayout116.xml"/><Relationship Id="rId29" Type="http://schemas.openxmlformats.org/officeDocument/2006/relationships/slideLayout" Target="../slideLayouts/slideLayout117.xml"/><Relationship Id="rId30" Type="http://schemas.openxmlformats.org/officeDocument/2006/relationships/slideLayout" Target="../slideLayouts/slideLayout118.xml"/><Relationship Id="rId31" Type="http://schemas.openxmlformats.org/officeDocument/2006/relationships/slideLayout" Target="../slideLayouts/slideLayout119.xml"/><Relationship Id="rId32" Type="http://schemas.openxmlformats.org/officeDocument/2006/relationships/slideLayout" Target="../slideLayouts/slideLayout120.xml"/><Relationship Id="rId33" Type="http://schemas.openxmlformats.org/officeDocument/2006/relationships/slideLayout" Target="../slideLayouts/slideLayout121.xml"/><Relationship Id="rId34" Type="http://schemas.openxmlformats.org/officeDocument/2006/relationships/slideLayout" Target="../slideLayouts/slideLayout122.xml"/><Relationship Id="rId35" Type="http://schemas.openxmlformats.org/officeDocument/2006/relationships/slideLayout" Target="../slideLayouts/slideLayout123.xml"/><Relationship Id="rId36" Type="http://schemas.openxmlformats.org/officeDocument/2006/relationships/slideLayout" Target="../slideLayouts/slideLayout124.xml"/><Relationship Id="rId37" Type="http://schemas.openxmlformats.org/officeDocument/2006/relationships/slideLayout" Target="../slideLayouts/slideLayout125.xml"/><Relationship Id="rId38" Type="http://schemas.openxmlformats.org/officeDocument/2006/relationships/slideLayout" Target="../slideLayouts/slideLayout126.xml"/><Relationship Id="rId39" Type="http://schemas.openxmlformats.org/officeDocument/2006/relationships/slideLayout" Target="../slideLayouts/slideLayout127.xml"/><Relationship Id="rId40" Type="http://schemas.openxmlformats.org/officeDocument/2006/relationships/slideLayout" Target="../slideLayouts/slideLayout128.xml"/><Relationship Id="rId41" Type="http://schemas.openxmlformats.org/officeDocument/2006/relationships/slideLayout" Target="../slideLayouts/slideLayout129.xml"/><Relationship Id="rId42" Type="http://schemas.openxmlformats.org/officeDocument/2006/relationships/slideLayout" Target="../slideLayouts/slideLayout130.xml"/><Relationship Id="rId43" Type="http://schemas.openxmlformats.org/officeDocument/2006/relationships/slideLayout" Target="../slideLayouts/slideLayout131.xml"/><Relationship Id="rId44" Type="http://schemas.openxmlformats.org/officeDocument/2006/relationships/slideLayout" Target="../slideLayouts/slideLayout132.xml"/><Relationship Id="rId45" Type="http://schemas.openxmlformats.org/officeDocument/2006/relationships/slideLayout" Target="../slideLayouts/slideLayout133.xml"/><Relationship Id="rId46" Type="http://schemas.openxmlformats.org/officeDocument/2006/relationships/slideLayout" Target="../slideLayouts/slideLayout134.xml"/><Relationship Id="rId47" Type="http://schemas.openxmlformats.org/officeDocument/2006/relationships/slideLayout" Target="../slideLayouts/slideLayout135.xml"/><Relationship Id="rId48" Type="http://schemas.openxmlformats.org/officeDocument/2006/relationships/slideLayout" Target="../slideLayouts/slideLayout136.xml"/><Relationship Id="rId49" Type="http://schemas.openxmlformats.org/officeDocument/2006/relationships/slideLayout" Target="../slideLayouts/slideLayout137.xml"/><Relationship Id="rId50" Type="http://schemas.openxmlformats.org/officeDocument/2006/relationships/slideLayout" Target="../slideLayouts/slideLayout138.xml"/><Relationship Id="rId51" Type="http://schemas.openxmlformats.org/officeDocument/2006/relationships/slideLayout" Target="../slideLayouts/slideLayout139.xml"/><Relationship Id="rId52" Type="http://schemas.openxmlformats.org/officeDocument/2006/relationships/slideLayout" Target="../slideLayouts/slideLayout140.xml"/><Relationship Id="rId53" Type="http://schemas.openxmlformats.org/officeDocument/2006/relationships/slideLayout" Target="../slideLayouts/slideLayout141.xml"/><Relationship Id="rId54" Type="http://schemas.openxmlformats.org/officeDocument/2006/relationships/slideLayout" Target="../slideLayouts/slideLayout142.xml"/><Relationship Id="rId55" Type="http://schemas.openxmlformats.org/officeDocument/2006/relationships/slideLayout" Target="../slideLayouts/slideLayout143.xml"/><Relationship Id="rId56" Type="http://schemas.openxmlformats.org/officeDocument/2006/relationships/slideLayout" Target="../slideLayouts/slideLayout144.xml"/><Relationship Id="rId57" Type="http://schemas.openxmlformats.org/officeDocument/2006/relationships/slideLayout" Target="../slideLayouts/slideLayout145.xml"/><Relationship Id="rId58" Type="http://schemas.openxmlformats.org/officeDocument/2006/relationships/slideLayout" Target="../slideLayouts/slideLayout146.xml"/><Relationship Id="rId59" Type="http://schemas.openxmlformats.org/officeDocument/2006/relationships/slideLayout" Target="../slideLayouts/slideLayout147.xml"/><Relationship Id="rId60" Type="http://schemas.openxmlformats.org/officeDocument/2006/relationships/slideLayout" Target="../slideLayouts/slideLayout148.xml"/><Relationship Id="rId61" Type="http://schemas.openxmlformats.org/officeDocument/2006/relationships/slideLayout" Target="../slideLayouts/slideLayout149.xml"/><Relationship Id="rId62" Type="http://schemas.openxmlformats.org/officeDocument/2006/relationships/slideLayout" Target="../slideLayouts/slideLayout150.xml"/><Relationship Id="rId63" Type="http://schemas.openxmlformats.org/officeDocument/2006/relationships/slideLayout" Target="../slideLayouts/slideLayout151.xml"/><Relationship Id="rId64" Type="http://schemas.openxmlformats.org/officeDocument/2006/relationships/slideLayout" Target="../slideLayouts/slideLayout152.xml"/><Relationship Id="rId65" Type="http://schemas.openxmlformats.org/officeDocument/2006/relationships/slideLayout" Target="../slideLayouts/slideLayout153.xml"/><Relationship Id="rId66" Type="http://schemas.openxmlformats.org/officeDocument/2006/relationships/slideLayout" Target="../slideLayouts/slideLayout154.xml"/><Relationship Id="rId67" Type="http://schemas.openxmlformats.org/officeDocument/2006/relationships/slideLayout" Target="../slideLayouts/slideLayout155.xml"/><Relationship Id="rId68" Type="http://schemas.openxmlformats.org/officeDocument/2006/relationships/slideLayout" Target="../slideLayouts/slideLayout156.xml"/><Relationship Id="rId69" Type="http://schemas.openxmlformats.org/officeDocument/2006/relationships/slideLayout" Target="../slideLayouts/slideLayout157.xml"/><Relationship Id="rId70" Type="http://schemas.openxmlformats.org/officeDocument/2006/relationships/slideLayout" Target="../slideLayouts/slideLayout158.xml"/><Relationship Id="rId71" Type="http://schemas.openxmlformats.org/officeDocument/2006/relationships/slideLayout" Target="../slideLayouts/slideLayout159.xml"/><Relationship Id="rId72" Type="http://schemas.openxmlformats.org/officeDocument/2006/relationships/slideLayout" Target="../slideLayouts/slideLayout160.xml"/><Relationship Id="rId73" Type="http://schemas.openxmlformats.org/officeDocument/2006/relationships/slideLayout" Target="../slideLayouts/slideLayout161.xml"/><Relationship Id="rId74" Type="http://schemas.openxmlformats.org/officeDocument/2006/relationships/slideLayout" Target="../slideLayouts/slideLayout162.xml"/><Relationship Id="rId75" Type="http://schemas.openxmlformats.org/officeDocument/2006/relationships/slideLayout" Target="../slideLayouts/slideLayout163.xml"/><Relationship Id="rId76" Type="http://schemas.openxmlformats.org/officeDocument/2006/relationships/slideLayout" Target="../slideLayouts/slideLayout164.xml"/><Relationship Id="rId77" Type="http://schemas.openxmlformats.org/officeDocument/2006/relationships/slideLayout" Target="../slideLayouts/slideLayout165.xml"/><Relationship Id="rId78" Type="http://schemas.openxmlformats.org/officeDocument/2006/relationships/slideLayout" Target="../slideLayouts/slideLayout166.xml"/><Relationship Id="rId79" Type="http://schemas.openxmlformats.org/officeDocument/2006/relationships/slideLayout" Target="../slideLayouts/slideLayout167.xml"/><Relationship Id="rId80" Type="http://schemas.openxmlformats.org/officeDocument/2006/relationships/slideLayout" Target="../slideLayouts/slideLayout168.xml"/><Relationship Id="rId81" Type="http://schemas.openxmlformats.org/officeDocument/2006/relationships/slideLayout" Target="../slideLayouts/slideLayout169.xml"/><Relationship Id="rId82" Type="http://schemas.openxmlformats.org/officeDocument/2006/relationships/slideLayout" Target="../slideLayouts/slideLayout170.xml"/><Relationship Id="rId83" Type="http://schemas.openxmlformats.org/officeDocument/2006/relationships/slideLayout" Target="../slideLayouts/slideLayout171.xml"/><Relationship Id="rId84" Type="http://schemas.openxmlformats.org/officeDocument/2006/relationships/slideLayout" Target="../slideLayouts/slideLayout172.xml"/><Relationship Id="rId85" Type="http://schemas.openxmlformats.org/officeDocument/2006/relationships/theme" Target="../theme/theme3.xml"/><Relationship Id="rId86" Type="http://schemas.openxmlformats.org/officeDocument/2006/relationships/tags" Target="../tags/tag3.xml"/><Relationship Id="rId87" Type="http://schemas.openxmlformats.org/officeDocument/2006/relationships/oleObject" Target="../embeddings/oleObject2.bin"/><Relationship Id="rId88" Type="http://schemas.openxmlformats.org/officeDocument/2006/relationships/image" Target="../media/image12.emf"/><Relationship Id="rId89" Type="http://schemas.openxmlformats.org/officeDocument/2006/relationships/image" Target="../media/image13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slideLayout" Target="../slideLayouts/slideLayout174.xml"/><Relationship Id="rId3" Type="http://schemas.openxmlformats.org/officeDocument/2006/relationships/slideLayout" Target="../slideLayouts/slideLayout175.xml"/><Relationship Id="rId4" Type="http://schemas.openxmlformats.org/officeDocument/2006/relationships/slideLayout" Target="../slideLayouts/slideLayout176.xml"/><Relationship Id="rId5" Type="http://schemas.openxmlformats.org/officeDocument/2006/relationships/slideLayout" Target="../slideLayouts/slideLayout177.xml"/><Relationship Id="rId6" Type="http://schemas.openxmlformats.org/officeDocument/2006/relationships/slideLayout" Target="../slideLayouts/slideLayout178.xml"/><Relationship Id="rId7" Type="http://schemas.openxmlformats.org/officeDocument/2006/relationships/slideLayout" Target="../slideLayouts/slideLayout179.xml"/><Relationship Id="rId8" Type="http://schemas.openxmlformats.org/officeDocument/2006/relationships/slideLayout" Target="../slideLayouts/slideLayout180.xml"/><Relationship Id="rId9" Type="http://schemas.openxmlformats.org/officeDocument/2006/relationships/slideLayout" Target="../slideLayouts/slideLayout181.xml"/><Relationship Id="rId10" Type="http://schemas.openxmlformats.org/officeDocument/2006/relationships/slideLayout" Target="../slideLayouts/slideLayout182.xml"/><Relationship Id="rId11" Type="http://schemas.openxmlformats.org/officeDocument/2006/relationships/slideLayout" Target="../slideLayouts/slideLayout183.xml"/><Relationship Id="rId12" Type="http://schemas.openxmlformats.org/officeDocument/2006/relationships/slideLayout" Target="../slideLayouts/slideLayout184.xml"/><Relationship Id="rId13" Type="http://schemas.openxmlformats.org/officeDocument/2006/relationships/slideLayout" Target="../slideLayouts/slideLayout185.xml"/><Relationship Id="rId14" Type="http://schemas.openxmlformats.org/officeDocument/2006/relationships/slideLayout" Target="../slideLayouts/slideLayout186.xml"/><Relationship Id="rId15" Type="http://schemas.openxmlformats.org/officeDocument/2006/relationships/slideLayout" Target="../slideLayouts/slideLayout187.xml"/><Relationship Id="rId16" Type="http://schemas.openxmlformats.org/officeDocument/2006/relationships/slideLayout" Target="../slideLayouts/slideLayout188.xml"/><Relationship Id="rId17" Type="http://schemas.openxmlformats.org/officeDocument/2006/relationships/slideLayout" Target="../slideLayouts/slideLayout189.xml"/><Relationship Id="rId18" Type="http://schemas.openxmlformats.org/officeDocument/2006/relationships/slideLayout" Target="../slideLayouts/slideLayout190.xml"/><Relationship Id="rId19" Type="http://schemas.openxmlformats.org/officeDocument/2006/relationships/slideLayout" Target="../slideLayouts/slideLayout191.xml"/><Relationship Id="rId20" Type="http://schemas.openxmlformats.org/officeDocument/2006/relationships/slideLayout" Target="../slideLayouts/slideLayout192.xml"/><Relationship Id="rId21" Type="http://schemas.openxmlformats.org/officeDocument/2006/relationships/slideLayout" Target="../slideLayouts/slideLayout193.xml"/><Relationship Id="rId22" Type="http://schemas.openxmlformats.org/officeDocument/2006/relationships/slideLayout" Target="../slideLayouts/slideLayout194.xml"/><Relationship Id="rId23" Type="http://schemas.openxmlformats.org/officeDocument/2006/relationships/slideLayout" Target="../slideLayouts/slideLayout195.xml"/><Relationship Id="rId24" Type="http://schemas.openxmlformats.org/officeDocument/2006/relationships/slideLayout" Target="../slideLayouts/slideLayout196.xml"/><Relationship Id="rId25" Type="http://schemas.openxmlformats.org/officeDocument/2006/relationships/slideLayout" Target="../slideLayouts/slideLayout197.xml"/><Relationship Id="rId26" Type="http://schemas.openxmlformats.org/officeDocument/2006/relationships/slideLayout" Target="../slideLayouts/slideLayout198.xml"/><Relationship Id="rId27" Type="http://schemas.openxmlformats.org/officeDocument/2006/relationships/slideLayout" Target="../slideLayouts/slideLayout199.xml"/><Relationship Id="rId28" Type="http://schemas.openxmlformats.org/officeDocument/2006/relationships/slideLayout" Target="../slideLayouts/slideLayout200.xml"/><Relationship Id="rId29" Type="http://schemas.openxmlformats.org/officeDocument/2006/relationships/slideLayout" Target="../slideLayouts/slideLayout201.xml"/><Relationship Id="rId30" Type="http://schemas.openxmlformats.org/officeDocument/2006/relationships/slideLayout" Target="../slideLayouts/slideLayout202.xml"/><Relationship Id="rId31" Type="http://schemas.openxmlformats.org/officeDocument/2006/relationships/slideLayout" Target="../slideLayouts/slideLayout203.xml"/><Relationship Id="rId32" Type="http://schemas.openxmlformats.org/officeDocument/2006/relationships/slideLayout" Target="../slideLayouts/slideLayout204.xml"/><Relationship Id="rId33" Type="http://schemas.openxmlformats.org/officeDocument/2006/relationships/slideLayout" Target="../slideLayouts/slideLayout205.xml"/><Relationship Id="rId34" Type="http://schemas.openxmlformats.org/officeDocument/2006/relationships/slideLayout" Target="../slideLayouts/slideLayout206.xml"/><Relationship Id="rId35" Type="http://schemas.openxmlformats.org/officeDocument/2006/relationships/slideLayout" Target="../slideLayouts/slideLayout207.xml"/><Relationship Id="rId36" Type="http://schemas.openxmlformats.org/officeDocument/2006/relationships/slideLayout" Target="../slideLayouts/slideLayout208.xml"/><Relationship Id="rId37" Type="http://schemas.openxmlformats.org/officeDocument/2006/relationships/slideLayout" Target="../slideLayouts/slideLayout209.xml"/><Relationship Id="rId38" Type="http://schemas.openxmlformats.org/officeDocument/2006/relationships/slideLayout" Target="../slideLayouts/slideLayout210.xml"/><Relationship Id="rId39" Type="http://schemas.openxmlformats.org/officeDocument/2006/relationships/slideLayout" Target="../slideLayouts/slideLayout211.xml"/><Relationship Id="rId40" Type="http://schemas.openxmlformats.org/officeDocument/2006/relationships/slideLayout" Target="../slideLayouts/slideLayout212.xml"/><Relationship Id="rId41" Type="http://schemas.openxmlformats.org/officeDocument/2006/relationships/slideLayout" Target="../slideLayouts/slideLayout213.xml"/><Relationship Id="rId42" Type="http://schemas.openxmlformats.org/officeDocument/2006/relationships/slideLayout" Target="../slideLayouts/slideLayout214.xml"/><Relationship Id="rId43" Type="http://schemas.openxmlformats.org/officeDocument/2006/relationships/slideLayout" Target="../slideLayouts/slideLayout215.xml"/><Relationship Id="rId44" Type="http://schemas.openxmlformats.org/officeDocument/2006/relationships/slideLayout" Target="../slideLayouts/slideLayout216.xml"/><Relationship Id="rId45" Type="http://schemas.openxmlformats.org/officeDocument/2006/relationships/theme" Target="../theme/theme4.xml"/><Relationship Id="rId46" Type="http://schemas.openxmlformats.org/officeDocument/2006/relationships/tags" Target="../tags/tag12.xml"/><Relationship Id="rId47" Type="http://schemas.openxmlformats.org/officeDocument/2006/relationships/oleObject" Target="../embeddings/oleObject5.bin"/><Relationship Id="rId48" Type="http://schemas.openxmlformats.org/officeDocument/2006/relationships/image" Target="../media/image12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18.xml"/><Relationship Id="rId3" Type="http://schemas.openxmlformats.org/officeDocument/2006/relationships/slideLayout" Target="../slideLayouts/slideLayout219.xml"/><Relationship Id="rId4" Type="http://schemas.openxmlformats.org/officeDocument/2006/relationships/slideLayout" Target="../slideLayouts/slideLayout220.xml"/><Relationship Id="rId5" Type="http://schemas.openxmlformats.org/officeDocument/2006/relationships/slideLayout" Target="../slideLayouts/slideLayout221.xml"/><Relationship Id="rId6" Type="http://schemas.openxmlformats.org/officeDocument/2006/relationships/slideLayout" Target="../slideLayouts/slideLayout222.xml"/><Relationship Id="rId7" Type="http://schemas.openxmlformats.org/officeDocument/2006/relationships/slideLayout" Target="../slideLayouts/slideLayout223.xml"/><Relationship Id="rId8" Type="http://schemas.openxmlformats.org/officeDocument/2006/relationships/slideLayout" Target="../slideLayouts/slideLayout224.xml"/><Relationship Id="rId9" Type="http://schemas.openxmlformats.org/officeDocument/2006/relationships/slideLayout" Target="../slideLayouts/slideLayout225.xml"/><Relationship Id="rId10" Type="http://schemas.openxmlformats.org/officeDocument/2006/relationships/slideLayout" Target="../slideLayouts/slideLayout226.xml"/><Relationship Id="rId11" Type="http://schemas.openxmlformats.org/officeDocument/2006/relationships/slideLayout" Target="../slideLayouts/slideLayout227.xml"/><Relationship Id="rId12" Type="http://schemas.openxmlformats.org/officeDocument/2006/relationships/slideLayout" Target="../slideLayouts/slideLayout228.xml"/><Relationship Id="rId13" Type="http://schemas.openxmlformats.org/officeDocument/2006/relationships/slideLayout" Target="../slideLayouts/slideLayout229.xml"/><Relationship Id="rId14" Type="http://schemas.openxmlformats.org/officeDocument/2006/relationships/slideLayout" Target="../slideLayouts/slideLayout230.xml"/><Relationship Id="rId15" Type="http://schemas.openxmlformats.org/officeDocument/2006/relationships/slideLayout" Target="../slideLayouts/slideLayout231.xml"/><Relationship Id="rId16" Type="http://schemas.openxmlformats.org/officeDocument/2006/relationships/slideLayout" Target="../slideLayouts/slideLayout232.xml"/><Relationship Id="rId17" Type="http://schemas.openxmlformats.org/officeDocument/2006/relationships/slideLayout" Target="../slideLayouts/slideLayout233.xml"/><Relationship Id="rId18" Type="http://schemas.openxmlformats.org/officeDocument/2006/relationships/slideLayout" Target="../slideLayouts/slideLayout234.xml"/><Relationship Id="rId19" Type="http://schemas.openxmlformats.org/officeDocument/2006/relationships/theme" Target="../theme/theme5.xml"/><Relationship Id="rId20" Type="http://schemas.openxmlformats.org/officeDocument/2006/relationships/tags" Target="../tags/tag13.xml"/><Relationship Id="rId21" Type="http://schemas.openxmlformats.org/officeDocument/2006/relationships/oleObject" Target="../embeddings/oleObject6.bin"/><Relationship Id="rId22" Type="http://schemas.openxmlformats.org/officeDocument/2006/relationships/image" Target="../media/image18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5.xml"/><Relationship Id="rId2" Type="http://schemas.openxmlformats.org/officeDocument/2006/relationships/slideLayout" Target="../slideLayouts/slideLayout236.xml"/><Relationship Id="rId3" Type="http://schemas.openxmlformats.org/officeDocument/2006/relationships/slideLayout" Target="../slideLayouts/slideLayout237.xml"/><Relationship Id="rId4" Type="http://schemas.openxmlformats.org/officeDocument/2006/relationships/slideLayout" Target="../slideLayouts/slideLayout238.xml"/><Relationship Id="rId5" Type="http://schemas.openxmlformats.org/officeDocument/2006/relationships/slideLayout" Target="../slideLayouts/slideLayout239.xml"/><Relationship Id="rId6" Type="http://schemas.openxmlformats.org/officeDocument/2006/relationships/slideLayout" Target="../slideLayouts/slideLayout240.xml"/><Relationship Id="rId7" Type="http://schemas.openxmlformats.org/officeDocument/2006/relationships/slideLayout" Target="../slideLayouts/slideLayout241.xml"/><Relationship Id="rId8" Type="http://schemas.openxmlformats.org/officeDocument/2006/relationships/slideLayout" Target="../slideLayouts/slideLayout242.xml"/><Relationship Id="rId9" Type="http://schemas.openxmlformats.org/officeDocument/2006/relationships/slideLayout" Target="../slideLayouts/slideLayout243.xml"/><Relationship Id="rId10" Type="http://schemas.openxmlformats.org/officeDocument/2006/relationships/slideLayout" Target="../slideLayouts/slideLayout244.xml"/><Relationship Id="rId11" Type="http://schemas.openxmlformats.org/officeDocument/2006/relationships/slideLayout" Target="../slideLayouts/slideLayout245.xml"/><Relationship Id="rId12" Type="http://schemas.openxmlformats.org/officeDocument/2006/relationships/slideLayout" Target="../slideLayouts/slideLayout246.xml"/><Relationship Id="rId13" Type="http://schemas.openxmlformats.org/officeDocument/2006/relationships/slideLayout" Target="../slideLayouts/slideLayout247.xml"/><Relationship Id="rId14" Type="http://schemas.openxmlformats.org/officeDocument/2006/relationships/slideLayout" Target="../slideLayouts/slideLayout248.xml"/><Relationship Id="rId15" Type="http://schemas.openxmlformats.org/officeDocument/2006/relationships/slideLayout" Target="../slideLayouts/slideLayout249.xml"/><Relationship Id="rId16" Type="http://schemas.openxmlformats.org/officeDocument/2006/relationships/slideLayout" Target="../slideLayouts/slideLayout250.xml"/><Relationship Id="rId17" Type="http://schemas.openxmlformats.org/officeDocument/2006/relationships/theme" Target="../theme/theme6.xml"/><Relationship Id="rId18" Type="http://schemas.openxmlformats.org/officeDocument/2006/relationships/tags" Target="../tags/tag16.xml"/><Relationship Id="rId19" Type="http://schemas.openxmlformats.org/officeDocument/2006/relationships/oleObject" Target="../embeddings/oleObject8.bin"/><Relationship Id="rId20" Type="http://schemas.openxmlformats.org/officeDocument/2006/relationships/image" Target="../media/image26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1.xml"/><Relationship Id="rId2" Type="http://schemas.openxmlformats.org/officeDocument/2006/relationships/slideLayout" Target="../slideLayouts/slideLayout252.xml"/><Relationship Id="rId3" Type="http://schemas.openxmlformats.org/officeDocument/2006/relationships/slideLayout" Target="../slideLayouts/slideLayout253.xml"/><Relationship Id="rId4" Type="http://schemas.openxmlformats.org/officeDocument/2006/relationships/slideLayout" Target="../slideLayouts/slideLayout254.xml"/><Relationship Id="rId5" Type="http://schemas.openxmlformats.org/officeDocument/2006/relationships/slideLayout" Target="../slideLayouts/slideLayout255.xml"/><Relationship Id="rId6" Type="http://schemas.openxmlformats.org/officeDocument/2006/relationships/slideLayout" Target="../slideLayouts/slideLayout256.xml"/><Relationship Id="rId7" Type="http://schemas.openxmlformats.org/officeDocument/2006/relationships/slideLayout" Target="../slideLayouts/slideLayout257.xml"/><Relationship Id="rId8" Type="http://schemas.openxmlformats.org/officeDocument/2006/relationships/slideLayout" Target="../slideLayouts/slideLayout258.xml"/><Relationship Id="rId9" Type="http://schemas.openxmlformats.org/officeDocument/2006/relationships/slideLayout" Target="../slideLayouts/slideLayout259.xml"/><Relationship Id="rId10" Type="http://schemas.openxmlformats.org/officeDocument/2006/relationships/slideLayout" Target="../slideLayouts/slideLayout260.xml"/><Relationship Id="rId11" Type="http://schemas.openxmlformats.org/officeDocument/2006/relationships/slideLayout" Target="../slideLayouts/slideLayout261.xml"/><Relationship Id="rId12" Type="http://schemas.openxmlformats.org/officeDocument/2006/relationships/slideLayout" Target="../slideLayouts/slideLayout262.xml"/><Relationship Id="rId13" Type="http://schemas.openxmlformats.org/officeDocument/2006/relationships/slideLayout" Target="../slideLayouts/slideLayout263.xml"/><Relationship Id="rId14" Type="http://schemas.openxmlformats.org/officeDocument/2006/relationships/slideLayout" Target="../slideLayouts/slideLayout264.xml"/><Relationship Id="rId15" Type="http://schemas.openxmlformats.org/officeDocument/2006/relationships/slideLayout" Target="../slideLayouts/slideLayout265.xml"/><Relationship Id="rId16" Type="http://schemas.openxmlformats.org/officeDocument/2006/relationships/slideLayout" Target="../slideLayouts/slideLayout266.xml"/><Relationship Id="rId17" Type="http://schemas.openxmlformats.org/officeDocument/2006/relationships/slideLayout" Target="../slideLayouts/slideLayout267.xml"/><Relationship Id="rId18" Type="http://schemas.openxmlformats.org/officeDocument/2006/relationships/slideLayout" Target="../slideLayouts/slideLayout268.xml"/><Relationship Id="rId19" Type="http://schemas.openxmlformats.org/officeDocument/2006/relationships/slideLayout" Target="../slideLayouts/slideLayout269.xml"/><Relationship Id="rId20" Type="http://schemas.openxmlformats.org/officeDocument/2006/relationships/slideLayout" Target="../slideLayouts/slideLayout270.xml"/><Relationship Id="rId21" Type="http://schemas.openxmlformats.org/officeDocument/2006/relationships/slideLayout" Target="../slideLayouts/slideLayout271.xml"/><Relationship Id="rId22" Type="http://schemas.openxmlformats.org/officeDocument/2006/relationships/slideLayout" Target="../slideLayouts/slideLayout272.xml"/><Relationship Id="rId23" Type="http://schemas.openxmlformats.org/officeDocument/2006/relationships/slideLayout" Target="../slideLayouts/slideLayout273.xml"/><Relationship Id="rId24" Type="http://schemas.openxmlformats.org/officeDocument/2006/relationships/slideLayout" Target="../slideLayouts/slideLayout274.xml"/><Relationship Id="rId25" Type="http://schemas.openxmlformats.org/officeDocument/2006/relationships/slideLayout" Target="../slideLayouts/slideLayout275.xml"/><Relationship Id="rId26" Type="http://schemas.openxmlformats.org/officeDocument/2006/relationships/slideLayout" Target="../slideLayouts/slideLayout276.xml"/><Relationship Id="rId27" Type="http://schemas.openxmlformats.org/officeDocument/2006/relationships/slideLayout" Target="../slideLayouts/slideLayout277.xml"/><Relationship Id="rId28" Type="http://schemas.openxmlformats.org/officeDocument/2006/relationships/slideLayout" Target="../slideLayouts/slideLayout278.xml"/><Relationship Id="rId29" Type="http://schemas.openxmlformats.org/officeDocument/2006/relationships/slideLayout" Target="../slideLayouts/slideLayout279.xml"/><Relationship Id="rId30" Type="http://schemas.openxmlformats.org/officeDocument/2006/relationships/slideLayout" Target="../slideLayouts/slideLayout280.xml"/><Relationship Id="rId31" Type="http://schemas.openxmlformats.org/officeDocument/2006/relationships/slideLayout" Target="../slideLayouts/slideLayout281.xml"/><Relationship Id="rId32" Type="http://schemas.openxmlformats.org/officeDocument/2006/relationships/slideLayout" Target="../slideLayouts/slideLayout282.xml"/><Relationship Id="rId33" Type="http://schemas.openxmlformats.org/officeDocument/2006/relationships/slideLayout" Target="../slideLayouts/slideLayout283.xml"/><Relationship Id="rId34" Type="http://schemas.openxmlformats.org/officeDocument/2006/relationships/slideLayout" Target="../slideLayouts/slideLayout284.xml"/><Relationship Id="rId35" Type="http://schemas.openxmlformats.org/officeDocument/2006/relationships/slideLayout" Target="../slideLayouts/slideLayout285.xml"/><Relationship Id="rId36" Type="http://schemas.openxmlformats.org/officeDocument/2006/relationships/slideLayout" Target="../slideLayouts/slideLayout286.xml"/><Relationship Id="rId37" Type="http://schemas.openxmlformats.org/officeDocument/2006/relationships/slideLayout" Target="../slideLayouts/slideLayout287.xml"/><Relationship Id="rId38" Type="http://schemas.openxmlformats.org/officeDocument/2006/relationships/slideLayout" Target="../slideLayouts/slideLayout288.xml"/><Relationship Id="rId39" Type="http://schemas.openxmlformats.org/officeDocument/2006/relationships/slideLayout" Target="../slideLayouts/slideLayout289.xml"/><Relationship Id="rId40" Type="http://schemas.openxmlformats.org/officeDocument/2006/relationships/slideLayout" Target="../slideLayouts/slideLayout290.xml"/><Relationship Id="rId41" Type="http://schemas.openxmlformats.org/officeDocument/2006/relationships/slideLayout" Target="../slideLayouts/slideLayout291.xml"/><Relationship Id="rId42" Type="http://schemas.openxmlformats.org/officeDocument/2006/relationships/slideLayout" Target="../slideLayouts/slideLayout292.xml"/><Relationship Id="rId43" Type="http://schemas.openxmlformats.org/officeDocument/2006/relationships/slideLayout" Target="../slideLayouts/slideLayout293.xml"/><Relationship Id="rId44" Type="http://schemas.openxmlformats.org/officeDocument/2006/relationships/slideLayout" Target="../slideLayouts/slideLayout294.xml"/><Relationship Id="rId45" Type="http://schemas.openxmlformats.org/officeDocument/2006/relationships/slideLayout" Target="../slideLayouts/slideLayout295.xml"/><Relationship Id="rId46" Type="http://schemas.openxmlformats.org/officeDocument/2006/relationships/slideLayout" Target="../slideLayouts/slideLayout296.xml"/><Relationship Id="rId47" Type="http://schemas.openxmlformats.org/officeDocument/2006/relationships/slideLayout" Target="../slideLayouts/slideLayout297.xml"/><Relationship Id="rId48" Type="http://schemas.openxmlformats.org/officeDocument/2006/relationships/slideLayout" Target="../slideLayouts/slideLayout298.xml"/><Relationship Id="rId49" Type="http://schemas.openxmlformats.org/officeDocument/2006/relationships/slideLayout" Target="../slideLayouts/slideLayout299.xml"/><Relationship Id="rId50" Type="http://schemas.openxmlformats.org/officeDocument/2006/relationships/slideLayout" Target="../slideLayouts/slideLayout300.xml"/><Relationship Id="rId51" Type="http://schemas.openxmlformats.org/officeDocument/2006/relationships/slideLayout" Target="../slideLayouts/slideLayout301.xml"/><Relationship Id="rId52" Type="http://schemas.openxmlformats.org/officeDocument/2006/relationships/slideLayout" Target="../slideLayouts/slideLayout302.xml"/><Relationship Id="rId53" Type="http://schemas.openxmlformats.org/officeDocument/2006/relationships/slideLayout" Target="../slideLayouts/slideLayout303.xml"/><Relationship Id="rId54" Type="http://schemas.openxmlformats.org/officeDocument/2006/relationships/theme" Target="../theme/theme7.xml"/><Relationship Id="rId55" Type="http://schemas.openxmlformats.org/officeDocument/2006/relationships/image" Target="../media/image10.png"/><Relationship Id="rId56" Type="http://schemas.openxmlformats.org/officeDocument/2006/relationships/image" Target="../media/image1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9699151A-712D-4B42-B57E-14532744C92E}"/>
              </a:ext>
            </a:extLst>
          </p:cNvPr>
          <p:cNvPicPr>
            <a:picLocks noChangeAspect="1"/>
          </p:cNvPicPr>
          <p:nvPr userDrawn="1"/>
        </p:nvPicPr>
        <p:blipFill>
          <a:blip r:embed="rId7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969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76551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38C402-0E2C-B297-29CD-2C929636C9C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3751961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  <p:sldLayoutId id="2147484009" r:id="rId15"/>
    <p:sldLayoutId id="2147484010" r:id="rId16"/>
    <p:sldLayoutId id="2147484011" r:id="rId17"/>
    <p:sldLayoutId id="2147484012" r:id="rId18"/>
    <p:sldLayoutId id="2147484013" r:id="rId19"/>
    <p:sldLayoutId id="2147484014" r:id="rId20"/>
    <p:sldLayoutId id="2147484015" r:id="rId21"/>
    <p:sldLayoutId id="2147484016" r:id="rId22"/>
    <p:sldLayoutId id="2147484017" r:id="rId23"/>
    <p:sldLayoutId id="2147484018" r:id="rId24"/>
    <p:sldLayoutId id="2147484019" r:id="rId25"/>
    <p:sldLayoutId id="2147484020" r:id="rId26"/>
    <p:sldLayoutId id="2147484021" r:id="rId27"/>
    <p:sldLayoutId id="2147484022" r:id="rId28"/>
    <p:sldLayoutId id="2147484023" r:id="rId29"/>
    <p:sldLayoutId id="2147484024" r:id="rId30"/>
    <p:sldLayoutId id="2147484025" r:id="rId31"/>
    <p:sldLayoutId id="2147484026" r:id="rId32"/>
    <p:sldLayoutId id="2147484027" r:id="rId33"/>
    <p:sldLayoutId id="2147484028" r:id="rId34"/>
    <p:sldLayoutId id="2147484029" r:id="rId35"/>
    <p:sldLayoutId id="2147484030" r:id="rId36"/>
    <p:sldLayoutId id="2147484031" r:id="rId37"/>
    <p:sldLayoutId id="2147484032" r:id="rId38"/>
    <p:sldLayoutId id="2147484033" r:id="rId39"/>
    <p:sldLayoutId id="2147484034" r:id="rId40"/>
    <p:sldLayoutId id="2147484035" r:id="rId41"/>
    <p:sldLayoutId id="2147484036" r:id="rId42"/>
    <p:sldLayoutId id="2147484037" r:id="rId43"/>
    <p:sldLayoutId id="2147484038" r:id="rId44"/>
    <p:sldLayoutId id="2147484039" r:id="rId45"/>
    <p:sldLayoutId id="2147483837" r:id="rId46"/>
    <p:sldLayoutId id="2147483838" r:id="rId47"/>
    <p:sldLayoutId id="2147483858" r:id="rId48"/>
    <p:sldLayoutId id="2147483860" r:id="rId49"/>
    <p:sldLayoutId id="2147483802" r:id="rId50"/>
    <p:sldLayoutId id="2147483803" r:id="rId51"/>
    <p:sldLayoutId id="2147483804" r:id="rId52"/>
    <p:sldLayoutId id="2147483807" r:id="rId53"/>
    <p:sldLayoutId id="2147483828" r:id="rId54"/>
    <p:sldLayoutId id="2147483725" r:id="rId55"/>
    <p:sldLayoutId id="2147483726" r:id="rId56"/>
    <p:sldLayoutId id="2147483734" r:id="rId57"/>
    <p:sldLayoutId id="2147483735" r:id="rId58"/>
    <p:sldLayoutId id="2147483736" r:id="rId59"/>
    <p:sldLayoutId id="2147483737" r:id="rId60"/>
    <p:sldLayoutId id="2147483738" r:id="rId61"/>
    <p:sldLayoutId id="2147483739" r:id="rId62"/>
    <p:sldLayoutId id="2147483740" r:id="rId63"/>
    <p:sldLayoutId id="2147483741" r:id="rId64"/>
    <p:sldLayoutId id="2147483742" r:id="rId65"/>
    <p:sldLayoutId id="2147483743" r:id="rId66"/>
    <p:sldLayoutId id="2147483744" r:id="rId67"/>
    <p:sldLayoutId id="2147483745" r:id="rId68"/>
    <p:sldLayoutId id="2147483746" r:id="rId69"/>
    <p:sldLayoutId id="2147483747" r:id="rId70"/>
    <p:sldLayoutId id="2147483754" r:id="rId71"/>
    <p:sldLayoutId id="2147483755" r:id="rId72"/>
    <p:sldLayoutId id="2147483756" r:id="rId73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85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419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70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77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B9AC3F-FE8D-59C2-8CB1-CAA3EED831E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745451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0" r:id="rId1"/>
    <p:sldLayoutId id="2147484121" r:id="rId2"/>
    <p:sldLayoutId id="2147484122" r:id="rId3"/>
    <p:sldLayoutId id="2147484123" r:id="rId4"/>
    <p:sldLayoutId id="2147484124" r:id="rId5"/>
    <p:sldLayoutId id="2147484125" r:id="rId6"/>
    <p:sldLayoutId id="2147484126" r:id="rId7"/>
    <p:sldLayoutId id="2147484127" r:id="rId8"/>
    <p:sldLayoutId id="2147484128" r:id="rId9"/>
    <p:sldLayoutId id="2147484129" r:id="rId10"/>
    <p:sldLayoutId id="2147484130" r:id="rId11"/>
    <p:sldLayoutId id="2147484131" r:id="rId12"/>
    <p:sldLayoutId id="2147484132" r:id="rId13"/>
    <p:sldLayoutId id="2147484133" r:id="rId14"/>
    <p:sldLayoutId id="2147484134" r:id="rId15"/>
  </p:sldLayoutIdLst>
  <p:hf hdr="0" ft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Montserrat" panose="00000500000000000000" pitchFamily="2" charset="0"/>
          <a:ea typeface="+mj-ea"/>
          <a:cs typeface="Arial" panose="020B0604020202020204" pitchFamily="34" charset="0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764061" indent="-224350" algn="l" defTabSz="914332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998994" indent="-234933" algn="l" defTabSz="914332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151382" indent="-253982" algn="l" defTabSz="914332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1375730" indent="-224350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0BF4795-A953-60A9-3498-599F9EF3BE0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6"/>
            </p:custDataLst>
            <p:extLst>
              <p:ext uri="{D42A27DB-BD31-4B8C-83A1-F6EECF244321}">
                <p14:modId xmlns:p14="http://schemas.microsoft.com/office/powerpoint/2010/main" val="4219877220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7" imgW="395" imgH="396" progId="TCLayout.ActiveDocument.1">
                  <p:embed/>
                </p:oleObj>
              </mc:Choice>
              <mc:Fallback>
                <p:oleObj name="think-cell Slide" r:id="rId87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0BF4795-A953-60A9-3498-599F9EF3BE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Graphic 12">
            <a:extLst>
              <a:ext uri="{FF2B5EF4-FFF2-40B4-BE49-F238E27FC236}">
                <a16:creationId xmlns:a16="http://schemas.microsoft.com/office/drawing/2014/main" id="{9699151A-712D-4B42-B57E-14532744C92E}"/>
              </a:ext>
            </a:extLst>
          </p:cNvPr>
          <p:cNvPicPr>
            <a:picLocks noChangeAspect="1"/>
          </p:cNvPicPr>
          <p:nvPr userDrawn="1"/>
        </p:nvPicPr>
        <p:blipFill>
          <a:blip r:embed="rId89"/>
          <a:srcRect/>
          <a:stretch/>
        </p:blipFill>
        <p:spPr>
          <a:xfrm>
            <a:off x="9860955" y="6338369"/>
            <a:ext cx="1828800" cy="39276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9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/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9" y="442925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4" y="446469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192971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1" y="1576553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92DDE8-1968-5339-2D79-486784B51A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344388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7" r:id="rId1"/>
    <p:sldLayoutId id="2147484138" r:id="rId2"/>
    <p:sldLayoutId id="2147484139" r:id="rId3"/>
    <p:sldLayoutId id="2147484140" r:id="rId4"/>
    <p:sldLayoutId id="2147484141" r:id="rId5"/>
    <p:sldLayoutId id="2147484142" r:id="rId6"/>
    <p:sldLayoutId id="2147484143" r:id="rId7"/>
    <p:sldLayoutId id="2147484144" r:id="rId8"/>
    <p:sldLayoutId id="2147484145" r:id="rId9"/>
    <p:sldLayoutId id="2147484146" r:id="rId10"/>
    <p:sldLayoutId id="2147484147" r:id="rId11"/>
    <p:sldLayoutId id="2147484148" r:id="rId12"/>
    <p:sldLayoutId id="2147484149" r:id="rId13"/>
    <p:sldLayoutId id="2147484150" r:id="rId14"/>
    <p:sldLayoutId id="2147484151" r:id="rId15"/>
    <p:sldLayoutId id="2147484152" r:id="rId16"/>
    <p:sldLayoutId id="2147484153" r:id="rId17"/>
    <p:sldLayoutId id="2147484154" r:id="rId18"/>
    <p:sldLayoutId id="2147484155" r:id="rId19"/>
    <p:sldLayoutId id="2147484156" r:id="rId20"/>
    <p:sldLayoutId id="2147484157" r:id="rId21"/>
    <p:sldLayoutId id="2147484158" r:id="rId22"/>
    <p:sldLayoutId id="2147484159" r:id="rId23"/>
    <p:sldLayoutId id="2147484160" r:id="rId24"/>
    <p:sldLayoutId id="2147484161" r:id="rId25"/>
    <p:sldLayoutId id="2147484162" r:id="rId26"/>
    <p:sldLayoutId id="2147484163" r:id="rId27"/>
    <p:sldLayoutId id="2147484164" r:id="rId28"/>
    <p:sldLayoutId id="2147484165" r:id="rId29"/>
    <p:sldLayoutId id="2147484166" r:id="rId30"/>
    <p:sldLayoutId id="2147484167" r:id="rId31"/>
    <p:sldLayoutId id="2147484168" r:id="rId32"/>
    <p:sldLayoutId id="2147484169" r:id="rId33"/>
    <p:sldLayoutId id="2147484170" r:id="rId34"/>
    <p:sldLayoutId id="2147484171" r:id="rId35"/>
    <p:sldLayoutId id="2147484172" r:id="rId36"/>
    <p:sldLayoutId id="2147484173" r:id="rId37"/>
    <p:sldLayoutId id="2147484174" r:id="rId38"/>
    <p:sldLayoutId id="2147484175" r:id="rId39"/>
    <p:sldLayoutId id="2147484176" r:id="rId40"/>
    <p:sldLayoutId id="2147484177" r:id="rId41"/>
    <p:sldLayoutId id="2147484178" r:id="rId42"/>
    <p:sldLayoutId id="2147484179" r:id="rId43"/>
    <p:sldLayoutId id="2147484180" r:id="rId44"/>
    <p:sldLayoutId id="2147484181" r:id="rId45"/>
    <p:sldLayoutId id="2147484182" r:id="rId46"/>
    <p:sldLayoutId id="2147484183" r:id="rId47"/>
    <p:sldLayoutId id="2147484184" r:id="rId48"/>
    <p:sldLayoutId id="2147484185" r:id="rId49"/>
    <p:sldLayoutId id="2147484186" r:id="rId50"/>
    <p:sldLayoutId id="2147484187" r:id="rId51"/>
    <p:sldLayoutId id="2147484188" r:id="rId52"/>
    <p:sldLayoutId id="2147484189" r:id="rId53"/>
    <p:sldLayoutId id="2147484190" r:id="rId54"/>
    <p:sldLayoutId id="2147484191" r:id="rId55"/>
    <p:sldLayoutId id="2147484192" r:id="rId56"/>
    <p:sldLayoutId id="2147484193" r:id="rId57"/>
    <p:sldLayoutId id="2147484194" r:id="rId58"/>
    <p:sldLayoutId id="2147484195" r:id="rId59"/>
    <p:sldLayoutId id="2147484196" r:id="rId60"/>
    <p:sldLayoutId id="2147484197" r:id="rId61"/>
    <p:sldLayoutId id="2147484198" r:id="rId62"/>
    <p:sldLayoutId id="2147484199" r:id="rId63"/>
    <p:sldLayoutId id="2147484200" r:id="rId64"/>
    <p:sldLayoutId id="2147484201" r:id="rId65"/>
    <p:sldLayoutId id="2147484202" r:id="rId66"/>
    <p:sldLayoutId id="2147484203" r:id="rId67"/>
    <p:sldLayoutId id="2147484204" r:id="rId68"/>
    <p:sldLayoutId id="2147484205" r:id="rId69"/>
    <p:sldLayoutId id="2147484206" r:id="rId70"/>
    <p:sldLayoutId id="2147484207" r:id="rId71"/>
    <p:sldLayoutId id="2147484208" r:id="rId72"/>
    <p:sldLayoutId id="2147484209" r:id="rId73"/>
    <p:sldLayoutId id="2147484210" r:id="rId74"/>
    <p:sldLayoutId id="2147484211" r:id="rId75"/>
    <p:sldLayoutId id="2147484212" r:id="rId76"/>
    <p:sldLayoutId id="2147484213" r:id="rId77"/>
    <p:sldLayoutId id="2147484214" r:id="rId78"/>
    <p:sldLayoutId id="2147484215" r:id="rId79"/>
    <p:sldLayoutId id="2147484216" r:id="rId80"/>
    <p:sldLayoutId id="2147484217" r:id="rId81"/>
    <p:sldLayoutId id="2147484218" r:id="rId82"/>
    <p:sldLayoutId id="2147484219" r:id="rId83"/>
    <p:sldLayoutId id="2147484220" r:id="rId84"/>
  </p:sldLayoutIdLst>
  <p:hf hdr="0" ft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32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55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376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10" indent="-243823" algn="l" defTabSz="914332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32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7ECB8AFA-45A1-4F8E-99F7-63D8EA4D486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6"/>
            </p:custDataLst>
            <p:extLst>
              <p:ext uri="{D42A27DB-BD31-4B8C-83A1-F6EECF244321}">
                <p14:modId xmlns:p14="http://schemas.microsoft.com/office/powerpoint/2010/main" val="3684554543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7" imgW="395" imgH="396" progId="TCLayout.ActiveDocument.1">
                  <p:embed/>
                </p:oleObj>
              </mc:Choice>
              <mc:Fallback>
                <p:oleObj name="think-cell Slide" r:id="rId47" imgW="395" imgH="39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7ECB8AFA-45A1-4F8E-99F7-63D8EA4D48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defTabSz="609570">
              <a:defRPr/>
            </a:pPr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609570">
              <a:defRPr/>
            </a:pPr>
            <a:fld id="{7D18A8FE-DFC8-4843-AEF2-DE4DB0CF7D65}" type="slidenum">
              <a:rPr lang="en-US" smtClean="0">
                <a:solidFill>
                  <a:srgbClr val="171717">
                    <a:tint val="75000"/>
                  </a:srgbClr>
                </a:solidFill>
              </a:rPr>
              <a:pPr defTabSz="609570">
                <a:defRPr/>
              </a:pPr>
              <a:t>‹#›</a:t>
            </a:fld>
            <a:endParaRPr lang="en-US">
              <a:solidFill>
                <a:srgbClr val="171717">
                  <a:tint val="75000"/>
                </a:srgb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2836D8-AEC6-CA45-4060-AF2604770E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733118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2" r:id="rId1"/>
    <p:sldLayoutId id="2147484223" r:id="rId2"/>
    <p:sldLayoutId id="2147484224" r:id="rId3"/>
    <p:sldLayoutId id="2147484225" r:id="rId4"/>
    <p:sldLayoutId id="2147484226" r:id="rId5"/>
    <p:sldLayoutId id="2147484227" r:id="rId6"/>
    <p:sldLayoutId id="2147484228" r:id="rId7"/>
    <p:sldLayoutId id="2147484229" r:id="rId8"/>
    <p:sldLayoutId id="2147484230" r:id="rId9"/>
    <p:sldLayoutId id="2147484231" r:id="rId10"/>
    <p:sldLayoutId id="2147484232" r:id="rId11"/>
    <p:sldLayoutId id="2147484233" r:id="rId12"/>
    <p:sldLayoutId id="2147484234" r:id="rId13"/>
    <p:sldLayoutId id="2147484235" r:id="rId14"/>
    <p:sldLayoutId id="2147484236" r:id="rId15"/>
    <p:sldLayoutId id="2147484237" r:id="rId16"/>
    <p:sldLayoutId id="2147484238" r:id="rId17"/>
    <p:sldLayoutId id="2147484239" r:id="rId18"/>
    <p:sldLayoutId id="2147484240" r:id="rId19"/>
    <p:sldLayoutId id="2147484241" r:id="rId20"/>
    <p:sldLayoutId id="2147484242" r:id="rId21"/>
    <p:sldLayoutId id="2147484243" r:id="rId22"/>
    <p:sldLayoutId id="2147484244" r:id="rId23"/>
    <p:sldLayoutId id="2147484245" r:id="rId24"/>
    <p:sldLayoutId id="2147484246" r:id="rId25"/>
    <p:sldLayoutId id="2147484247" r:id="rId26"/>
    <p:sldLayoutId id="2147484248" r:id="rId27"/>
    <p:sldLayoutId id="2147484249" r:id="rId28"/>
    <p:sldLayoutId id="2147484250" r:id="rId29"/>
    <p:sldLayoutId id="2147484251" r:id="rId30"/>
    <p:sldLayoutId id="2147484252" r:id="rId31"/>
    <p:sldLayoutId id="2147484253" r:id="rId32"/>
    <p:sldLayoutId id="2147484254" r:id="rId33"/>
    <p:sldLayoutId id="2147484255" r:id="rId34"/>
    <p:sldLayoutId id="2147484256" r:id="rId35"/>
    <p:sldLayoutId id="2147484257" r:id="rId36"/>
    <p:sldLayoutId id="2147484258" r:id="rId37"/>
    <p:sldLayoutId id="2147484259" r:id="rId38"/>
    <p:sldLayoutId id="2147484260" r:id="rId39"/>
    <p:sldLayoutId id="2147484261" r:id="rId40"/>
    <p:sldLayoutId id="2147484262" r:id="rId41"/>
    <p:sldLayoutId id="2147484263" r:id="rId42"/>
    <p:sldLayoutId id="2147484264" r:id="rId43"/>
    <p:sldLayoutId id="2147484265" r:id="rId44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Montserrat" panose="00000500000000000000" pitchFamily="2" charset="0"/>
          <a:ea typeface="+mj-ea"/>
          <a:cs typeface="Arial" panose="020B0604020202020204" pitchFamily="34" charset="0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764080" indent="-224356" algn="l" defTabSz="914354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999018" indent="-234939" algn="l" defTabSz="914354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151410" indent="-253988" algn="l" defTabSz="914354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1375764" indent="-224356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F950B339-5CC0-40B5-8836-660AF82E98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22810742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306" imgH="306" progId="TCLayout.ActiveDocument.1">
                  <p:embed/>
                </p:oleObj>
              </mc:Choice>
              <mc:Fallback>
                <p:oleObj name="think-cell Slide" r:id="rId21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F950B339-5CC0-40B5-8836-660AF82E98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0E1EFB-12D9-8987-277D-004C2B16E6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574980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50" r:id="rId1"/>
    <p:sldLayoutId id="2147484451" r:id="rId2"/>
    <p:sldLayoutId id="2147484452" r:id="rId3"/>
    <p:sldLayoutId id="2147484453" r:id="rId4"/>
    <p:sldLayoutId id="2147484454" r:id="rId5"/>
    <p:sldLayoutId id="2147484455" r:id="rId6"/>
    <p:sldLayoutId id="2147484456" r:id="rId7"/>
    <p:sldLayoutId id="2147484457" r:id="rId8"/>
    <p:sldLayoutId id="2147484458" r:id="rId9"/>
    <p:sldLayoutId id="2147484459" r:id="rId10"/>
    <p:sldLayoutId id="2147484460" r:id="rId11"/>
    <p:sldLayoutId id="2147484461" r:id="rId12"/>
    <p:sldLayoutId id="2147484462" r:id="rId13"/>
    <p:sldLayoutId id="2147484463" r:id="rId14"/>
    <p:sldLayoutId id="2147484464" r:id="rId15"/>
    <p:sldLayoutId id="2147484465" r:id="rId16"/>
    <p:sldLayoutId id="2147484466" r:id="rId17"/>
    <p:sldLayoutId id="2147484467" r:id="rId18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764098" indent="-224361" algn="l" defTabSz="914377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99042" indent="-234945" algn="l" defTabSz="914377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51438" indent="-253994" algn="l" defTabSz="914377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5799" indent="-224361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82E2BF7C-9174-DE83-24EA-FCA77DE33C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1526455365"/>
              </p:ext>
            </p:extLst>
          </p:nvPr>
        </p:nvGraphicFramePr>
        <p:xfrm>
          <a:off x="2118" y="2118"/>
          <a:ext cx="1636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7772400" imgH="10058400" progId="TCLayout.ActiveDocument.1">
                  <p:embed/>
                </p:oleObj>
              </mc:Choice>
              <mc:Fallback>
                <p:oleObj name="think-cell Slide" r:id="rId19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2E2BF7C-9174-DE83-24EA-FCA77DE33C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1636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B032F-0740-678D-B1A3-6AD1735A52F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</p:spTree>
    <p:extLst>
      <p:ext uri="{BB962C8B-B14F-4D97-AF65-F5344CB8AC3E}">
        <p14:creationId xmlns:p14="http://schemas.microsoft.com/office/powerpoint/2010/main" val="2189807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01" r:id="rId1"/>
    <p:sldLayoutId id="2147484502" r:id="rId2"/>
    <p:sldLayoutId id="2147484503" r:id="rId3"/>
    <p:sldLayoutId id="2147484504" r:id="rId4"/>
    <p:sldLayoutId id="2147484505" r:id="rId5"/>
    <p:sldLayoutId id="2147484506" r:id="rId6"/>
    <p:sldLayoutId id="2147484507" r:id="rId7"/>
    <p:sldLayoutId id="2147484508" r:id="rId8"/>
    <p:sldLayoutId id="2147484509" r:id="rId9"/>
    <p:sldLayoutId id="2147484510" r:id="rId10"/>
    <p:sldLayoutId id="2147484511" r:id="rId11"/>
    <p:sldLayoutId id="2147484512" r:id="rId12"/>
    <p:sldLayoutId id="2147484513" r:id="rId13"/>
    <p:sldLayoutId id="2147484514" r:id="rId14"/>
    <p:sldLayoutId id="2147484515" r:id="rId15"/>
    <p:sldLayoutId id="214748451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SzPct val="120000"/>
        <a:buFont typeface="Arial" panose="020B0604020202020204" pitchFamily="34" charset="0"/>
        <a:buChar char="•"/>
        <a:tabLst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764080" indent="-224356" algn="l" defTabSz="914354" rtl="0" eaLnBrk="1" latinLnBrk="0" hangingPunct="1">
        <a:lnSpc>
          <a:spcPct val="90000"/>
        </a:lnSpc>
        <a:spcBef>
          <a:spcPts val="500"/>
        </a:spcBef>
        <a:buFont typeface="System Font Regular"/>
        <a:buChar char="–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99018" indent="-234939" algn="l" defTabSz="914354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51410" indent="-253988" algn="l" defTabSz="914354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5764" indent="-224356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A0A1C7C-2856-B845-9850-547B7959A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88567" y="6454693"/>
            <a:ext cx="414867" cy="273304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2">
                    <a:lumMod val="10000"/>
                    <a:lumOff val="90000"/>
                  </a:schemeClr>
                </a:solidFill>
                <a:latin typeface="Montserrat" pitchFamily="2" charset="77"/>
              </a:defRPr>
            </a:lvl1pPr>
          </a:lstStyle>
          <a:p>
            <a:fld id="{7D18A8FE-DFC8-4843-AEF2-DE4DB0CF7D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7F5C72-EC3B-A246-9E49-29368E9565C6}"/>
              </a:ext>
            </a:extLst>
          </p:cNvPr>
          <p:cNvSpPr/>
          <p:nvPr userDrawn="1"/>
        </p:nvSpPr>
        <p:spPr>
          <a:xfrm>
            <a:off x="11032946" y="442922"/>
            <a:ext cx="486103" cy="4861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5AF67CC-0C91-4348-B9AA-FCD8016433DB}"/>
              </a:ext>
            </a:extLst>
          </p:cNvPr>
          <p:cNvSpPr/>
          <p:nvPr userDrawn="1"/>
        </p:nvSpPr>
        <p:spPr>
          <a:xfrm>
            <a:off x="0" y="442920"/>
            <a:ext cx="254328" cy="486104"/>
          </a:xfrm>
          <a:custGeom>
            <a:avLst/>
            <a:gdLst>
              <a:gd name="connsiteX0" fmla="*/ 8457 w 190746"/>
              <a:gd name="connsiteY0" fmla="*/ 0 h 364578"/>
              <a:gd name="connsiteX1" fmla="*/ 190746 w 190746"/>
              <a:gd name="connsiteY1" fmla="*/ 182289 h 364578"/>
              <a:gd name="connsiteX2" fmla="*/ 8457 w 190746"/>
              <a:gd name="connsiteY2" fmla="*/ 364578 h 364578"/>
              <a:gd name="connsiteX3" fmla="*/ 0 w 190746"/>
              <a:gd name="connsiteY3" fmla="*/ 362871 h 364578"/>
              <a:gd name="connsiteX4" fmla="*/ 0 w 190746"/>
              <a:gd name="connsiteY4" fmla="*/ 1707 h 364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746" h="364578">
                <a:moveTo>
                  <a:pt x="8457" y="0"/>
                </a:moveTo>
                <a:cubicBezTo>
                  <a:pt x="109132" y="0"/>
                  <a:pt x="190746" y="81614"/>
                  <a:pt x="190746" y="182289"/>
                </a:cubicBezTo>
                <a:cubicBezTo>
                  <a:pt x="190746" y="282964"/>
                  <a:pt x="109132" y="364578"/>
                  <a:pt x="8457" y="364578"/>
                </a:cubicBezTo>
                <a:lnTo>
                  <a:pt x="0" y="362871"/>
                </a:lnTo>
                <a:lnTo>
                  <a:pt x="0" y="170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894DCD2-3DA9-0B41-AFB4-EAD27491FECF}"/>
              </a:ext>
            </a:extLst>
          </p:cNvPr>
          <p:cNvSpPr/>
          <p:nvPr userDrawn="1"/>
        </p:nvSpPr>
        <p:spPr>
          <a:xfrm>
            <a:off x="11698312" y="446467"/>
            <a:ext cx="493689" cy="475467"/>
          </a:xfrm>
          <a:custGeom>
            <a:avLst/>
            <a:gdLst>
              <a:gd name="connsiteX0" fmla="*/ 178300 w 370267"/>
              <a:gd name="connsiteY0" fmla="*/ 0 h 356600"/>
              <a:gd name="connsiteX1" fmla="*/ 370267 w 370267"/>
              <a:gd name="connsiteY1" fmla="*/ 0 h 356600"/>
              <a:gd name="connsiteX2" fmla="*/ 370267 w 370267"/>
              <a:gd name="connsiteY2" fmla="*/ 356600 h 356600"/>
              <a:gd name="connsiteX3" fmla="*/ 178300 w 370267"/>
              <a:gd name="connsiteY3" fmla="*/ 356600 h 356600"/>
              <a:gd name="connsiteX4" fmla="*/ 0 w 370267"/>
              <a:gd name="connsiteY4" fmla="*/ 178300 h 356600"/>
              <a:gd name="connsiteX5" fmla="*/ 178300 w 370267"/>
              <a:gd name="connsiteY5" fmla="*/ 0 h 3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267" h="356600">
                <a:moveTo>
                  <a:pt x="178300" y="0"/>
                </a:moveTo>
                <a:lnTo>
                  <a:pt x="370267" y="0"/>
                </a:lnTo>
                <a:lnTo>
                  <a:pt x="370267" y="356600"/>
                </a:lnTo>
                <a:lnTo>
                  <a:pt x="178300" y="356600"/>
                </a:lnTo>
                <a:cubicBezTo>
                  <a:pt x="79828" y="356600"/>
                  <a:pt x="0" y="276772"/>
                  <a:pt x="0" y="178300"/>
                </a:cubicBezTo>
                <a:cubicBezTo>
                  <a:pt x="0" y="79828"/>
                  <a:pt x="79828" y="0"/>
                  <a:pt x="1783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14" name="Title Placeholder 13">
            <a:extLst>
              <a:ext uri="{FF2B5EF4-FFF2-40B4-BE49-F238E27FC236}">
                <a16:creationId xmlns:a16="http://schemas.microsoft.com/office/drawing/2014/main" id="{AE1B54B0-4A6F-8F4E-AC36-8BC50B4C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969"/>
            <a:ext cx="10396483" cy="702655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9FD7E04-C756-2947-BF55-1FC8E30D1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76551"/>
            <a:ext cx="11232555" cy="4351283"/>
          </a:xfrm>
          <a:prstGeom prst="rect">
            <a:avLst/>
          </a:prstGeom>
        </p:spPr>
        <p:txBody>
          <a:bodyPr vert="horz" lIns="0" tIns="27432" rIns="0" bIns="0" rtlCol="0">
            <a:normAutofit/>
          </a:bodyPr>
          <a:lstStyle/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0690A2-18E7-4995-D97A-69C81CB916C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4001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B29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[Organon] Proprietary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C1CB57B-7019-0C40-EBA8-97CDCF1184B7}"/>
              </a:ext>
            </a:extLst>
          </p:cNvPr>
          <p:cNvPicPr>
            <a:picLocks noChangeAspect="1"/>
          </p:cNvPicPr>
          <p:nvPr userDrawn="1"/>
        </p:nvPicPr>
        <p:blipFill>
          <a:blip r:embed="rId5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10240679" y="6365955"/>
            <a:ext cx="1489888" cy="36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79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19" r:id="rId1"/>
    <p:sldLayoutId id="2147484520" r:id="rId2"/>
    <p:sldLayoutId id="2147484521" r:id="rId3"/>
    <p:sldLayoutId id="2147484522" r:id="rId4"/>
    <p:sldLayoutId id="2147484523" r:id="rId5"/>
    <p:sldLayoutId id="2147484524" r:id="rId6"/>
    <p:sldLayoutId id="2147484525" r:id="rId7"/>
    <p:sldLayoutId id="2147484526" r:id="rId8"/>
    <p:sldLayoutId id="2147484527" r:id="rId9"/>
    <p:sldLayoutId id="2147484528" r:id="rId10"/>
    <p:sldLayoutId id="2147484529" r:id="rId11"/>
    <p:sldLayoutId id="2147484530" r:id="rId12"/>
    <p:sldLayoutId id="2147484531" r:id="rId13"/>
    <p:sldLayoutId id="2147484532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8" r:id="rId20"/>
    <p:sldLayoutId id="2147484539" r:id="rId21"/>
    <p:sldLayoutId id="2147484540" r:id="rId22"/>
    <p:sldLayoutId id="2147484541" r:id="rId23"/>
    <p:sldLayoutId id="2147484542" r:id="rId24"/>
    <p:sldLayoutId id="2147484543" r:id="rId25"/>
    <p:sldLayoutId id="2147484544" r:id="rId26"/>
    <p:sldLayoutId id="2147484545" r:id="rId27"/>
    <p:sldLayoutId id="2147484546" r:id="rId28"/>
    <p:sldLayoutId id="2147484547" r:id="rId29"/>
    <p:sldLayoutId id="2147484548" r:id="rId30"/>
    <p:sldLayoutId id="2147484549" r:id="rId31"/>
    <p:sldLayoutId id="2147484550" r:id="rId32"/>
    <p:sldLayoutId id="2147484551" r:id="rId33"/>
    <p:sldLayoutId id="2147484552" r:id="rId34"/>
    <p:sldLayoutId id="2147484553" r:id="rId35"/>
    <p:sldLayoutId id="2147484554" r:id="rId36"/>
    <p:sldLayoutId id="2147484555" r:id="rId37"/>
    <p:sldLayoutId id="2147484556" r:id="rId38"/>
    <p:sldLayoutId id="2147484557" r:id="rId39"/>
    <p:sldLayoutId id="2147484558" r:id="rId40"/>
    <p:sldLayoutId id="2147484559" r:id="rId41"/>
    <p:sldLayoutId id="2147484560" r:id="rId42"/>
    <p:sldLayoutId id="2147484561" r:id="rId43"/>
    <p:sldLayoutId id="2147484562" r:id="rId44"/>
    <p:sldLayoutId id="2147484563" r:id="rId45"/>
    <p:sldLayoutId id="2147484564" r:id="rId46"/>
    <p:sldLayoutId id="2147484565" r:id="rId47"/>
    <p:sldLayoutId id="2147484566" r:id="rId48"/>
    <p:sldLayoutId id="2147484567" r:id="rId49"/>
    <p:sldLayoutId id="2147484568" r:id="rId50"/>
    <p:sldLayoutId id="2147484569" r:id="rId51"/>
    <p:sldLayoutId id="2147484570" r:id="rId52"/>
    <p:sldLayoutId id="2147484571" r:id="rId53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933" b="1" i="0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120000"/>
        <a:buFont typeface="Arial" panose="020B0604020202020204" pitchFamily="34" charset="0"/>
        <a:buNone/>
        <a:tabLst/>
        <a:defRPr sz="21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609585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20000"/>
        <a:buFont typeface="Arial" panose="020B0604020202020204" pitchFamily="34" charset="0"/>
        <a:buChar char="•"/>
        <a:tabLst/>
        <a:defRPr sz="1867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853419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accent1"/>
        </a:buClr>
        <a:buSzPct val="100000"/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1219170" indent="-243834" algn="l" defTabSz="914377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SzPct val="100000"/>
        <a:buFont typeface="Arial" panose="020B0604020202020204" pitchFamily="34" charset="0"/>
        <a:buChar char="•"/>
        <a:tabLst/>
        <a:defRPr sz="1333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0" indent="0" algn="l" defTabSz="914377" rtl="0" eaLnBrk="1" latinLnBrk="0" hangingPunct="1">
        <a:lnSpc>
          <a:spcPct val="100000"/>
        </a:lnSpc>
        <a:spcBef>
          <a:spcPts val="5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tabLst/>
        <a:defRPr sz="1867" b="1" kern="1200">
          <a:solidFill>
            <a:schemeClr val="accent1"/>
          </a:solidFill>
          <a:latin typeface="Montserrat" pitchFamily="2" charset="77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>
                <a:solidFill>
                  <a:srgbClr val="63666B"/>
                </a:solidFill>
                <a:latin typeface="Montserrat"/>
              </a:rPr>
              <a:t>Treatment patterns in prescribed analgesics  |  Feasibility results</a:t>
            </a:r>
          </a:p>
          <a:p>
            <a:r>
              <a:rPr sz="1400">
                <a:solidFill>
                  <a:srgbClr val="63666B"/>
                </a:solidFill>
                <a:latin typeface="Montserrat"/>
              </a:rPr>
              <a:t>Study 25P01  ·  THIN Germany  ·  August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800">
                <a:latin typeface="Montserrat"/>
              </a:rPr>
              <a:t>Headache &amp; Migraine in Germany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What we set out to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Once someone is diagnosed with a headache disorder, what pain medication do they actually receive?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529584" cy="1481328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64208"/>
            <a:ext cx="960120" cy="45720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71717"/>
                </a:solidFill>
                <a:latin typeface="Montserrat"/>
              </a:rPr>
              <a:t>How much?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57984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Volume of painkiller prescriptions per patient, compared with a matched person without headache.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417320"/>
            <a:ext cx="3529584" cy="1481328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71416" y="1664208"/>
            <a:ext cx="960120" cy="45720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1416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71717"/>
                </a:solidFill>
                <a:latin typeface="Montserrat"/>
              </a:rPr>
              <a:t>What kind?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1416" y="2157984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Which of the three painkiller families they receive, and how much is migraine-specific.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7847" y="1417320"/>
            <a:ext cx="3529584" cy="1481328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664208"/>
            <a:ext cx="960120" cy="45720"/>
          </a:xfrm>
          <a:prstGeom prst="rect">
            <a:avLst/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71717"/>
                </a:solidFill>
                <a:latin typeface="Montserrat"/>
              </a:rPr>
              <a:t>For how long?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157984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Whether treatment is sustained, whether patients switch drugs, and whether they keep collecting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246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Who is in the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393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71717"/>
                </a:solidFill>
                <a:latin typeface="Montserrat"/>
              </a:rPr>
              <a:t>10,466,929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6850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3666B"/>
                </a:solidFill>
                <a:latin typeface="Montserrat"/>
              </a:rPr>
              <a:t>patients observable in THIN Germany from Dec 2016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23360"/>
            <a:ext cx="10058400" cy="10058"/>
          </a:xfrm>
          <a:prstGeom prst="rect">
            <a:avLst/>
          </a:prstGeom>
          <a:solidFill>
            <a:srgbClr val="D8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8795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71717"/>
                </a:solidFill>
                <a:latin typeface="Montserrat"/>
              </a:rPr>
              <a:t>359,425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423367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3666B"/>
                </a:solidFill>
                <a:latin typeface="Montserrat"/>
              </a:rPr>
              <a:t>with a confirmed headache disorder diagnosis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72000"/>
            <a:ext cx="10058400" cy="10058"/>
          </a:xfrm>
          <a:prstGeom prst="rect">
            <a:avLst/>
          </a:prstGeom>
          <a:solidFill>
            <a:srgbClr val="D8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7365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71717"/>
                </a:solidFill>
                <a:latin typeface="Montserrat"/>
              </a:rPr>
              <a:t>273,957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78231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3666B"/>
                </a:solidFill>
                <a:latin typeface="Montserrat"/>
              </a:rPr>
              <a:t>with at least 1 year of follow-up after diagnosis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0058400" cy="10058"/>
          </a:xfrm>
          <a:prstGeom prst="rect">
            <a:avLst/>
          </a:prstGeom>
          <a:solidFill>
            <a:srgbClr val="D8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85231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20177"/>
                </a:solidFill>
                <a:latin typeface="Montserrat"/>
              </a:rPr>
              <a:t>242,446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5330951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matched 1:1 to a person with no headache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704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3666B"/>
                </a:solidFill>
                <a:latin typeface="Montserrat"/>
              </a:rPr>
              <a:t>Matching was on year of birth, sex and practice site, so the two groups are comparable and each pair is followed over the same window of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How to read these results: the N02 painkiller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Everything here concerns ATC group N02, prescribed painkillers. It splits into three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529584" cy="21488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9584" cy="68580"/>
          </a:xfrm>
          <a:prstGeom prst="roundRect">
            <a:avLst>
              <a:gd name="adj" fmla="val 35000"/>
            </a:avLst>
          </a:prstGeom>
          <a:solidFill>
            <a:srgbClr val="5A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5A5E66"/>
                </a:solidFill>
                <a:latin typeface="Montserrat"/>
              </a:rPr>
              <a:t>N02A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1396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71717"/>
                </a:solidFill>
                <a:latin typeface="Montserrat"/>
              </a:rPr>
              <a:t>Opioids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87168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63666B"/>
                </a:solidFill>
                <a:latin typeface="Montserrat"/>
              </a:rPr>
              <a:t>Strong pain relief: tramadol, tilidine, oxycodone, fentanyl. Not a headache treatment; their presence signals escalation or other pain.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15383" y="1417320"/>
            <a:ext cx="3529584" cy="21488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15383" y="1417320"/>
            <a:ext cx="3529584" cy="68580"/>
          </a:xfrm>
          <a:prstGeom prst="roundRect">
            <a:avLst>
              <a:gd name="adj" fmla="val 35000"/>
            </a:avLst>
          </a:prstGeom>
          <a:solidFill>
            <a:srgbClr val="8A8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8A8D93"/>
                </a:solidFill>
                <a:latin typeface="Montserrat"/>
              </a:rPr>
              <a:t>N02B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1396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71717"/>
                </a:solidFill>
                <a:latin typeface="Montserrat"/>
              </a:rPr>
              <a:t>Everyday analgesics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487168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63666B"/>
                </a:solidFill>
                <a:latin typeface="Montserrat"/>
              </a:rPr>
              <a:t>Metamizole, paracetamol, aspirin, plus gabapentin and pregabalin for nerve pain. General-purpose, not migraine-specific.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7" y="1417320"/>
            <a:ext cx="3529584" cy="21488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27847" y="1417320"/>
            <a:ext cx="3529584" cy="68580"/>
          </a:xfrm>
          <a:prstGeom prst="roundRect">
            <a:avLst>
              <a:gd name="adj" fmla="val 35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5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E20177"/>
                </a:solidFill>
                <a:latin typeface="Montserrat"/>
              </a:rPr>
              <a:t>N02C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5" y="21396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71717"/>
                </a:solidFill>
                <a:latin typeface="Montserrat"/>
              </a:rPr>
              <a:t>Migraine-specific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5" y="2487168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63666B"/>
                </a:solidFill>
                <a:latin typeface="Montserrat"/>
              </a:rPr>
              <a:t>Triptans (sumatriptan, rizatriptan) and the newer CGRP antibodies. Prescribed for migraine and essentially nothing else.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977639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N02C is the only family that tells us a doctor is treating migraine as migraine. N02A and N02B tell us pain is being managed. They do not tell us it is being managed as a headache disorder.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3666B"/>
                </a:solidFill>
                <a:latin typeface="Montserrat"/>
              </a:rPr>
              <a:t>Note on what is counted: a “prescription line” is one drug on one prescription. Percentages below are that arm's share of its own prescription 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Headache patients receive far more pain medication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Prescription volume over follow-up, among patients receiving at least one N02 prescription.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529584" cy="187451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0292" cy="1874519"/>
          </a:xfrm>
          <a:prstGeom prst="roundRect">
            <a:avLst>
              <a:gd name="adj" fmla="val 50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91056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20177"/>
                </a:solidFill>
                <a:latin typeface="Montserrat"/>
              </a:rPr>
              <a:t>6.9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1717"/>
                </a:solidFill>
                <a:latin typeface="Montserrat"/>
              </a:rPr>
              <a:t>prescriptions per headache patient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07238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63666B"/>
                </a:solidFill>
                <a:latin typeface="Montserrat"/>
              </a:rPr>
              <a:t>Matched controls: 4.71. Median 3 vs 2. The average is pulled up by a heavy-use minority.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15384" y="1371600"/>
            <a:ext cx="3529584" cy="187451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15384" y="1371600"/>
            <a:ext cx="50292" cy="1874519"/>
          </a:xfrm>
          <a:prstGeom prst="roundRect">
            <a:avLst>
              <a:gd name="adj" fmla="val 50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1591056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20177"/>
                </a:solidFill>
                <a:latin typeface="Montserrat"/>
              </a:rPr>
              <a:t>4.0×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194560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1717"/>
                </a:solidFill>
                <a:latin typeface="Montserrat"/>
              </a:rPr>
              <a:t>more prescription lines overall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560320"/>
            <a:ext cx="307238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63666B"/>
                </a:solidFill>
                <a:latin typeface="Montserrat"/>
              </a:rPr>
              <a:t>851,366 N02 lines in headache patients vs 211,053 in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371600"/>
            <a:ext cx="3456432" cy="187451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27848" y="1371600"/>
            <a:ext cx="50292" cy="1874519"/>
          </a:xfrm>
          <a:prstGeom prst="roundRect">
            <a:avLst>
              <a:gd name="adj" fmla="val 50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8" y="1591056"/>
            <a:ext cx="2999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1B4198"/>
                </a:solidFill>
                <a:latin typeface="Montserrat"/>
              </a:rPr>
              <a:t>394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2194560"/>
            <a:ext cx="2999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1717"/>
                </a:solidFill>
                <a:latin typeface="Montserrat"/>
              </a:rPr>
              <a:t>highest count for one patient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560320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63666B"/>
                </a:solidFill>
                <a:latin typeface="Montserrat"/>
              </a:rPr>
              <a:t>Controls peak at 289. A small group receives extremely high volumes.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204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71717"/>
                </a:solidFill>
                <a:latin typeface="Montserrat"/>
              </a:rPr>
              <a:t>Roughly half of headache patients receive a prescribed painkiller at 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85876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63666B"/>
                </a:solidFill>
                <a:latin typeface="Montserrat"/>
              </a:rPr>
              <a:t>Total prescriptions divided by the average per patient implies about 123,000 of the 242,446 headache patients, close to 51%, received at least one N02 prescription. Under a fifth of matched controls did. The calculation is stable to well under a percentage point, but it is derived rather than counted directly. The next data run produces the exact figure.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00600"/>
            <a:ext cx="10881360" cy="11887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109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0177"/>
                </a:solidFill>
                <a:latin typeface="Montserrat"/>
              </a:rPr>
              <a:t>What this means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21808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The burden is concentrated. Most patients receive a modest number of prescriptions and a minority receive very many. That tail is where medication-overuse risk sits.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What they receive: nearly a third is migraine-specific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Share of each group's own N02 prescription lines, by painkiller family.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9446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3533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3666B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6060" y="139446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5516" y="13533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3666B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09928"/>
            <a:ext cx="205740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N02C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Migraine-specific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1783080"/>
            <a:ext cx="3396146" cy="27432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3354" y="180136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31.9%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2103120"/>
            <a:ext cx="53231" cy="274320"/>
          </a:xfrm>
          <a:prstGeom prst="roundRect">
            <a:avLst>
              <a:gd name="adj" fmla="val 12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0439" y="21214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B4198"/>
                </a:solidFill>
                <a:latin typeface="Montserrat"/>
              </a:rPr>
              <a:t>0.5%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15184"/>
            <a:ext cx="205740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N02B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Everyday analgesics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2688336"/>
            <a:ext cx="5014373" cy="27432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1581" y="270662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47.1%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3008376"/>
            <a:ext cx="7164911" cy="274320"/>
          </a:xfrm>
          <a:prstGeom prst="roundRect">
            <a:avLst>
              <a:gd name="adj" fmla="val 12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72119" y="3026664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B4198"/>
                </a:solidFill>
                <a:latin typeface="Montserrat"/>
              </a:rPr>
              <a:t>67.3%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20439"/>
            <a:ext cx="205740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N02A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Opioids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97480" y="3593591"/>
            <a:ext cx="2235707" cy="27432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2916" y="361187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21.0%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3913631"/>
            <a:ext cx="3428085" cy="274320"/>
          </a:xfrm>
          <a:prstGeom prst="roundRect">
            <a:avLst>
              <a:gd name="adj" fmla="val 12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5293" y="393191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B4198"/>
                </a:solidFill>
                <a:latin typeface="Montserrat"/>
              </a:rPr>
              <a:t>32.2%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E20177"/>
                </a:solidFill>
                <a:latin typeface="Montserrat"/>
              </a:rPr>
              <a:t>31.9% vs 0.5%: the cohort behaves as it should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3666B"/>
                </a:solidFill>
                <a:latin typeface="Montserrat"/>
              </a:rPr>
              <a:t>Migraine-specific drugs are almost entirely absent from the control group. That is a strong validity check: the matching worked, and the headache cohort is genuinely being treated for headache.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230368"/>
            <a:ext cx="10881360" cy="10058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4132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71717"/>
                </a:solidFill>
                <a:latin typeface="Montserrat"/>
              </a:rPr>
              <a:t>Read shares with care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05856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Headache patients receive about four times more prescriptions overall, so a smaller share can still mean more medication. Controls' 32.2% opioid share is 67,962 lines. The patients' smaller 21.0% share is 178,963.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Inside the migraine-specific prescriptions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Headache patients only. 271,829 N02C prescription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Triptans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463040"/>
            <a:ext cx="7118379" cy="36576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5587" y="14813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248,348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76272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CGRP antibodies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&amp; gepants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2249424"/>
            <a:ext cx="652454" cy="36576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662" y="226771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22,763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62656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Older / other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treatments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3035808"/>
            <a:ext cx="20551" cy="36576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7759" y="305409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717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3931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71717"/>
                </a:solidFill>
                <a:latin typeface="Montserrat"/>
              </a:rPr>
              <a:t>91% of migraine-specific prescribing is still triptans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3666B"/>
                </a:solidFill>
                <a:latin typeface="Montserrat"/>
              </a:rPr>
              <a:t>Sumatriptan alone accounts for 130,333 lines, more than all newer agents combined. Rizatriptan (55,684) and zolmitriptan (36,568) follow.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7720"/>
            <a:ext cx="5367528" cy="14630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8188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B4198"/>
                </a:solidFill>
                <a:latin typeface="Montserrat"/>
              </a:rPr>
              <a:t>The newer agents are present but small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148072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Erenumab 14,897 lines, fremanezumab 5,401, galcanezumab 1,818, eptinezumab 327. Gepants have barely started: atogepant 310, rimegepant 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16752" y="4617720"/>
            <a:ext cx="5367528" cy="14630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48188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20177"/>
                </a:solidFill>
                <a:latin typeface="Montserrat"/>
              </a:rPr>
              <a:t>Why this is the commercial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5148072"/>
            <a:ext cx="4800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A large, well-defined population is being treated with an older drug class. The newer agents are established enough to be visible in the data, but nowhere near saturation.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Most pain prescribing is still not migraine-specific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Absolute prescription lines over follow-up. Both groups on the same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39595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3666B"/>
                </a:solidFill>
                <a:latin typeface="Montserrat"/>
              </a:rPr>
              <a:t>Headache patients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6060" y="1339595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5516" y="12984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3666B"/>
                </a:solidFill>
                <a:latin typeface="Montserrat"/>
              </a:rPr>
              <a:t>Matched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19"/>
            <a:ext cx="205740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Metamizole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1719072"/>
            <a:ext cx="6989071" cy="27432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6279" y="173736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309,485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2039112"/>
            <a:ext cx="2380306" cy="274320"/>
          </a:xfrm>
          <a:prstGeom prst="roundRect">
            <a:avLst>
              <a:gd name="adj" fmla="val 12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7514" y="205740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B4198"/>
                </a:solidFill>
                <a:latin typeface="Montserrat"/>
              </a:rPr>
              <a:t>105,403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205740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Opioids (N02A)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2587752"/>
            <a:ext cx="4041505" cy="27432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8713" y="260604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178,963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2907792"/>
            <a:ext cx="1534779" cy="274320"/>
          </a:xfrm>
          <a:prstGeom prst="roundRect">
            <a:avLst>
              <a:gd name="adj" fmla="val 12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1987" y="292608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B4198"/>
                </a:solidFill>
                <a:latin typeface="Montserrat"/>
              </a:rPr>
              <a:t>67,962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205740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Gabapentin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Montserrat"/>
              </a:rPr>
              <a:t>pregabalin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97480" y="3456432"/>
            <a:ext cx="1483584" cy="274320"/>
          </a:xfrm>
          <a:prstGeom prst="roundRect">
            <a:avLst>
              <a:gd name="adj" fmla="val 12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0792" y="347472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0177"/>
                </a:solidFill>
                <a:latin typeface="Montserrat"/>
              </a:rPr>
              <a:t>65,695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3776472"/>
            <a:ext cx="639502" cy="274320"/>
          </a:xfrm>
          <a:prstGeom prst="roundRect">
            <a:avLst>
              <a:gd name="adj" fmla="val 12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6710" y="3794759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B4198"/>
                </a:solidFill>
                <a:latin typeface="Montserrat"/>
              </a:rPr>
              <a:t>28,318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71717"/>
                </a:solidFill>
                <a:latin typeface="Montserrat"/>
              </a:rPr>
              <a:t>Metamizole is the single most prescribed drug in both groups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49884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200" b="0">
                <a:solidFill>
                  <a:srgbClr val="63666B"/>
                </a:solidFill>
                <a:latin typeface="Montserrat"/>
              </a:rPr>
              <a:t>It accounts for 36% of headache patients' prescription lines. Metamizole is a general-purpose German analgesic, not a migraine treatment. Opioids appear at 178,963 lines and gabapentinoids at 65,695. Neither is indicated for migraine.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035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1717"/>
                </a:solidFill>
                <a:latin typeface="Montserrat"/>
              </a:rPr>
              <a:t>Two thirds of prescribing in this diagnosed headache population is non-specific. How much of that is avoidable is what the pattern measures on the next slide are designed to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Built and ready to run: the deeper pattern measures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Coded and validated, but not part of this feasibility extract — these need a further data run.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0881360" cy="9601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0292" cy="960120"/>
          </a:xfrm>
          <a:prstGeom prst="roundRect">
            <a:avLst>
              <a:gd name="adj" fmla="val 50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Treatment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600200"/>
            <a:ext cx="7452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How long a course of treatment lasts before the patient stops. Consecutive prescriptions count as one continuous course; a long gap starts a new one. Gives persistence.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10881360" cy="9601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0292" cy="960120"/>
          </a:xfrm>
          <a:prstGeom prst="roundRect">
            <a:avLst>
              <a:gd name="adj" fmla="val 50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Lines of therapy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697480"/>
            <a:ext cx="7452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Genuine switching. Changing to a different drug starts a new line, so we can see how many drugs a patient works through and what they typically start 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11880"/>
            <a:ext cx="10881360" cy="9601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611880"/>
            <a:ext cx="50292" cy="960120"/>
          </a:xfrm>
          <a:prstGeom prst="roundRect">
            <a:avLst>
              <a:gd name="adj" fmla="val 50000"/>
            </a:avLst>
          </a:prstGeom>
          <a:solidFill>
            <a:srgbClr val="E20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Adherence (MPR &amp; PDC)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794760"/>
            <a:ext cx="7452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Whether patients keep collecting their medication. PDC counts days actually covered and does not double-count early refills; 80% is the standard adherence threshold.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09160"/>
            <a:ext cx="10881360" cy="9601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709160"/>
            <a:ext cx="50292" cy="960120"/>
          </a:xfrm>
          <a:prstGeom prst="roundRect">
            <a:avLst>
              <a:gd name="adj" fmla="val 50000"/>
            </a:avLst>
          </a:prstGeom>
          <a:solidFill>
            <a:srgbClr val="1B41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920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Switching &amp; pathways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892040"/>
            <a:ext cx="7452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The common routes through treatment: everyday analgesics first and migraine-specific later, for example. Also how many patients combine families.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7044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All four run offline from a saved prescription extract. They can be produced, and recalibrated, without further database access before the data licence ends.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0607040" cy="566928"/>
          </a:xfrm>
        </p:spPr>
        <p:txBody>
          <a:bodyPr/>
          <a:lstStyle/>
          <a:p>
            <a:pPr>
              <a:defRPr sz="2600" b="1">
                <a:solidFill>
                  <a:srgbClr val="171717"/>
                </a:solidFill>
                <a:latin typeface="Montserrat"/>
              </a:defRPr>
            </a:pPr>
            <a:r>
              <a:t>How to read this — and what it cannot tell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3666B"/>
                </a:solidFill>
                <a:latin typeface="Montserrat"/>
              </a:rPr>
              <a:t>Four limits that matter for interpreting every number in this deck.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63666B"/>
                </a:solidFill>
                <a:latin typeface="Montserrat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367528" cy="16459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0177"/>
                </a:solidFill>
                <a:latin typeface="Montserrat"/>
              </a:rPr>
              <a:t>Over-the-counter use is invisible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47731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In Germany most everyday painkillers are bought without a prescription. None of that appears here, so real painkiller use is higher than shown. Any overuse estimate is an undercount.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16752" y="1417320"/>
            <a:ext cx="5367528" cy="16459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6459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B4198"/>
                </a:solidFill>
                <a:latin typeface="Montserrat"/>
              </a:rPr>
              <a:t>Prescriptions written, not pills taken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2039112"/>
            <a:ext cx="47731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The data records what a doctor prescribed. Adherence measures track whether patients kept collecting medication, which is the best available stand-in but is not the same as taking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72968"/>
            <a:ext cx="5367528" cy="16459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0156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0177"/>
                </a:solidFill>
                <a:latin typeface="Montserrat"/>
              </a:rPr>
              <a:t>Days-supply is an assumption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59"/>
            <a:ext cx="47731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The German data does not document how long each prescription is meant to last. Episode length, switching and adherence all depend on that assumption; it is isolated in one place and flagged for verification.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3172968"/>
            <a:ext cx="5367528" cy="16459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340156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B4198"/>
                </a:solidFill>
                <a:latin typeface="Montserrat"/>
              </a:rPr>
              <a:t>These are prescription lines, not patients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3794759"/>
            <a:ext cx="47731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50" b="0">
                <a:solidFill>
                  <a:srgbClr val="63666B"/>
                </a:solidFill>
                <a:latin typeface="Montserrat"/>
              </a:rPr>
              <a:t>Counts and shares in this deck are of prescription lines. Patient-level results, such as how many people switch or persist, come from the measures on the previous slide.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56048"/>
            <a:ext cx="10881360" cy="96012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13892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71717"/>
                </a:solidFill>
                <a:latin typeface="Montserrat"/>
              </a:rPr>
              <a:t>Bottom 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71717"/>
                </a:solidFill>
                <a:latin typeface="Montserrat"/>
              </a:rPr>
              <a:t>The cohort is large, cleanly matched, and clearly being treated for headache. Prescribing volume is high and concentrated, and most of it is not migraine-specific. The measures that quantify how patients move through treatment are built and awaiting a data run.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51yqr7qwVb3VIzjAzzifQ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H5jjHBMqWkq0r61dXObr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u5mlI_5SaCdkR487yXZgA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5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5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CK2033_Organon_PPT_Template_White_Footer_M08" id="{A5362B16-C1EC-F74D-A8D4-526F5DA28960}" vid="{E78CD43D-1F56-874D-923A-71873AAF58A4}"/>
    </a:ext>
  </a:extLst>
</a:theme>
</file>

<file path=ppt/theme/theme3.xml><?xml version="1.0" encoding="utf-8"?>
<a:theme xmlns:a="http://schemas.openxmlformats.org/drawingml/2006/main" name="7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8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rganon_PPT_Template_White_Footer_M08 (1).potx  -  Read-Only" id="{B6F81749-36D1-4B23-A48D-C24FEEB8A1FD}" vid="{3CDFFBE3-4FBE-411E-8DE9-A89D51643B80}"/>
    </a:ext>
  </a:extLst>
</a:theme>
</file>

<file path=ppt/theme/theme5.xml><?xml version="1.0" encoding="utf-8"?>
<a:theme xmlns:a="http://schemas.openxmlformats.org/drawingml/2006/main" name="6_Office Theme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rganon W">
  <a:themeElements>
    <a:clrScheme name="Organon 2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on W" id="{08554FB2-342A-4819-89C1-EE1BB9B6D370}" vid="{6222D241-D990-49A7-B688-A6DF34EE2AF0}"/>
    </a:ext>
  </a:extLst>
</a:theme>
</file>

<file path=ppt/theme/theme7.xml><?xml version="1.0" encoding="utf-8"?>
<a:theme xmlns:a="http://schemas.openxmlformats.org/drawingml/2006/main" name="1_Office Theme">
  <a:themeElements>
    <a:clrScheme name="Custom 3">
      <a:dk1>
        <a:srgbClr val="171717"/>
      </a:dk1>
      <a:lt1>
        <a:srgbClr val="FFFFFF"/>
      </a:lt1>
      <a:dk2>
        <a:srgbClr val="171717"/>
      </a:dk2>
      <a:lt2>
        <a:srgbClr val="E7E6E6"/>
      </a:lt2>
      <a:accent1>
        <a:srgbClr val="E20177"/>
      </a:accent1>
      <a:accent2>
        <a:srgbClr val="1B4198"/>
      </a:accent2>
      <a:accent3>
        <a:srgbClr val="54B948"/>
      </a:accent3>
      <a:accent4>
        <a:srgbClr val="009DDC"/>
      </a:accent4>
      <a:accent5>
        <a:srgbClr val="FEDB00"/>
      </a:accent5>
      <a:accent6>
        <a:srgbClr val="3CDBC0"/>
      </a:accent6>
      <a:hlink>
        <a:srgbClr val="1B4198"/>
      </a:hlink>
      <a:folHlink>
        <a:srgbClr val="1B4198"/>
      </a:folHlink>
    </a:clrScheme>
    <a:fontScheme name="Montserrat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mageMetadataListItemId xmlns="8e91b1a2-cef3-4c16-b949-ce66492d5111" xsi:nil="true"/>
    <lcf76f155ced4ddcb4097134ff3c332f xmlns="8e91b1a2-cef3-4c16-b949-ce66492d5111">
      <Terms xmlns="http://schemas.microsoft.com/office/infopath/2007/PartnerControls"/>
    </lcf76f155ced4ddcb4097134ff3c332f>
    <TaxCatchAll xmlns="4d2bfd8a-bdc1-4699-b00e-f74152970809" xsi:nil="true"/>
    <ImageMetadataListFieldId xmlns="8e91b1a2-cef3-4c16-b949-ce66492d511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BAB66966A5F4CBB1169870B003EA0" ma:contentTypeVersion="20" ma:contentTypeDescription="Create a new document." ma:contentTypeScope="" ma:versionID="bba14845822a3d669c2b6e60b91cf355">
  <xsd:schema xmlns:xsd="http://www.w3.org/2001/XMLSchema" xmlns:xs="http://www.w3.org/2001/XMLSchema" xmlns:p="http://schemas.microsoft.com/office/2006/metadata/properties" xmlns:ns2="8e91b1a2-cef3-4c16-b949-ce66492d5111" xmlns:ns3="4d2bfd8a-bdc1-4699-b00e-f74152970809" targetNamespace="http://schemas.microsoft.com/office/2006/metadata/properties" ma:root="true" ma:fieldsID="fc6c15c0b4b6d7bbc45144c8b5453437" ns2:_="" ns3:_="">
    <xsd:import namespace="8e91b1a2-cef3-4c16-b949-ce66492d5111"/>
    <xsd:import namespace="4d2bfd8a-bdc1-4699-b00e-f7415297080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ImageMetadataListItemId" minOccurs="0"/>
                <xsd:element ref="ns2:ImageMetadataListFieldId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91b1a2-cef3-4c16-b949-ce66492d511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ImageMetadataListItemId" ma:index="19" nillable="true" ma:displayName="ImageMetadataListItemId" ma:hidden="true" ma:indexed="true" ma:internalName="ImageMetadataListItemId">
      <xsd:simpleType>
        <xsd:restriction base="dms:Unknown"/>
      </xsd:simpleType>
    </xsd:element>
    <xsd:element name="ImageMetadataListFieldId" ma:index="20" nillable="true" ma:displayName="ImageMetadataListFieldId" ma:hidden="true" ma:indexed="true" ma:internalName="ImageMetadataListFieldId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aea9b38-78a5-408a-815c-fe483379546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2bfd8a-bdc1-4699-b00e-f74152970809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bf2052ed-7f7b-4724-8bb0-ba665b6501f8}" ma:internalName="TaxCatchAll" ma:showField="CatchAllData" ma:web="4d2bfd8a-bdc1-4699-b00e-f7415297080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9A575D-F5E4-4E8F-9B75-C7213FDD312F}">
  <ds:schemaRefs>
    <ds:schemaRef ds:uri="http://schemas.microsoft.com/office/2006/metadata/properties"/>
    <ds:schemaRef ds:uri="http://schemas.microsoft.com/office/infopath/2007/PartnerControls"/>
    <ds:schemaRef ds:uri="8e91b1a2-cef3-4c16-b949-ce66492d5111"/>
    <ds:schemaRef ds:uri="4d2bfd8a-bdc1-4699-b00e-f74152970809"/>
  </ds:schemaRefs>
</ds:datastoreItem>
</file>

<file path=customXml/itemProps2.xml><?xml version="1.0" encoding="utf-8"?>
<ds:datastoreItem xmlns:ds="http://schemas.openxmlformats.org/officeDocument/2006/customXml" ds:itemID="{E4464588-071A-4627-90F2-24D0DB1371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91b1a2-cef3-4c16-b949-ce66492d5111"/>
    <ds:schemaRef ds:uri="4d2bfd8a-bdc1-4699-b00e-f7415297080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C8C6079-235C-44C5-B73A-8D7A2FB3A1D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2582</Words>
  <Application>Microsoft Office PowerPoint</Application>
  <PresentationFormat>Widescreen</PresentationFormat>
  <Paragraphs>351</Paragraphs>
  <Slides>30</Slides>
  <Notes>26</Notes>
  <HiddenSlides>0</HiddenSlides>
  <MMClips>0</MMClips>
  <ScaleCrop>false</ScaleCrop>
  <HeadingPairs>
    <vt:vector size="8" baseType="variant">
      <vt:variant>
        <vt:lpstr>Fonts Used</vt:lpstr>
      </vt:variant>
      <vt:variant>
        <vt:i4>19</vt:i4>
      </vt:variant>
      <vt:variant>
        <vt:lpstr>Theme</vt:lpstr>
      </vt:variant>
      <vt:variant>
        <vt:i4>7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57" baseType="lpstr">
      <vt:lpstr>DengXian</vt:lpstr>
      <vt:lpstr>Aptos</vt:lpstr>
      <vt:lpstr>Arial</vt:lpstr>
      <vt:lpstr>Arial Black</vt:lpstr>
      <vt:lpstr>Arial Narrow</vt:lpstr>
      <vt:lpstr>Calibri</vt:lpstr>
      <vt:lpstr>Calibri Light</vt:lpstr>
      <vt:lpstr>Courier New</vt:lpstr>
      <vt:lpstr>Lato Light</vt:lpstr>
      <vt:lpstr>Liberation Sans</vt:lpstr>
      <vt:lpstr>Montserrat</vt:lpstr>
      <vt:lpstr>Montserrat ExtraBold</vt:lpstr>
      <vt:lpstr>Montserrat Light</vt:lpstr>
      <vt:lpstr>Montserrat Medium</vt:lpstr>
      <vt:lpstr>Montserrat SemiBold</vt:lpstr>
      <vt:lpstr>Segoe UI</vt:lpstr>
      <vt:lpstr>System Font Regular</vt:lpstr>
      <vt:lpstr>Trebuchet MS</vt:lpstr>
      <vt:lpstr>Wingdings</vt:lpstr>
      <vt:lpstr>5_Office Theme</vt:lpstr>
      <vt:lpstr>15_Office Theme</vt:lpstr>
      <vt:lpstr>7_Office Theme</vt:lpstr>
      <vt:lpstr>8_Office Theme</vt:lpstr>
      <vt:lpstr>6_Office Theme</vt:lpstr>
      <vt:lpstr>Organon W</vt:lpstr>
      <vt:lpstr>1_Office Theme</vt:lpstr>
      <vt:lpstr>think-cell Slide</vt:lpstr>
      <vt:lpstr>OGN corporate slide deck template</vt:lpstr>
      <vt:lpstr>PowerPoint Presentation</vt:lpstr>
      <vt:lpstr>Section 1 – core content</vt:lpstr>
      <vt:lpstr>Organon: Here for her health</vt:lpstr>
      <vt:lpstr>Our vision, mission and purpose</vt:lpstr>
      <vt:lpstr>Living our values</vt:lpstr>
      <vt:lpstr>A new company with a 100+ year legacy in women’s health</vt:lpstr>
      <vt:lpstr>A global company</vt:lpstr>
      <vt:lpstr>Our focus</vt:lpstr>
      <vt:lpstr>Driving new research in women’s health</vt:lpstr>
      <vt:lpstr>An ecosystem of like-minded partners and innovators</vt:lpstr>
      <vt:lpstr>Organon manufacturing and supply  (OMS)</vt:lpstr>
      <vt:lpstr>PowerPoint Presentation</vt:lpstr>
      <vt:lpstr>Our manufacturing &amp; supply organization</vt:lpstr>
      <vt:lpstr>Corporate responsibility</vt:lpstr>
      <vt:lpstr>Focus: Committed to reducing unplanned pregnancies so women and girls can achieve their promise through: </vt:lpstr>
      <vt:lpstr>Key achievements*</vt:lpstr>
      <vt:lpstr>Her equity*</vt:lpstr>
      <vt:lpstr>Her planet*</vt:lpstr>
      <vt:lpstr>Her trust*</vt:lpstr>
      <vt:lpstr>We believe in the power of collaboration</vt:lpstr>
      <vt:lpstr>Creating a brighter future for her</vt:lpstr>
      <vt:lpstr>PowerPoint Presentation</vt:lpstr>
      <vt:lpstr>Section 2 - templates</vt:lpstr>
      <vt:lpstr>Welcome message – [insert name]</vt:lpstr>
      <vt:lpstr>PowerPoint Presentation</vt:lpstr>
      <vt:lpstr>Leadership team template</vt:lpstr>
      <vt:lpstr>PowerPoint Presentation</vt:lpstr>
      <vt:lpstr>[Insert name of partner organization]</vt:lpstr>
      <vt:lpstr>Be a part of her story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Communications</dc:title>
  <dc:creator>Jackett, Stephen</dc:creator>
  <cp:lastModifiedBy>Jackett, Stephen</cp:lastModifiedBy>
  <cp:revision>1</cp:revision>
  <dcterms:created xsi:type="dcterms:W3CDTF">2024-05-03T12:11:17Z</dcterms:created>
  <dcterms:modified xsi:type="dcterms:W3CDTF">2025-09-17T14:59:14Z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-1207573766</vt:i4>
  </property>
  <property fmtid="{D5CDD505-2E9C-101B-9397-08002B2CF9AE}" pid="3" name="_NewReviewCycle">
    <vt:lpwstr/>
  </property>
  <property fmtid="{D5CDD505-2E9C-101B-9397-08002B2CF9AE}" pid="4" name="_EmailSubject">
    <vt:lpwstr>OGN storytelling materials plan</vt:lpwstr>
  </property>
  <property fmtid="{D5CDD505-2E9C-101B-9397-08002B2CF9AE}" pid="5" name="_AuthorEmail">
    <vt:lpwstr>stephen.jackett@organon.com</vt:lpwstr>
  </property>
  <property fmtid="{D5CDD505-2E9C-101B-9397-08002B2CF9AE}" pid="6" name="_AuthorEmailDisplayName">
    <vt:lpwstr>Jackett, Stephen</vt:lpwstr>
  </property>
  <property fmtid="{D5CDD505-2E9C-101B-9397-08002B2CF9AE}" pid="7" name="MSIP_Label_9e5572be-d5bb-4f9b-88a4-df12000c467e_Enabled">
    <vt:lpwstr>true</vt:lpwstr>
  </property>
  <property fmtid="{D5CDD505-2E9C-101B-9397-08002B2CF9AE}" pid="8" name="MSIP_Label_9e5572be-d5bb-4f9b-88a4-df12000c467e_SetDate">
    <vt:lpwstr>2025-02-13T16:05:00Z</vt:lpwstr>
  </property>
  <property fmtid="{D5CDD505-2E9C-101B-9397-08002B2CF9AE}" pid="9" name="MSIP_Label_9e5572be-d5bb-4f9b-88a4-df12000c467e_Method">
    <vt:lpwstr>Privileged</vt:lpwstr>
  </property>
  <property fmtid="{D5CDD505-2E9C-101B-9397-08002B2CF9AE}" pid="10" name="MSIP_Label_9e5572be-d5bb-4f9b-88a4-df12000c467e_Name">
    <vt:lpwstr>English - Proprietary</vt:lpwstr>
  </property>
  <property fmtid="{D5CDD505-2E9C-101B-9397-08002B2CF9AE}" pid="11" name="MSIP_Label_9e5572be-d5bb-4f9b-88a4-df12000c467e_SiteId">
    <vt:lpwstr>484a70d1-caaf-4a03-a477-1cbe688304af</vt:lpwstr>
  </property>
  <property fmtid="{D5CDD505-2E9C-101B-9397-08002B2CF9AE}" pid="12" name="MSIP_Label_9e5572be-d5bb-4f9b-88a4-df12000c467e_ActionId">
    <vt:lpwstr>6e573f1d-4870-4335-a868-0697b54b0513</vt:lpwstr>
  </property>
  <property fmtid="{D5CDD505-2E9C-101B-9397-08002B2CF9AE}" pid="13" name="MSIP_Label_9e5572be-d5bb-4f9b-88a4-df12000c467e_ContentBits">
    <vt:lpwstr>1</vt:lpwstr>
  </property>
  <property fmtid="{D5CDD505-2E9C-101B-9397-08002B2CF9AE}" pid="14" name="ClassificationContentMarkingHeaderLocations">
    <vt:lpwstr>5_Office Theme:4\13_Office Theme:9\15_Office Theme:9\7_Office Theme:4\8_Office Theme:10\6_Office Theme:10\16_Office Theme:10\Organon W:10\1_Office Theme:4</vt:lpwstr>
  </property>
  <property fmtid="{D5CDD505-2E9C-101B-9397-08002B2CF9AE}" pid="15" name="ClassificationContentMarkingHeaderText">
    <vt:lpwstr>[Organon] Proprietary</vt:lpwstr>
  </property>
  <property fmtid="{D5CDD505-2E9C-101B-9397-08002B2CF9AE}" pid="16" name="ContentTypeId">
    <vt:lpwstr>0x010100DC7BAB66966A5F4CBB1169870B003EA0</vt:lpwstr>
  </property>
  <property fmtid="{D5CDD505-2E9C-101B-9397-08002B2CF9AE}" pid="17" name="MediaServiceImageTags">
    <vt:lpwstr/>
  </property>
</Properties>
</file>