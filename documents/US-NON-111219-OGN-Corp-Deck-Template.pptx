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2.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theme/theme4.xml" ContentType="application/vnd.openxmlformats-officedocument.theme+xml"/>
  <Override PartName="/ppt/tags/tag12.xml" ContentType="application/vnd.openxmlformats-officedocument.presentationml.tags+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theme/theme5.xml" ContentType="application/vnd.openxmlformats-officedocument.them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theme/theme6.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4" r:id="rId4"/>
    <p:sldMasterId id="2147484119" r:id="rId5"/>
    <p:sldMasterId id="2147484136" r:id="rId6"/>
    <p:sldMasterId id="2147484221" r:id="rId7"/>
    <p:sldMasterId id="2147484449" r:id="rId8"/>
    <p:sldMasterId id="2147484500" r:id="rId9"/>
    <p:sldMasterId id="2147484518" r:id="rId10"/>
  </p:sldMasterIdLst>
  <p:notesMasterIdLst>
    <p:notesMasterId r:id="rId41"/>
  </p:notesMasterIdLst>
  <p:handoutMasterIdLst>
    <p:handoutMasterId r:id="rId42"/>
  </p:handoutMasterIdLst>
  <p:sldIdLst>
    <p:sldId id="277" r:id="rId11"/>
    <p:sldId id="276" r:id="rId12"/>
    <p:sldId id="2147483647" r:id="rId13"/>
    <p:sldId id="256" r:id="rId14"/>
    <p:sldId id="2147483645" r:id="rId15"/>
    <p:sldId id="257" r:id="rId16"/>
    <p:sldId id="2147482063" r:id="rId17"/>
    <p:sldId id="266" r:id="rId18"/>
    <p:sldId id="2147483646" r:id="rId19"/>
    <p:sldId id="260" r:id="rId20"/>
    <p:sldId id="265" r:id="rId21"/>
    <p:sldId id="283" r:id="rId22"/>
    <p:sldId id="272" r:id="rId23"/>
    <p:sldId id="273" r:id="rId24"/>
    <p:sldId id="284" r:id="rId25"/>
    <p:sldId id="278" r:id="rId26"/>
    <p:sldId id="279" r:id="rId27"/>
    <p:sldId id="261" r:id="rId28"/>
    <p:sldId id="262" r:id="rId29"/>
    <p:sldId id="263" r:id="rId30"/>
    <p:sldId id="258" r:id="rId31"/>
    <p:sldId id="281" r:id="rId32"/>
    <p:sldId id="264" r:id="rId33"/>
    <p:sldId id="274" r:id="rId34"/>
    <p:sldId id="269" r:id="rId35"/>
    <p:sldId id="290" r:id="rId36"/>
    <p:sldId id="288" r:id="rId37"/>
    <p:sldId id="2147483621" r:id="rId38"/>
    <p:sldId id="259" r:id="rId39"/>
    <p:sldId id="27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4139913-BFBA-4189-3957-F83E4C20DDB0}" name="Jackett, Stephen" initials="SJ" userId="S::stephen.jackett@organon.com::0bef1c98-69b1-48e4-bc92-135240dc0a47" providerId="AD"/>
  <p188:author id="{C0ADE842-EBB5-ED85-94FB-CF3E710B731B}" name="Silver, Hannah" initials="HS" userId="S::hannah.silver@organon.com::7d4cd25d-d81e-4fe6-aa29-ff964ab0ce42" providerId="AD"/>
  <p188:author id="{58D4377D-3B4D-A4B3-DD99-359EAF377A58}" name="Breitstein, Joanna" initials="JB" userId="S::joanna.breitstein@organon.com::a3b65a5a-1e05-456d-b5e8-c17958c4b715" providerId="AD"/>
  <p188:author id="{AE88B8A6-FB2A-BBD0-B466-D4D211056B88}" name="Josh Ashley-Jones" initials="JA" userId="S::josh.ashley-jones@four.agency::3a92f106-54b8-4c33-8480-05f8b2d9ebe0" providerId="AD"/>
  <p188:author id="{9B823DE9-DA58-95D3-2AFF-D33DED5B2B0D}" name="Alice Walker" initials="AW" userId="S::alice.walker@four.agency::ea97e75b-919c-46bd-9fe3-e6190ef56c5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9D7"/>
    <a:srgbClr val="C8C8C8"/>
    <a:srgbClr val="E201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46" autoAdjust="0"/>
  </p:normalViewPr>
  <p:slideViewPr>
    <p:cSldViewPr snapToGrid="0">
      <p:cViewPr varScale="1">
        <p:scale>
          <a:sx n="56" d="100"/>
          <a:sy n="56" d="100"/>
        </p:scale>
        <p:origin x="1044" y="48"/>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openxmlformats.org/officeDocument/2006/relationships/slide" Target="slides/slide29.xml"/><Relationship Id="rId21" Type="http://schemas.openxmlformats.org/officeDocument/2006/relationships/slide" Target="slides/slide11.xml"/><Relationship Id="rId34" Type="http://schemas.openxmlformats.org/officeDocument/2006/relationships/slide" Target="slides/slide24.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6.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slide" Target="slides/slide22.xml"/><Relationship Id="rId37" Type="http://schemas.openxmlformats.org/officeDocument/2006/relationships/slide" Target="slides/slide27.xml"/><Relationship Id="rId40" Type="http://schemas.openxmlformats.org/officeDocument/2006/relationships/slide" Target="slides/slide30.xml"/><Relationship Id="rId45"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slide" Target="slides/slide26.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slide" Target="slides/slide21.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slide" Target="slides/slide25.xml"/><Relationship Id="rId43" Type="http://schemas.openxmlformats.org/officeDocument/2006/relationships/presProps" Target="presProps.xml"/><Relationship Id="rId48" Type="http://schemas.microsoft.com/office/2018/10/relationships/authors" Target="author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slide" Target="slides/slide23.xml"/><Relationship Id="rId38" Type="http://schemas.openxmlformats.org/officeDocument/2006/relationships/slide" Target="slides/slide28.xml"/><Relationship Id="rId46" Type="http://schemas.openxmlformats.org/officeDocument/2006/relationships/tableStyles" Target="tableStyles.xml"/><Relationship Id="rId20" Type="http://schemas.openxmlformats.org/officeDocument/2006/relationships/slide" Target="slides/slide10.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kett, Stephen" userId="0bef1c98-69b1-48e4-bc92-135240dc0a47" providerId="ADAL" clId="{C9FE35C1-F305-4332-B20A-26B677F87CAA}"/>
    <pc:docChg chg="undo custSel modSld">
      <pc:chgData name="Jackett, Stephen" userId="0bef1c98-69b1-48e4-bc92-135240dc0a47" providerId="ADAL" clId="{C9FE35C1-F305-4332-B20A-26B677F87CAA}" dt="2025-03-11T18:23:49.219" v="238"/>
      <pc:docMkLst>
        <pc:docMk/>
      </pc:docMkLst>
      <pc:sldChg chg="modSp mod modNotesTx">
        <pc:chgData name="Jackett, Stephen" userId="0bef1c98-69b1-48e4-bc92-135240dc0a47" providerId="ADAL" clId="{C9FE35C1-F305-4332-B20A-26B677F87CAA}" dt="2025-03-11T18:23:49.219" v="238"/>
        <pc:sldMkLst>
          <pc:docMk/>
          <pc:sldMk cId="2724305972" sldId="259"/>
        </pc:sldMkLst>
      </pc:sldChg>
      <pc:sldChg chg="modSp mod">
        <pc:chgData name="Jackett, Stephen" userId="0bef1c98-69b1-48e4-bc92-135240dc0a47" providerId="ADAL" clId="{C9FE35C1-F305-4332-B20A-26B677F87CAA}" dt="2025-03-11T18:14:42.689" v="48" actId="108"/>
        <pc:sldMkLst>
          <pc:docMk/>
          <pc:sldMk cId="1882696579" sldId="261"/>
        </pc:sldMkLst>
      </pc:sldChg>
      <pc:sldChg chg="modSp mod">
        <pc:chgData name="Jackett, Stephen" userId="0bef1c98-69b1-48e4-bc92-135240dc0a47" providerId="ADAL" clId="{C9FE35C1-F305-4332-B20A-26B677F87CAA}" dt="2025-03-11T18:15:02.775" v="49"/>
        <pc:sldMkLst>
          <pc:docMk/>
          <pc:sldMk cId="1919210051" sldId="262"/>
        </pc:sldMkLst>
      </pc:sldChg>
      <pc:sldChg chg="modSp mod">
        <pc:chgData name="Jackett, Stephen" userId="0bef1c98-69b1-48e4-bc92-135240dc0a47" providerId="ADAL" clId="{C9FE35C1-F305-4332-B20A-26B677F87CAA}" dt="2025-03-11T18:15:24.612" v="50"/>
        <pc:sldMkLst>
          <pc:docMk/>
          <pc:sldMk cId="2692185011" sldId="263"/>
        </pc:sldMkLst>
      </pc:sldChg>
      <pc:sldChg chg="modSp mod modNotesTx">
        <pc:chgData name="Jackett, Stephen" userId="0bef1c98-69b1-48e4-bc92-135240dc0a47" providerId="ADAL" clId="{C9FE35C1-F305-4332-B20A-26B677F87CAA}" dt="2025-03-11T18:21:20.353" v="126" actId="20577"/>
        <pc:sldMkLst>
          <pc:docMk/>
          <pc:sldMk cId="1213963974" sldId="269"/>
        </pc:sldMkLst>
      </pc:sldChg>
      <pc:sldChg chg="modSp mod modNotesTx">
        <pc:chgData name="Jackett, Stephen" userId="0bef1c98-69b1-48e4-bc92-135240dc0a47" providerId="ADAL" clId="{C9FE35C1-F305-4332-B20A-26B677F87CAA}" dt="2025-03-11T18:22:38.959" v="192"/>
        <pc:sldMkLst>
          <pc:docMk/>
          <pc:sldMk cId="4105099557" sldId="270"/>
        </pc:sldMkLst>
      </pc:sldChg>
      <pc:sldChg chg="modSp mod modNotesTx">
        <pc:chgData name="Jackett, Stephen" userId="0bef1c98-69b1-48e4-bc92-135240dc0a47" providerId="ADAL" clId="{C9FE35C1-F305-4332-B20A-26B677F87CAA}" dt="2025-03-11T18:20:48.956" v="94" actId="20577"/>
        <pc:sldMkLst>
          <pc:docMk/>
          <pc:sldMk cId="724092529" sldId="274"/>
        </pc:sldMkLst>
      </pc:sldChg>
      <pc:sldChg chg="modSp mod modNotesTx">
        <pc:chgData name="Jackett, Stephen" userId="0bef1c98-69b1-48e4-bc92-135240dc0a47" providerId="ADAL" clId="{C9FE35C1-F305-4332-B20A-26B677F87CAA}" dt="2025-03-11T18:19:26.926" v="80"/>
        <pc:sldMkLst>
          <pc:docMk/>
          <pc:sldMk cId="1108492127" sldId="276"/>
        </pc:sldMkLst>
      </pc:sldChg>
      <pc:sldChg chg="modSp mod">
        <pc:chgData name="Jackett, Stephen" userId="0bef1c98-69b1-48e4-bc92-135240dc0a47" providerId="ADAL" clId="{C9FE35C1-F305-4332-B20A-26B677F87CAA}" dt="2025-03-11T18:16:51.757" v="63" actId="20577"/>
        <pc:sldMkLst>
          <pc:docMk/>
          <pc:sldMk cId="392814229" sldId="277"/>
        </pc:sldMkLst>
      </pc:sldChg>
      <pc:sldChg chg="modSp mod">
        <pc:chgData name="Jackett, Stephen" userId="0bef1c98-69b1-48e4-bc92-135240dc0a47" providerId="ADAL" clId="{C9FE35C1-F305-4332-B20A-26B677F87CAA}" dt="2025-03-11T18:14:15.287" v="46" actId="108"/>
        <pc:sldMkLst>
          <pc:docMk/>
          <pc:sldMk cId="3344193923" sldId="279"/>
        </pc:sldMkLst>
      </pc:sldChg>
      <pc:sldChg chg="modSp mod modNotesTx">
        <pc:chgData name="Jackett, Stephen" userId="0bef1c98-69b1-48e4-bc92-135240dc0a47" providerId="ADAL" clId="{C9FE35C1-F305-4332-B20A-26B677F87CAA}" dt="2025-03-11T18:23:07.500" v="223" actId="20577"/>
        <pc:sldMkLst>
          <pc:docMk/>
          <pc:sldMk cId="54691783" sldId="288"/>
        </pc:sldMkLst>
      </pc:sldChg>
      <pc:sldChg chg="modSp mod modNotesTx">
        <pc:chgData name="Jackett, Stephen" userId="0bef1c98-69b1-48e4-bc92-135240dc0a47" providerId="ADAL" clId="{C9FE35C1-F305-4332-B20A-26B677F87CAA}" dt="2025-03-11T18:23:15.109" v="237" actId="20577"/>
        <pc:sldMkLst>
          <pc:docMk/>
          <pc:sldMk cId="3302036192" sldId="290"/>
        </pc:sldMkLst>
      </pc:sldChg>
      <pc:sldChg chg="modSp mod modNotesTx">
        <pc:chgData name="Jackett, Stephen" userId="0bef1c98-69b1-48e4-bc92-135240dc0a47" providerId="ADAL" clId="{C9FE35C1-F305-4332-B20A-26B677F87CAA}" dt="2025-03-11T18:22:57.439" v="210" actId="20577"/>
        <pc:sldMkLst>
          <pc:docMk/>
          <pc:sldMk cId="3967556059" sldId="2147483621"/>
        </pc:sldMkLst>
      </pc:sldChg>
    </pc:docChg>
  </pc:docChgLst>
  <pc:docChgLst>
    <pc:chgData name="Jackett, Stephen" userId="0bef1c98-69b1-48e4-bc92-135240dc0a47" providerId="ADAL" clId="{6A9C5968-73F2-46AD-A9DD-7C49FE6CB9A2}"/>
    <pc:docChg chg="undo custSel modSld modMainMaster">
      <pc:chgData name="Jackett, Stephen" userId="0bef1c98-69b1-48e4-bc92-135240dc0a47" providerId="ADAL" clId="{6A9C5968-73F2-46AD-A9DD-7C49FE6CB9A2}" dt="2025-05-09T13:23:32.018" v="24" actId="20577"/>
      <pc:docMkLst>
        <pc:docMk/>
      </pc:docMkLst>
      <pc:sldChg chg="modSp mod">
        <pc:chgData name="Jackett, Stephen" userId="0bef1c98-69b1-48e4-bc92-135240dc0a47" providerId="ADAL" clId="{6A9C5968-73F2-46AD-A9DD-7C49FE6CB9A2}" dt="2025-05-09T13:16:37.533" v="8" actId="14100"/>
        <pc:sldMkLst>
          <pc:docMk/>
          <pc:sldMk cId="2024924336" sldId="257"/>
        </pc:sldMkLst>
      </pc:sldChg>
      <pc:sldChg chg="addSp delSp modSp">
        <pc:chgData name="Jackett, Stephen" userId="0bef1c98-69b1-48e4-bc92-135240dc0a47" providerId="ADAL" clId="{6A9C5968-73F2-46AD-A9DD-7C49FE6CB9A2}" dt="2025-05-09T13:21:58.603" v="18" actId="1076"/>
        <pc:sldMkLst>
          <pc:docMk/>
          <pc:sldMk cId="1882696579" sldId="261"/>
        </pc:sldMkLst>
      </pc:sldChg>
      <pc:sldChg chg="addSp delSp modSp">
        <pc:chgData name="Jackett, Stephen" userId="0bef1c98-69b1-48e4-bc92-135240dc0a47" providerId="ADAL" clId="{6A9C5968-73F2-46AD-A9DD-7C49FE6CB9A2}" dt="2025-05-09T13:22:22.115" v="20"/>
        <pc:sldMkLst>
          <pc:docMk/>
          <pc:sldMk cId="1919210051" sldId="262"/>
        </pc:sldMkLst>
      </pc:sldChg>
      <pc:sldChg chg="addSp delSp modSp">
        <pc:chgData name="Jackett, Stephen" userId="0bef1c98-69b1-48e4-bc92-135240dc0a47" providerId="ADAL" clId="{6A9C5968-73F2-46AD-A9DD-7C49FE6CB9A2}" dt="2025-05-09T13:22:40.869" v="22"/>
        <pc:sldMkLst>
          <pc:docMk/>
          <pc:sldMk cId="2692185011" sldId="263"/>
        </pc:sldMkLst>
      </pc:sldChg>
      <pc:sldChg chg="addSp delSp modSp mod">
        <pc:chgData name="Jackett, Stephen" userId="0bef1c98-69b1-48e4-bc92-135240dc0a47" providerId="ADAL" clId="{6A9C5968-73F2-46AD-A9DD-7C49FE6CB9A2}" dt="2025-05-09T13:20:14.239" v="14" actId="1076"/>
        <pc:sldMkLst>
          <pc:docMk/>
          <pc:sldMk cId="673620753" sldId="273"/>
        </pc:sldMkLst>
      </pc:sldChg>
      <pc:sldChg chg="modSp mod">
        <pc:chgData name="Jackett, Stephen" userId="0bef1c98-69b1-48e4-bc92-135240dc0a47" providerId="ADAL" clId="{6A9C5968-73F2-46AD-A9DD-7C49FE6CB9A2}" dt="2025-05-09T13:15:31.548" v="5" actId="20577"/>
        <pc:sldMkLst>
          <pc:docMk/>
          <pc:sldMk cId="392814229" sldId="277"/>
        </pc:sldMkLst>
      </pc:sldChg>
      <pc:sldMasterChg chg="modSldLayout">
        <pc:chgData name="Jackett, Stephen" userId="0bef1c98-69b1-48e4-bc92-135240dc0a47" providerId="ADAL" clId="{6A9C5968-73F2-46AD-A9DD-7C49FE6CB9A2}" dt="2025-05-09T13:23:32.018" v="24" actId="20577"/>
        <pc:sldMasterMkLst>
          <pc:docMk/>
          <pc:sldMasterMk cId="3751961532" sldId="2147483994"/>
        </pc:sldMasterMkLst>
        <pc:sldLayoutChg chg="modSp mod">
          <pc:chgData name="Jackett, Stephen" userId="0bef1c98-69b1-48e4-bc92-135240dc0a47" providerId="ADAL" clId="{6A9C5968-73F2-46AD-A9DD-7C49FE6CB9A2}" dt="2025-05-09T13:23:32.018" v="24" actId="20577"/>
          <pc:sldLayoutMkLst>
            <pc:docMk/>
            <pc:sldMasterMk cId="3751961532" sldId="2147483994"/>
            <pc:sldLayoutMk cId="3434534552" sldId="2147484036"/>
          </pc:sldLayoutMkLst>
        </pc:sldLayoutChg>
      </pc:sldMasterChg>
    </pc:docChg>
  </pc:docChgLst>
  <pc:docChgLst>
    <pc:chgData name="Jackett, Stephen" userId="0bef1c98-69b1-48e4-bc92-135240dc0a47" providerId="ADAL" clId="{97A2EACD-DFE8-4B36-B053-B7D861876633}"/>
    <pc:docChg chg="modMainMaster">
      <pc:chgData name="Jackett, Stephen" userId="0bef1c98-69b1-48e4-bc92-135240dc0a47" providerId="ADAL" clId="{97A2EACD-DFE8-4B36-B053-B7D861876633}" dt="2025-09-17T14:59:02.624" v="1" actId="20577"/>
      <pc:docMkLst>
        <pc:docMk/>
      </pc:docMkLst>
      <pc:sldMasterChg chg="modSldLayout">
        <pc:chgData name="Jackett, Stephen" userId="0bef1c98-69b1-48e4-bc92-135240dc0a47" providerId="ADAL" clId="{97A2EACD-DFE8-4B36-B053-B7D861876633}" dt="2025-09-17T14:59:02.624" v="1" actId="20577"/>
        <pc:sldMasterMkLst>
          <pc:docMk/>
          <pc:sldMasterMk cId="3751961532" sldId="2147483994"/>
        </pc:sldMasterMkLst>
        <pc:sldLayoutChg chg="modSp mod">
          <pc:chgData name="Jackett, Stephen" userId="0bef1c98-69b1-48e4-bc92-135240dc0a47" providerId="ADAL" clId="{97A2EACD-DFE8-4B36-B053-B7D861876633}" dt="2025-09-17T14:59:02.624" v="1" actId="20577"/>
          <pc:sldLayoutMkLst>
            <pc:docMk/>
            <pc:sldMasterMk cId="3751961532" sldId="2147483994"/>
            <pc:sldLayoutMk cId="3434534552" sldId="2147484036"/>
          </pc:sldLayoutMkLst>
          <pc:spChg chg="mod">
            <ac:chgData name="Jackett, Stephen" userId="0bef1c98-69b1-48e4-bc92-135240dc0a47" providerId="ADAL" clId="{97A2EACD-DFE8-4B36-B053-B7D861876633}" dt="2025-09-17T14:59:02.624" v="1" actId="20577"/>
            <ac:spMkLst>
              <pc:docMk/>
              <pc:sldMasterMk cId="3751961532" sldId="2147483994"/>
              <pc:sldLayoutMk cId="3434534552" sldId="2147484036"/>
              <ac:spMk id="13" creationId="{F5974BA7-AD04-7A43-81DD-B98B549B07CB}"/>
            </ac:spMkLst>
          </pc:spChg>
        </pc:sldLayoutChg>
      </pc:sldMasterChg>
    </pc:docChg>
  </pc:docChgLst>
  <pc:docChgLst>
    <pc:chgData name="Jackett, Stephen" userId="0bef1c98-69b1-48e4-bc92-135240dc0a47" providerId="ADAL" clId="{3DF98CC6-AFAF-4CD8-8913-53EC7520F35F}"/>
    <pc:docChg chg="undo custSel modSld">
      <pc:chgData name="Jackett, Stephen" userId="0bef1c98-69b1-48e4-bc92-135240dc0a47" providerId="ADAL" clId="{3DF98CC6-AFAF-4CD8-8913-53EC7520F35F}" dt="2025-09-11T16:12:59.541" v="469" actId="20577"/>
      <pc:docMkLst>
        <pc:docMk/>
      </pc:docMkLst>
      <pc:sldChg chg="addSp delSp modSp mod modNotesTx">
        <pc:chgData name="Jackett, Stephen" userId="0bef1c98-69b1-48e4-bc92-135240dc0a47" providerId="ADAL" clId="{3DF98CC6-AFAF-4CD8-8913-53EC7520F35F}" dt="2025-09-11T16:12:40.593" v="460" actId="20577"/>
        <pc:sldMkLst>
          <pc:docMk/>
          <pc:sldMk cId="1882696579" sldId="261"/>
        </pc:sldMkLst>
        <pc:spChg chg="mod">
          <ac:chgData name="Jackett, Stephen" userId="0bef1c98-69b1-48e4-bc92-135240dc0a47" providerId="ADAL" clId="{3DF98CC6-AFAF-4CD8-8913-53EC7520F35F}" dt="2025-09-11T15:59:22.320" v="391" actId="20577"/>
          <ac:spMkLst>
            <pc:docMk/>
            <pc:sldMk cId="1882696579" sldId="261"/>
            <ac:spMk id="4" creationId="{7FFC88ED-F186-4D0E-3F59-3C710D4D5AB9}"/>
          </ac:spMkLst>
        </pc:spChg>
        <pc:spChg chg="mod">
          <ac:chgData name="Jackett, Stephen" userId="0bef1c98-69b1-48e4-bc92-135240dc0a47" providerId="ADAL" clId="{3DF98CC6-AFAF-4CD8-8913-53EC7520F35F}" dt="2025-09-11T15:49:07.312" v="102" actId="20577"/>
          <ac:spMkLst>
            <pc:docMk/>
            <pc:sldMk cId="1882696579" sldId="261"/>
            <ac:spMk id="5" creationId="{19F7C060-7805-769C-6479-86EE2DD8145F}"/>
          </ac:spMkLst>
        </pc:spChg>
        <pc:spChg chg="mod">
          <ac:chgData name="Jackett, Stephen" userId="0bef1c98-69b1-48e4-bc92-135240dc0a47" providerId="ADAL" clId="{3DF98CC6-AFAF-4CD8-8913-53EC7520F35F}" dt="2025-09-11T15:59:26.296" v="393" actId="20577"/>
          <ac:spMkLst>
            <pc:docMk/>
            <pc:sldMk cId="1882696579" sldId="261"/>
            <ac:spMk id="6" creationId="{5E3AB457-96BB-56A6-0696-6510ADEC47C8}"/>
          </ac:spMkLst>
        </pc:spChg>
        <pc:spChg chg="mod topLvl">
          <ac:chgData name="Jackett, Stephen" userId="0bef1c98-69b1-48e4-bc92-135240dc0a47" providerId="ADAL" clId="{3DF98CC6-AFAF-4CD8-8913-53EC7520F35F}" dt="2025-09-11T16:07:25.824" v="434" actId="1076"/>
          <ac:spMkLst>
            <pc:docMk/>
            <pc:sldMk cId="1882696579" sldId="261"/>
            <ac:spMk id="8" creationId="{055F33D5-5ED5-5A56-3C09-3A7C8149640F}"/>
          </ac:spMkLst>
        </pc:spChg>
        <pc:spChg chg="mod topLvl">
          <ac:chgData name="Jackett, Stephen" userId="0bef1c98-69b1-48e4-bc92-135240dc0a47" providerId="ADAL" clId="{3DF98CC6-AFAF-4CD8-8913-53EC7520F35F}" dt="2025-09-11T16:07:25.824" v="434" actId="1076"/>
          <ac:spMkLst>
            <pc:docMk/>
            <pc:sldMk cId="1882696579" sldId="261"/>
            <ac:spMk id="9" creationId="{3CB18DFB-FD8E-B429-9829-A0639732ED51}"/>
          </ac:spMkLst>
        </pc:spChg>
        <pc:spChg chg="mod topLvl">
          <ac:chgData name="Jackett, Stephen" userId="0bef1c98-69b1-48e4-bc92-135240dc0a47" providerId="ADAL" clId="{3DF98CC6-AFAF-4CD8-8913-53EC7520F35F}" dt="2025-09-11T16:07:25.824" v="434" actId="1076"/>
          <ac:spMkLst>
            <pc:docMk/>
            <pc:sldMk cId="1882696579" sldId="261"/>
            <ac:spMk id="10" creationId="{CA79A071-E78A-445E-777F-58F1F5CB4502}"/>
          </ac:spMkLst>
        </pc:spChg>
        <pc:spChg chg="mod ord topLvl">
          <ac:chgData name="Jackett, Stephen" userId="0bef1c98-69b1-48e4-bc92-135240dc0a47" providerId="ADAL" clId="{3DF98CC6-AFAF-4CD8-8913-53EC7520F35F}" dt="2025-09-11T16:08:19.851" v="435" actId="208"/>
          <ac:spMkLst>
            <pc:docMk/>
            <pc:sldMk cId="1882696579" sldId="261"/>
            <ac:spMk id="13" creationId="{DC015B22-342C-5BF6-A6C6-D1285E9787F5}"/>
          </ac:spMkLst>
        </pc:spChg>
        <pc:spChg chg="mod ord topLvl">
          <ac:chgData name="Jackett, Stephen" userId="0bef1c98-69b1-48e4-bc92-135240dc0a47" providerId="ADAL" clId="{3DF98CC6-AFAF-4CD8-8913-53EC7520F35F}" dt="2025-09-11T16:08:40.372" v="436" actId="208"/>
          <ac:spMkLst>
            <pc:docMk/>
            <pc:sldMk cId="1882696579" sldId="261"/>
            <ac:spMk id="14" creationId="{25F986D2-30AF-451A-0772-F7CDFBBBB9DA}"/>
          </ac:spMkLst>
        </pc:spChg>
        <pc:spChg chg="mod topLvl">
          <ac:chgData name="Jackett, Stephen" userId="0bef1c98-69b1-48e4-bc92-135240dc0a47" providerId="ADAL" clId="{3DF98CC6-AFAF-4CD8-8913-53EC7520F35F}" dt="2025-09-11T16:07:25.824" v="434" actId="1076"/>
          <ac:spMkLst>
            <pc:docMk/>
            <pc:sldMk cId="1882696579" sldId="261"/>
            <ac:spMk id="15" creationId="{64146DD9-93B1-40AC-7390-B21450F7E9F1}"/>
          </ac:spMkLst>
        </pc:spChg>
        <pc:spChg chg="mod topLvl">
          <ac:chgData name="Jackett, Stephen" userId="0bef1c98-69b1-48e4-bc92-135240dc0a47" providerId="ADAL" clId="{3DF98CC6-AFAF-4CD8-8913-53EC7520F35F}" dt="2025-09-11T16:07:25.824" v="434" actId="1076"/>
          <ac:spMkLst>
            <pc:docMk/>
            <pc:sldMk cId="1882696579" sldId="261"/>
            <ac:spMk id="16" creationId="{762F3026-ECF8-7888-0C09-4B4B30C4FD80}"/>
          </ac:spMkLst>
        </pc:spChg>
        <pc:spChg chg="add mod">
          <ac:chgData name="Jackett, Stephen" userId="0bef1c98-69b1-48e4-bc92-135240dc0a47" providerId="ADAL" clId="{3DF98CC6-AFAF-4CD8-8913-53EC7520F35F}" dt="2025-09-11T16:08:51.544" v="438" actId="208"/>
          <ac:spMkLst>
            <pc:docMk/>
            <pc:sldMk cId="1882696579" sldId="261"/>
            <ac:spMk id="18" creationId="{E00E6AF9-091B-83C0-563E-B4BFDBA93D46}"/>
          </ac:spMkLst>
        </pc:spChg>
        <pc:spChg chg="add mod">
          <ac:chgData name="Jackett, Stephen" userId="0bef1c98-69b1-48e4-bc92-135240dc0a47" providerId="ADAL" clId="{3DF98CC6-AFAF-4CD8-8913-53EC7520F35F}" dt="2025-09-11T16:07:25.824" v="434" actId="1076"/>
          <ac:spMkLst>
            <pc:docMk/>
            <pc:sldMk cId="1882696579" sldId="261"/>
            <ac:spMk id="19" creationId="{DBC9ABFC-6531-CED8-F9F1-2B40DE99EC26}"/>
          </ac:spMkLst>
        </pc:spChg>
        <pc:picChg chg="mod topLvl">
          <ac:chgData name="Jackett, Stephen" userId="0bef1c98-69b1-48e4-bc92-135240dc0a47" providerId="ADAL" clId="{3DF98CC6-AFAF-4CD8-8913-53EC7520F35F}" dt="2025-09-11T15:56:32.862" v="301" actId="165"/>
          <ac:picMkLst>
            <pc:docMk/>
            <pc:sldMk cId="1882696579" sldId="261"/>
            <ac:picMk id="11" creationId="{D219DD96-CDF3-77B0-2C52-3DFB67213E7A}"/>
          </ac:picMkLst>
        </pc:picChg>
        <pc:picChg chg="mod topLvl">
          <ac:chgData name="Jackett, Stephen" userId="0bef1c98-69b1-48e4-bc92-135240dc0a47" providerId="ADAL" clId="{3DF98CC6-AFAF-4CD8-8913-53EC7520F35F}" dt="2025-09-11T16:07:25.824" v="434" actId="1076"/>
          <ac:picMkLst>
            <pc:docMk/>
            <pc:sldMk cId="1882696579" sldId="261"/>
            <ac:picMk id="12" creationId="{06F9640C-DF74-F246-82A8-051B221FF743}"/>
          </ac:picMkLst>
        </pc:picChg>
      </pc:sldChg>
      <pc:sldChg chg="modSp mod modNotesTx">
        <pc:chgData name="Jackett, Stephen" userId="0bef1c98-69b1-48e4-bc92-135240dc0a47" providerId="ADAL" clId="{3DF98CC6-AFAF-4CD8-8913-53EC7520F35F}" dt="2025-09-11T16:12:54.502" v="466" actId="20577"/>
        <pc:sldMkLst>
          <pc:docMk/>
          <pc:sldMk cId="1919210051" sldId="262"/>
        </pc:sldMkLst>
        <pc:spChg chg="mod">
          <ac:chgData name="Jackett, Stephen" userId="0bef1c98-69b1-48e4-bc92-135240dc0a47" providerId="ADAL" clId="{3DF98CC6-AFAF-4CD8-8913-53EC7520F35F}" dt="2025-09-11T16:00:49.168" v="406" actId="20577"/>
          <ac:spMkLst>
            <pc:docMk/>
            <pc:sldMk cId="1919210051" sldId="262"/>
            <ac:spMk id="2" creationId="{6EAB10D7-2CB8-B87E-271D-FFB88AEA5CB5}"/>
          </ac:spMkLst>
        </pc:spChg>
        <pc:spChg chg="mod">
          <ac:chgData name="Jackett, Stephen" userId="0bef1c98-69b1-48e4-bc92-135240dc0a47" providerId="ADAL" clId="{3DF98CC6-AFAF-4CD8-8913-53EC7520F35F}" dt="2025-09-11T16:06:10.669" v="422"/>
          <ac:spMkLst>
            <pc:docMk/>
            <pc:sldMk cId="1919210051" sldId="262"/>
            <ac:spMk id="4" creationId="{1EF1B79E-80EE-67EE-9A04-B93B2D56411A}"/>
          </ac:spMkLst>
        </pc:spChg>
        <pc:spChg chg="mod">
          <ac:chgData name="Jackett, Stephen" userId="0bef1c98-69b1-48e4-bc92-135240dc0a47" providerId="ADAL" clId="{3DF98CC6-AFAF-4CD8-8913-53EC7520F35F}" dt="2025-09-11T16:07:02.603" v="432" actId="1076"/>
          <ac:spMkLst>
            <pc:docMk/>
            <pc:sldMk cId="1919210051" sldId="262"/>
            <ac:spMk id="8" creationId="{F45E3BCA-7389-177D-72F6-986D08108A23}"/>
          </ac:spMkLst>
        </pc:spChg>
        <pc:spChg chg="mod">
          <ac:chgData name="Jackett, Stephen" userId="0bef1c98-69b1-48e4-bc92-135240dc0a47" providerId="ADAL" clId="{3DF98CC6-AFAF-4CD8-8913-53EC7520F35F}" dt="2025-09-11T16:07:02.603" v="432" actId="1076"/>
          <ac:spMkLst>
            <pc:docMk/>
            <pc:sldMk cId="1919210051" sldId="262"/>
            <ac:spMk id="9" creationId="{D5023F3B-16C8-1471-91FE-8F01CE5AA5F1}"/>
          </ac:spMkLst>
        </pc:spChg>
        <pc:spChg chg="mod">
          <ac:chgData name="Jackett, Stephen" userId="0bef1c98-69b1-48e4-bc92-135240dc0a47" providerId="ADAL" clId="{3DF98CC6-AFAF-4CD8-8913-53EC7520F35F}" dt="2025-09-11T16:07:02.603" v="432" actId="1076"/>
          <ac:spMkLst>
            <pc:docMk/>
            <pc:sldMk cId="1919210051" sldId="262"/>
            <ac:spMk id="11" creationId="{AE362768-56F1-5738-406C-1E16F903E274}"/>
          </ac:spMkLst>
        </pc:spChg>
        <pc:spChg chg="mod">
          <ac:chgData name="Jackett, Stephen" userId="0bef1c98-69b1-48e4-bc92-135240dc0a47" providerId="ADAL" clId="{3DF98CC6-AFAF-4CD8-8913-53EC7520F35F}" dt="2025-09-11T16:07:02.603" v="432" actId="1076"/>
          <ac:spMkLst>
            <pc:docMk/>
            <pc:sldMk cId="1919210051" sldId="262"/>
            <ac:spMk id="12" creationId="{8A6C02D4-1580-F6E0-507D-4D77B4C5BEDB}"/>
          </ac:spMkLst>
        </pc:spChg>
        <pc:grpChg chg="mod">
          <ac:chgData name="Jackett, Stephen" userId="0bef1c98-69b1-48e4-bc92-135240dc0a47" providerId="ADAL" clId="{3DF98CC6-AFAF-4CD8-8913-53EC7520F35F}" dt="2025-09-11T16:07:02.603" v="432" actId="1076"/>
          <ac:grpSpMkLst>
            <pc:docMk/>
            <pc:sldMk cId="1919210051" sldId="262"/>
            <ac:grpSpMk id="6" creationId="{CF183206-DCAF-A3E2-B741-3C1882ED4052}"/>
          </ac:grpSpMkLst>
        </pc:grpChg>
        <pc:picChg chg="mod">
          <ac:chgData name="Jackett, Stephen" userId="0bef1c98-69b1-48e4-bc92-135240dc0a47" providerId="ADAL" clId="{3DF98CC6-AFAF-4CD8-8913-53EC7520F35F}" dt="2025-09-11T16:07:02.603" v="432" actId="1076"/>
          <ac:picMkLst>
            <pc:docMk/>
            <pc:sldMk cId="1919210051" sldId="262"/>
            <ac:picMk id="10" creationId="{B0F524BC-E73D-AD80-9D61-F102D8BDAF83}"/>
          </ac:picMkLst>
        </pc:picChg>
      </pc:sldChg>
      <pc:sldChg chg="modSp mod modNotesTx">
        <pc:chgData name="Jackett, Stephen" userId="0bef1c98-69b1-48e4-bc92-135240dc0a47" providerId="ADAL" clId="{3DF98CC6-AFAF-4CD8-8913-53EC7520F35F}" dt="2025-09-11T16:12:59.541" v="469" actId="20577"/>
        <pc:sldMkLst>
          <pc:docMk/>
          <pc:sldMk cId="2692185011" sldId="263"/>
        </pc:sldMkLst>
        <pc:spChg chg="mod">
          <ac:chgData name="Jackett, Stephen" userId="0bef1c98-69b1-48e4-bc92-135240dc0a47" providerId="ADAL" clId="{3DF98CC6-AFAF-4CD8-8913-53EC7520F35F}" dt="2025-09-11T16:12:00.145" v="455" actId="20577"/>
          <ac:spMkLst>
            <pc:docMk/>
            <pc:sldMk cId="2692185011" sldId="263"/>
            <ac:spMk id="2" creationId="{3AC41D4B-3088-F15F-48B8-69381F4D81AE}"/>
          </ac:spMkLst>
        </pc:spChg>
        <pc:spChg chg="mod">
          <ac:chgData name="Jackett, Stephen" userId="0bef1c98-69b1-48e4-bc92-135240dc0a47" providerId="ADAL" clId="{3DF98CC6-AFAF-4CD8-8913-53EC7520F35F}" dt="2025-09-11T16:12:09.986" v="457" actId="20577"/>
          <ac:spMkLst>
            <pc:docMk/>
            <pc:sldMk cId="2692185011" sldId="263"/>
            <ac:spMk id="4" creationId="{887DBC68-E6E4-F746-AF1A-058E99F8C7D0}"/>
          </ac:spMkLst>
        </pc:spChg>
        <pc:spChg chg="mod">
          <ac:chgData name="Jackett, Stephen" userId="0bef1c98-69b1-48e4-bc92-135240dc0a47" providerId="ADAL" clId="{3DF98CC6-AFAF-4CD8-8913-53EC7520F35F}" dt="2025-09-11T16:11:06.721" v="445" actId="20577"/>
          <ac:spMkLst>
            <pc:docMk/>
            <pc:sldMk cId="2692185011" sldId="263"/>
            <ac:spMk id="5" creationId="{9E0CCFC0-438C-0DF6-122C-7F0483A97BCC}"/>
          </ac:spMkLst>
        </pc:spChg>
        <pc:spChg chg="mod">
          <ac:chgData name="Jackett, Stephen" userId="0bef1c98-69b1-48e4-bc92-135240dc0a47" providerId="ADAL" clId="{3DF98CC6-AFAF-4CD8-8913-53EC7520F35F}" dt="2025-09-11T16:11:39.197" v="451" actId="20577"/>
          <ac:spMkLst>
            <pc:docMk/>
            <pc:sldMk cId="2692185011" sldId="263"/>
            <ac:spMk id="9" creationId="{108F7866-49F7-D8B6-74CD-A1E34DDBE005}"/>
          </ac:spMkLst>
        </pc:spChg>
      </pc:sldChg>
      <pc:sldChg chg="modSp mod">
        <pc:chgData name="Jackett, Stephen" userId="0bef1c98-69b1-48e4-bc92-135240dc0a47" providerId="ADAL" clId="{3DF98CC6-AFAF-4CD8-8913-53EC7520F35F}" dt="2025-09-11T15:34:25.444" v="16" actId="20577"/>
        <pc:sldMkLst>
          <pc:docMk/>
          <pc:sldMk cId="392814229" sldId="277"/>
        </pc:sldMkLst>
        <pc:spChg chg="mod">
          <ac:chgData name="Jackett, Stephen" userId="0bef1c98-69b1-48e4-bc92-135240dc0a47" providerId="ADAL" clId="{3DF98CC6-AFAF-4CD8-8913-53EC7520F35F}" dt="2025-09-11T15:34:25.444" v="16" actId="20577"/>
          <ac:spMkLst>
            <pc:docMk/>
            <pc:sldMk cId="392814229" sldId="277"/>
            <ac:spMk id="2" creationId="{25AD458A-1352-B9FC-2354-0057B6D34F9D}"/>
          </ac:spMkLst>
        </pc:spChg>
      </pc:sldChg>
      <pc:sldChg chg="addSp delSp modSp mod modNotesTx">
        <pc:chgData name="Jackett, Stephen" userId="0bef1c98-69b1-48e4-bc92-135240dc0a47" providerId="ADAL" clId="{3DF98CC6-AFAF-4CD8-8913-53EC7520F35F}" dt="2025-09-11T16:12:46.185" v="463" actId="20577"/>
        <pc:sldMkLst>
          <pc:docMk/>
          <pc:sldMk cId="3344193923" sldId="279"/>
        </pc:sldMkLst>
        <pc:spChg chg="mod">
          <ac:chgData name="Jackett, Stephen" userId="0bef1c98-69b1-48e4-bc92-135240dc0a47" providerId="ADAL" clId="{3DF98CC6-AFAF-4CD8-8913-53EC7520F35F}" dt="2025-09-11T15:35:13.314" v="20" actId="20577"/>
          <ac:spMkLst>
            <pc:docMk/>
            <pc:sldMk cId="3344193923" sldId="279"/>
            <ac:spMk id="2" creationId="{331654D8-A185-D8DB-3661-C3BADACA9471}"/>
          </ac:spMkLst>
        </pc:spChg>
        <pc:spChg chg="mod">
          <ac:chgData name="Jackett, Stephen" userId="0bef1c98-69b1-48e4-bc92-135240dc0a47" providerId="ADAL" clId="{3DF98CC6-AFAF-4CD8-8913-53EC7520F35F}" dt="2025-09-11T15:41:48.512" v="53" actId="20577"/>
          <ac:spMkLst>
            <pc:docMk/>
            <pc:sldMk cId="3344193923" sldId="279"/>
            <ac:spMk id="8" creationId="{5614485D-CF0C-75DB-CDD0-EBD96619F994}"/>
          </ac:spMkLst>
        </pc:spChg>
        <pc:spChg chg="mod">
          <ac:chgData name="Jackett, Stephen" userId="0bef1c98-69b1-48e4-bc92-135240dc0a47" providerId="ADAL" clId="{3DF98CC6-AFAF-4CD8-8913-53EC7520F35F}" dt="2025-09-11T15:36:56.894" v="25" actId="20577"/>
          <ac:spMkLst>
            <pc:docMk/>
            <pc:sldMk cId="3344193923" sldId="279"/>
            <ac:spMk id="9" creationId="{D88D1150-DCC6-154B-CD24-13B7A46ABE12}"/>
          </ac:spMkLst>
        </pc:spChg>
        <pc:spChg chg="mod">
          <ac:chgData name="Jackett, Stephen" userId="0bef1c98-69b1-48e4-bc92-135240dc0a47" providerId="ADAL" clId="{3DF98CC6-AFAF-4CD8-8913-53EC7520F35F}" dt="2025-09-11T15:39:26.283" v="34" actId="20577"/>
          <ac:spMkLst>
            <pc:docMk/>
            <pc:sldMk cId="3344193923" sldId="279"/>
            <ac:spMk id="10" creationId="{A36783B1-9F12-5A6F-4302-9CCFC09CEEED}"/>
          </ac:spMkLst>
        </pc:spChg>
        <pc:spChg chg="mod">
          <ac:chgData name="Jackett, Stephen" userId="0bef1c98-69b1-48e4-bc92-135240dc0a47" providerId="ADAL" clId="{3DF98CC6-AFAF-4CD8-8913-53EC7520F35F}" dt="2025-09-11T15:40:28.461" v="43" actId="20577"/>
          <ac:spMkLst>
            <pc:docMk/>
            <pc:sldMk cId="3344193923" sldId="279"/>
            <ac:spMk id="11" creationId="{8ACFBB10-8705-E435-9A87-F5A52476F169}"/>
          </ac:spMkLst>
        </pc:spChg>
        <pc:spChg chg="mod">
          <ac:chgData name="Jackett, Stephen" userId="0bef1c98-69b1-48e4-bc92-135240dc0a47" providerId="ADAL" clId="{3DF98CC6-AFAF-4CD8-8913-53EC7520F35F}" dt="2025-09-11T15:40:49.830" v="47" actId="20577"/>
          <ac:spMkLst>
            <pc:docMk/>
            <pc:sldMk cId="3344193923" sldId="279"/>
            <ac:spMk id="12" creationId="{D3CA3519-1C08-F298-D64A-226021A67510}"/>
          </ac:spMkLst>
        </pc:spChg>
        <pc:spChg chg="mod">
          <ac:chgData name="Jackett, Stephen" userId="0bef1c98-69b1-48e4-bc92-135240dc0a47" providerId="ADAL" clId="{3DF98CC6-AFAF-4CD8-8913-53EC7520F35F}" dt="2025-09-11T15:40:07.520" v="38" actId="113"/>
          <ac:spMkLst>
            <pc:docMk/>
            <pc:sldMk cId="3344193923" sldId="279"/>
            <ac:spMk id="13" creationId="{A0C5BBD7-49FC-4A43-6B6F-EF7FCD64931D}"/>
          </ac:spMkLst>
        </pc:spChg>
        <pc:spChg chg="mod">
          <ac:chgData name="Jackett, Stephen" userId="0bef1c98-69b1-48e4-bc92-135240dc0a47" providerId="ADAL" clId="{3DF98CC6-AFAF-4CD8-8913-53EC7520F35F}" dt="2025-09-11T15:39:52.567" v="37" actId="108"/>
          <ac:spMkLst>
            <pc:docMk/>
            <pc:sldMk cId="3344193923" sldId="279"/>
            <ac:spMk id="16" creationId="{6736564F-7A06-9357-B584-E88675B75FAB}"/>
          </ac:spMkLst>
        </pc:spChg>
        <pc:spChg chg="mod">
          <ac:chgData name="Jackett, Stephen" userId="0bef1c98-69b1-48e4-bc92-135240dc0a47" providerId="ADAL" clId="{3DF98CC6-AFAF-4CD8-8913-53EC7520F35F}" dt="2025-09-11T15:40:36.576" v="45" actId="108"/>
          <ac:spMkLst>
            <pc:docMk/>
            <pc:sldMk cId="3344193923" sldId="279"/>
            <ac:spMk id="17" creationId="{9CEB3F3E-AE7B-E25D-672A-BD5FB5C47AEB}"/>
          </ac:spMkLst>
        </pc:spChg>
        <pc:spChg chg="mod">
          <ac:chgData name="Jackett, Stephen" userId="0bef1c98-69b1-48e4-bc92-135240dc0a47" providerId="ADAL" clId="{3DF98CC6-AFAF-4CD8-8913-53EC7520F35F}" dt="2025-09-11T15:41:14.065" v="50" actId="108"/>
          <ac:spMkLst>
            <pc:docMk/>
            <pc:sldMk cId="3344193923" sldId="279"/>
            <ac:spMk id="18" creationId="{89012DA2-07C6-3348-9608-85DF9E9B4F5B}"/>
          </ac:spMkLst>
        </pc:spChg>
        <pc:picChg chg="mod">
          <ac:chgData name="Jackett, Stephen" userId="0bef1c98-69b1-48e4-bc92-135240dc0a47" providerId="ADAL" clId="{3DF98CC6-AFAF-4CD8-8913-53EC7520F35F}" dt="2025-09-11T15:45:08.956" v="95" actId="1038"/>
          <ac:picMkLst>
            <pc:docMk/>
            <pc:sldMk cId="3344193923" sldId="279"/>
            <ac:picMk id="15" creationId="{F23DC398-FB17-8C0B-7A03-86016CA01EA5}"/>
          </ac:picMkLst>
        </pc:picChg>
      </pc:sldChg>
    </pc:docChg>
  </pc:docChgLst>
  <pc:docChgLst>
    <pc:chgData name="Jackett, Stephen" userId="0bef1c98-69b1-48e4-bc92-135240dc0a47" providerId="ADAL" clId="{0B22F565-BBB8-4236-8480-45193668518B}"/>
    <pc:docChg chg="custSel addSld modSld modMainMaster">
      <pc:chgData name="Jackett, Stephen" userId="0bef1c98-69b1-48e4-bc92-135240dc0a47" providerId="ADAL" clId="{0B22F565-BBB8-4236-8480-45193668518B}" dt="2025-03-10T15:05:44.220" v="94" actId="478"/>
      <pc:docMkLst>
        <pc:docMk/>
      </pc:docMkLst>
      <pc:sldChg chg="delSp modSp new mod modClrScheme chgLayout">
        <pc:chgData name="Jackett, Stephen" userId="0bef1c98-69b1-48e4-bc92-135240dc0a47" providerId="ADAL" clId="{0B22F565-BBB8-4236-8480-45193668518B}" dt="2025-03-10T15:05:44.220" v="94" actId="478"/>
        <pc:sldMkLst>
          <pc:docMk/>
          <pc:sldMk cId="502796867" sldId="264"/>
        </pc:sldMkLst>
      </pc:sldChg>
      <pc:sldChg chg="modSp mod">
        <pc:chgData name="Jackett, Stephen" userId="0bef1c98-69b1-48e4-bc92-135240dc0a47" providerId="ADAL" clId="{0B22F565-BBB8-4236-8480-45193668518B}" dt="2025-03-06T18:00:11.611" v="0" actId="20577"/>
        <pc:sldMkLst>
          <pc:docMk/>
          <pc:sldMk cId="936439989" sldId="265"/>
        </pc:sldMkLst>
      </pc:sldChg>
      <pc:sldChg chg="modTransition">
        <pc:chgData name="Jackett, Stephen" userId="0bef1c98-69b1-48e4-bc92-135240dc0a47" providerId="ADAL" clId="{0B22F565-BBB8-4236-8480-45193668518B}" dt="2025-03-06T19:19:01.655" v="9"/>
        <pc:sldMkLst>
          <pc:docMk/>
          <pc:sldMk cId="1213963974" sldId="269"/>
        </pc:sldMkLst>
      </pc:sldChg>
      <pc:sldChg chg="modSp mod">
        <pc:chgData name="Jackett, Stephen" userId="0bef1c98-69b1-48e4-bc92-135240dc0a47" providerId="ADAL" clId="{0B22F565-BBB8-4236-8480-45193668518B}" dt="2025-03-06T18:03:00.436" v="6" actId="5793"/>
        <pc:sldMkLst>
          <pc:docMk/>
          <pc:sldMk cId="4096916883" sldId="272"/>
        </pc:sldMkLst>
      </pc:sldChg>
      <pc:sldChg chg="modSp mod">
        <pc:chgData name="Jackett, Stephen" userId="0bef1c98-69b1-48e4-bc92-135240dc0a47" providerId="ADAL" clId="{0B22F565-BBB8-4236-8480-45193668518B}" dt="2025-03-06T18:04:08.661" v="8" actId="20577"/>
        <pc:sldMkLst>
          <pc:docMk/>
          <pc:sldMk cId="673620753" sldId="273"/>
        </pc:sldMkLst>
      </pc:sldChg>
      <pc:sldChg chg="modTransition">
        <pc:chgData name="Jackett, Stephen" userId="0bef1c98-69b1-48e4-bc92-135240dc0a47" providerId="ADAL" clId="{0B22F565-BBB8-4236-8480-45193668518B}" dt="2025-03-06T19:19:03.627" v="10"/>
        <pc:sldMkLst>
          <pc:docMk/>
          <pc:sldMk cId="3302036192" sldId="290"/>
        </pc:sldMkLst>
      </pc:sldChg>
      <pc:sldMasterChg chg="modSldLayout">
        <pc:chgData name="Jackett, Stephen" userId="0bef1c98-69b1-48e4-bc92-135240dc0a47" providerId="ADAL" clId="{0B22F565-BBB8-4236-8480-45193668518B}" dt="2025-03-10T15:05:21.868" v="93" actId="948"/>
        <pc:sldMasterMkLst>
          <pc:docMk/>
          <pc:sldMasterMk cId="3751961532" sldId="2147483994"/>
        </pc:sldMasterMkLst>
        <pc:sldLayoutChg chg="modSp mod">
          <pc:chgData name="Jackett, Stephen" userId="0bef1c98-69b1-48e4-bc92-135240dc0a47" providerId="ADAL" clId="{0B22F565-BBB8-4236-8480-45193668518B}" dt="2025-03-10T15:05:21.868" v="93" actId="948"/>
          <pc:sldLayoutMkLst>
            <pc:docMk/>
            <pc:sldMasterMk cId="3751961532" sldId="2147483994"/>
            <pc:sldLayoutMk cId="3434534552" sldId="2147484036"/>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B92D82-DD40-D190-F54F-73108D65B2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C9E0809-0579-ECA6-B959-83DBE12C0B6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CBCD86-B713-46CA-855A-96E09A86158B}" type="datetimeFigureOut">
              <a:rPr lang="en-US" smtClean="0"/>
              <a:t>9/17/2025</a:t>
            </a:fld>
            <a:endParaRPr lang="en-US"/>
          </a:p>
        </p:txBody>
      </p:sp>
      <p:sp>
        <p:nvSpPr>
          <p:cNvPr id="4" name="Footer Placeholder 3">
            <a:extLst>
              <a:ext uri="{FF2B5EF4-FFF2-40B4-BE49-F238E27FC236}">
                <a16:creationId xmlns:a16="http://schemas.microsoft.com/office/drawing/2014/main" id="{8ECD8669-4E51-2EFA-E666-C87EE30C5E8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2E943E8-C6D3-67AB-30DA-74F58FCD73A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A1804C4-C26C-419B-A2EE-B336490484AA}" type="slidenum">
              <a:rPr lang="en-US" smtClean="0"/>
              <a:t>‹#›</a:t>
            </a:fld>
            <a:endParaRPr lang="en-US"/>
          </a:p>
        </p:txBody>
      </p:sp>
    </p:spTree>
    <p:extLst>
      <p:ext uri="{BB962C8B-B14F-4D97-AF65-F5344CB8AC3E}">
        <p14:creationId xmlns:p14="http://schemas.microsoft.com/office/powerpoint/2010/main" val="3205842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046AC-EED7-41FA-BDCA-83492A3F0D00}" type="datetimeFigureOut">
              <a:rPr lang="en-US" smtClean="0"/>
              <a:t>9/17/2025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C1F7A6-E4FD-484E-8613-78401007607F}" type="slidenum">
              <a:rPr lang="en-US" smtClean="0"/>
              <a:t>‹#›</a:t>
            </a:fld>
            <a:endParaRPr lang="en-US"/>
          </a:p>
        </p:txBody>
      </p:sp>
    </p:spTree>
    <p:extLst>
      <p:ext uri="{BB962C8B-B14F-4D97-AF65-F5344CB8AC3E}">
        <p14:creationId xmlns:p14="http://schemas.microsoft.com/office/powerpoint/2010/main" val="996927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solidFill>
                  <a:schemeClr val="bg1"/>
                </a:solidFill>
                <a:latin typeface="Montserrat" panose="00000500000000000000" pitchFamily="2" charset="0"/>
              </a:rPr>
              <a:t>PLEASE NOTE THIS DOCUMENT IS A TEMPLATE THAT IS NOT TO BE DISTRIBUTED EXTERNALLY. ANY DERIVATIVE CONTENT DEVELOPED USING THIS TEMPLATE (IN WHOLE OR IN PART) MUST UNDERGO APPROPRIATE INTERNAL REVIEW AND APPROVAL PROCESS.</a:t>
            </a:r>
            <a:endParaRPr lang="en-IE" sz="1200" b="1" dirty="0">
              <a:solidFill>
                <a:schemeClr val="bg1"/>
              </a:solidFill>
              <a:latin typeface="Montserrat" panose="00000500000000000000" pitchFamily="2" charset="0"/>
            </a:endParaRPr>
          </a:p>
        </p:txBody>
      </p:sp>
      <p:sp>
        <p:nvSpPr>
          <p:cNvPr id="4" name="Slide Number Placeholder 3"/>
          <p:cNvSpPr>
            <a:spLocks noGrp="1"/>
          </p:cNvSpPr>
          <p:nvPr>
            <p:ph type="sldNum" sz="quarter" idx="5"/>
          </p:nvPr>
        </p:nvSpPr>
        <p:spPr/>
        <p:txBody>
          <a:bodyPr/>
          <a:lstStyle/>
          <a:p>
            <a:fld id="{8CC1F7A6-E4FD-484E-8613-78401007607F}" type="slidenum">
              <a:rPr lang="en-US" smtClean="0"/>
              <a:t>2</a:t>
            </a:fld>
            <a:endParaRPr lang="en-US"/>
          </a:p>
        </p:txBody>
      </p:sp>
    </p:spTree>
    <p:extLst>
      <p:ext uri="{BB962C8B-B14F-4D97-AF65-F5344CB8AC3E}">
        <p14:creationId xmlns:p14="http://schemas.microsoft.com/office/powerpoint/2010/main" val="247911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1 slides provide a high-level overview of Organon’s core business and should be included in most presentations. </a:t>
            </a:r>
          </a:p>
        </p:txBody>
      </p:sp>
      <p:sp>
        <p:nvSpPr>
          <p:cNvPr id="4" name="Slide Number Placeholder 3"/>
          <p:cNvSpPr>
            <a:spLocks noGrp="1"/>
          </p:cNvSpPr>
          <p:nvPr>
            <p:ph type="sldNum" sz="quarter" idx="5"/>
          </p:nvPr>
        </p:nvSpPr>
        <p:spPr/>
        <p:txBody>
          <a:bodyPr/>
          <a:lstStyle/>
          <a:p>
            <a:fld id="{8CC1F7A6-E4FD-484E-8613-78401007607F}" type="slidenum">
              <a:rPr lang="en-US" smtClean="0"/>
              <a:t>3</a:t>
            </a:fld>
            <a:endParaRPr lang="en-US"/>
          </a:p>
        </p:txBody>
      </p:sp>
    </p:spTree>
    <p:extLst>
      <p:ext uri="{BB962C8B-B14F-4D97-AF65-F5344CB8AC3E}">
        <p14:creationId xmlns:p14="http://schemas.microsoft.com/office/powerpoint/2010/main" val="36944511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endParaRPr lang="en-US"/>
          </a:p>
        </p:txBody>
      </p:sp>
      <p:sp>
        <p:nvSpPr>
          <p:cNvPr id="4" name="Header Placeholder 3"/>
          <p:cNvSpPr>
            <a:spLocks noGrp="1"/>
          </p:cNvSpPr>
          <p:nvPr>
            <p:ph type="hdr" sz="quarter"/>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7892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39290F-5AC1-B7B4-7D8E-E847D22074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2F588A-1C50-2DD7-5DA4-E0D6450BCB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935C5F-EF2A-447B-9E96-6FB7B3E7C0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1A64EB0-DE3D-3F40-7159-F2F0E015ED57}"/>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562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EAAA6-C20C-F5E2-C454-6FE87E871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5514F6-FD19-BCFF-2384-75B4B56E5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AEBAC7-4E81-244A-419D-98BB4ED9F9E4}"/>
              </a:ext>
            </a:extLst>
          </p:cNvPr>
          <p:cNvSpPr>
            <a:spLocks noGrp="1"/>
          </p:cNvSpPr>
          <p:nvPr>
            <p:ph type="body" idx="1"/>
          </p:nvPr>
        </p:nvSpPr>
        <p:spPr/>
        <p:txBody>
          <a:bodyPr/>
          <a:lstStyle/>
          <a:p>
            <a:r>
              <a:rPr lang="en-US"/>
              <a:t>Content derived from corporate narrative and website</a:t>
            </a:r>
          </a:p>
        </p:txBody>
      </p:sp>
      <p:sp>
        <p:nvSpPr>
          <p:cNvPr id="4" name="Slide Number Placeholder 3">
            <a:extLst>
              <a:ext uri="{FF2B5EF4-FFF2-40B4-BE49-F238E27FC236}">
                <a16:creationId xmlns:a16="http://schemas.microsoft.com/office/drawing/2014/main" id="{60FD060B-B7FB-F16A-A9B7-13B37C6C8C89}"/>
              </a:ext>
            </a:extLst>
          </p:cNvPr>
          <p:cNvSpPr>
            <a:spLocks noGrp="1"/>
          </p:cNvSpPr>
          <p:nvPr>
            <p:ph type="sldNum" sz="quarter" idx="5"/>
          </p:nvPr>
        </p:nvSpPr>
        <p:spPr/>
        <p:txBody>
          <a:bodyPr/>
          <a:lstStyle/>
          <a:p>
            <a:fld id="{8CC1F7A6-E4FD-484E-8613-78401007607F}" type="slidenum">
              <a:rPr lang="en-US" smtClean="0"/>
              <a:t>6</a:t>
            </a:fld>
            <a:endParaRPr lang="en-US"/>
          </a:p>
        </p:txBody>
      </p:sp>
    </p:spTree>
    <p:extLst>
      <p:ext uri="{BB962C8B-B14F-4D97-AF65-F5344CB8AC3E}">
        <p14:creationId xmlns:p14="http://schemas.microsoft.com/office/powerpoint/2010/main" val="1740075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Content adapted from ORD narrative</a:t>
            </a:r>
          </a:p>
        </p:txBody>
      </p:sp>
    </p:spTree>
    <p:extLst>
      <p:ext uri="{BB962C8B-B14F-4D97-AF65-F5344CB8AC3E}">
        <p14:creationId xmlns:p14="http://schemas.microsoft.com/office/powerpoint/2010/main" val="34146015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4757C-F17D-8BB0-BDA2-0EC33641E3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813C4-DE99-FC83-AB12-4BAF7F6B6A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55CD8-0B0B-02CB-1F17-86BE7EA7925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Content from </a:t>
            </a:r>
            <a:r>
              <a:rPr lang="en-US" b="0" i="0">
                <a:solidFill>
                  <a:srgbClr val="1D1D1D"/>
                </a:solidFill>
                <a:effectLst/>
                <a:latin typeface="Arial" panose="020B0604020202020204" pitchFamily="34" charset="0"/>
              </a:rPr>
              <a:t>US-NON-110767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1D1D1D"/>
                </a:solidFill>
                <a:effectLst/>
                <a:latin typeface="Arial" panose="020B0604020202020204" pitchFamily="34" charset="0"/>
              </a:rPr>
              <a:t>Data points should be rechecked for current business conditions.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1D1D1D"/>
              </a:solidFill>
              <a:effectLst/>
              <a:latin typeface="Arial" panose="020B0604020202020204" pitchFamily="34" charset="0"/>
            </a:endParaRPr>
          </a:p>
          <a:p>
            <a:endParaRPr lang="en-US"/>
          </a:p>
        </p:txBody>
      </p:sp>
      <p:sp>
        <p:nvSpPr>
          <p:cNvPr id="4" name="Header Placeholder 3">
            <a:extLst>
              <a:ext uri="{FF2B5EF4-FFF2-40B4-BE49-F238E27FC236}">
                <a16:creationId xmlns:a16="http://schemas.microsoft.com/office/drawing/2014/main" id="{324E9B95-E771-D42A-91F9-6402B0D209B6}"/>
              </a:ext>
            </a:extLst>
          </p:cNvPr>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a:extLst>
              <a:ext uri="{FF2B5EF4-FFF2-40B4-BE49-F238E27FC236}">
                <a16:creationId xmlns:a16="http://schemas.microsoft.com/office/drawing/2014/main" id="{C4AA5215-C8AB-7834-735E-BDB6411FE4EC}"/>
              </a:ext>
            </a:extLst>
          </p:cNvPr>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a:extLst>
              <a:ext uri="{FF2B5EF4-FFF2-40B4-BE49-F238E27FC236}">
                <a16:creationId xmlns:a16="http://schemas.microsoft.com/office/drawing/2014/main" id="{904B9A4C-1356-C0F1-9405-39089D17CDFE}"/>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94532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1DA43-24C3-DFB8-3B59-D52FA5C604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EAC934-405C-0EFA-4726-CABD3E174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EB2741-4FB7-3D63-2D02-78A522511B6A}"/>
              </a:ext>
            </a:extLst>
          </p:cNvPr>
          <p:cNvSpPr>
            <a:spLocks noGrp="1"/>
          </p:cNvSpPr>
          <p:nvPr>
            <p:ph type="body" idx="1"/>
          </p:nvPr>
        </p:nvSpPr>
        <p:spPr/>
        <p:txBody>
          <a:bodyPr/>
          <a:lstStyle/>
          <a:p>
            <a:r>
              <a:rPr lang="en-US"/>
              <a:t>Content adapted from corporate narrative</a:t>
            </a:r>
          </a:p>
          <a:p>
            <a:endParaRPr lang="en-US"/>
          </a:p>
        </p:txBody>
      </p:sp>
      <p:sp>
        <p:nvSpPr>
          <p:cNvPr id="4" name="Slide Number Placeholder 3">
            <a:extLst>
              <a:ext uri="{FF2B5EF4-FFF2-40B4-BE49-F238E27FC236}">
                <a16:creationId xmlns:a16="http://schemas.microsoft.com/office/drawing/2014/main" id="{704963D7-D72D-D70C-71BD-A177D323DC60}"/>
              </a:ext>
            </a:extLst>
          </p:cNvPr>
          <p:cNvSpPr>
            <a:spLocks noGrp="1"/>
          </p:cNvSpPr>
          <p:nvPr>
            <p:ph type="sldNum" sz="quarter" idx="5"/>
          </p:nvPr>
        </p:nvSpPr>
        <p:spPr/>
        <p:txBody>
          <a:bodyPr/>
          <a:lstStyle/>
          <a:p>
            <a:fld id="{8CC1F7A6-E4FD-484E-8613-78401007607F}" type="slidenum">
              <a:rPr lang="en-US" smtClean="0"/>
              <a:t>9</a:t>
            </a:fld>
            <a:endParaRPr lang="en-US"/>
          </a:p>
        </p:txBody>
      </p:sp>
    </p:spTree>
    <p:extLst>
      <p:ext uri="{BB962C8B-B14F-4D97-AF65-F5344CB8AC3E}">
        <p14:creationId xmlns:p14="http://schemas.microsoft.com/office/powerpoint/2010/main" val="30748997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8745A-3E26-9477-CE38-CA586987A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397F19-43FB-4AD2-7F38-46E4F124AF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3A4B1A-78AD-19CE-CFBE-6EE9F535B5E4}"/>
              </a:ext>
            </a:extLst>
          </p:cNvPr>
          <p:cNvSpPr>
            <a:spLocks noGrp="1"/>
          </p:cNvSpPr>
          <p:nvPr>
            <p:ph type="body" idx="1"/>
          </p:nvPr>
        </p:nvSpPr>
        <p:spPr/>
        <p:txBody>
          <a:bodyPr/>
          <a:lstStyle/>
          <a:p>
            <a:r>
              <a:rPr lang="en-US"/>
              <a:t>Content adapted from 10-k Feb 2025 and Founders Forum from Dec 2024</a:t>
            </a:r>
          </a:p>
        </p:txBody>
      </p:sp>
      <p:sp>
        <p:nvSpPr>
          <p:cNvPr id="4" name="Slide Number Placeholder 3">
            <a:extLst>
              <a:ext uri="{FF2B5EF4-FFF2-40B4-BE49-F238E27FC236}">
                <a16:creationId xmlns:a16="http://schemas.microsoft.com/office/drawing/2014/main" id="{81204185-FBD3-23A5-E6C3-6DA4E127D6CF}"/>
              </a:ext>
            </a:extLst>
          </p:cNvPr>
          <p:cNvSpPr>
            <a:spLocks noGrp="1"/>
          </p:cNvSpPr>
          <p:nvPr>
            <p:ph type="sldNum" sz="quarter" idx="5"/>
          </p:nvPr>
        </p:nvSpPr>
        <p:spPr/>
        <p:txBody>
          <a:bodyPr/>
          <a:lstStyle/>
          <a:p>
            <a:fld id="{8CC1F7A6-E4FD-484E-8613-78401007607F}" type="slidenum">
              <a:rPr lang="en-US" smtClean="0"/>
              <a:t>10</a:t>
            </a:fld>
            <a:endParaRPr lang="en-US"/>
          </a:p>
        </p:txBody>
      </p:sp>
    </p:spTree>
    <p:extLst>
      <p:ext uri="{BB962C8B-B14F-4D97-AF65-F5344CB8AC3E}">
        <p14:creationId xmlns:p14="http://schemas.microsoft.com/office/powerpoint/2010/main" val="4151027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C52E6-68B3-D0FA-F227-F8F053560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2F0D8-8C1E-E71D-9B5A-3EF4D9062B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91C32B-B9E4-0358-9205-16CFBFFC7F8B}"/>
              </a:ext>
            </a:extLst>
          </p:cNvPr>
          <p:cNvSpPr>
            <a:spLocks noGrp="1"/>
          </p:cNvSpPr>
          <p:nvPr>
            <p:ph type="body" idx="1"/>
          </p:nvPr>
        </p:nvSpPr>
        <p:spPr/>
        <p:txBody>
          <a:bodyPr/>
          <a:lstStyle/>
          <a:p>
            <a:r>
              <a:rPr lang="en-US"/>
              <a:t>Content adapted from 10-k February 2025 and corporate narrative</a:t>
            </a:r>
          </a:p>
        </p:txBody>
      </p:sp>
      <p:sp>
        <p:nvSpPr>
          <p:cNvPr id="4" name="Slide Number Placeholder 3">
            <a:extLst>
              <a:ext uri="{FF2B5EF4-FFF2-40B4-BE49-F238E27FC236}">
                <a16:creationId xmlns:a16="http://schemas.microsoft.com/office/drawing/2014/main" id="{2C865BA1-B744-BB9B-2A09-FA7603218CB6}"/>
              </a:ext>
            </a:extLst>
          </p:cNvPr>
          <p:cNvSpPr>
            <a:spLocks noGrp="1"/>
          </p:cNvSpPr>
          <p:nvPr>
            <p:ph type="sldNum" sz="quarter" idx="5"/>
          </p:nvPr>
        </p:nvSpPr>
        <p:spPr/>
        <p:txBody>
          <a:bodyPr/>
          <a:lstStyle/>
          <a:p>
            <a:fld id="{8CC1F7A6-E4FD-484E-8613-78401007607F}" type="slidenum">
              <a:rPr lang="en-US" smtClean="0"/>
              <a:t>11</a:t>
            </a:fld>
            <a:endParaRPr lang="en-US"/>
          </a:p>
        </p:txBody>
      </p:sp>
    </p:spTree>
    <p:extLst>
      <p:ext uri="{BB962C8B-B14F-4D97-AF65-F5344CB8AC3E}">
        <p14:creationId xmlns:p14="http://schemas.microsoft.com/office/powerpoint/2010/main" val="13052889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86116-D0EF-A537-3B9D-4F785D431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95A421-0F07-875F-8DFA-1120FDB831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D87DBE-8D13-27F6-08E3-736F127A5BF2}"/>
              </a:ext>
            </a:extLst>
          </p:cNvPr>
          <p:cNvSpPr>
            <a:spLocks noGrp="1"/>
          </p:cNvSpPr>
          <p:nvPr>
            <p:ph type="body" idx="1"/>
          </p:nvPr>
        </p:nvSpPr>
        <p:spPr/>
        <p:txBody>
          <a:bodyPr/>
          <a:lstStyle/>
          <a:p>
            <a:r>
              <a:rPr lang="en-US"/>
              <a:t>Content adapted from OMS narrative</a:t>
            </a:r>
          </a:p>
        </p:txBody>
      </p:sp>
      <p:sp>
        <p:nvSpPr>
          <p:cNvPr id="4" name="Slide Number Placeholder 3">
            <a:extLst>
              <a:ext uri="{FF2B5EF4-FFF2-40B4-BE49-F238E27FC236}">
                <a16:creationId xmlns:a16="http://schemas.microsoft.com/office/drawing/2014/main" id="{E3488850-C771-1EAF-DDD0-283E45EF0D0F}"/>
              </a:ext>
            </a:extLst>
          </p:cNvPr>
          <p:cNvSpPr>
            <a:spLocks noGrp="1"/>
          </p:cNvSpPr>
          <p:nvPr>
            <p:ph type="sldNum" sz="quarter" idx="5"/>
          </p:nvPr>
        </p:nvSpPr>
        <p:spPr/>
        <p:txBody>
          <a:bodyPr/>
          <a:lstStyle/>
          <a:p>
            <a:fld id="{8CC1F7A6-E4FD-484E-8613-78401007607F}" type="slidenum">
              <a:rPr lang="en-US" smtClean="0"/>
              <a:t>13</a:t>
            </a:fld>
            <a:endParaRPr lang="en-US"/>
          </a:p>
        </p:txBody>
      </p:sp>
    </p:spTree>
    <p:extLst>
      <p:ext uri="{BB962C8B-B14F-4D97-AF65-F5344CB8AC3E}">
        <p14:creationId xmlns:p14="http://schemas.microsoft.com/office/powerpoint/2010/main" val="625430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850DE-7506-B2D2-D266-9D9EEBE92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30E7A-F7BD-9F89-144C-E3B611B1D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60CFA-1171-473C-9A0C-C1207495621C}"/>
              </a:ext>
            </a:extLst>
          </p:cNvPr>
          <p:cNvSpPr>
            <a:spLocks noGrp="1"/>
          </p:cNvSpPr>
          <p:nvPr>
            <p:ph type="body" idx="1"/>
          </p:nvPr>
        </p:nvSpPr>
        <p:spPr/>
        <p:txBody>
          <a:bodyPr/>
          <a:lstStyle/>
          <a:p>
            <a:r>
              <a:rPr lang="en-US" b="0" i="0">
                <a:solidFill>
                  <a:srgbClr val="323130"/>
                </a:solidFill>
                <a:effectLst/>
                <a:latin typeface="Segoe UI" panose="020B0502040204020203" pitchFamily="34" charset="0"/>
              </a:rPr>
              <a:t>Content adapted from OMS narrative</a:t>
            </a:r>
          </a:p>
        </p:txBody>
      </p:sp>
      <p:sp>
        <p:nvSpPr>
          <p:cNvPr id="4" name="Slide Number Placeholder 3">
            <a:extLst>
              <a:ext uri="{FF2B5EF4-FFF2-40B4-BE49-F238E27FC236}">
                <a16:creationId xmlns:a16="http://schemas.microsoft.com/office/drawing/2014/main" id="{52D743D4-2E5F-4AD2-88D8-3E63DDC3CD7C}"/>
              </a:ext>
            </a:extLst>
          </p:cNvPr>
          <p:cNvSpPr>
            <a:spLocks noGrp="1"/>
          </p:cNvSpPr>
          <p:nvPr>
            <p:ph type="sldNum" sz="quarter" idx="5"/>
          </p:nvPr>
        </p:nvSpPr>
        <p:spPr/>
        <p:txBody>
          <a:bodyPr/>
          <a:lstStyle/>
          <a:p>
            <a:fld id="{8CC1F7A6-E4FD-484E-8613-78401007607F}" type="slidenum">
              <a:rPr lang="en-US" smtClean="0"/>
              <a:t>14</a:t>
            </a:fld>
            <a:endParaRPr lang="en-US"/>
          </a:p>
        </p:txBody>
      </p:sp>
    </p:spTree>
    <p:extLst>
      <p:ext uri="{BB962C8B-B14F-4D97-AF65-F5344CB8AC3E}">
        <p14:creationId xmlns:p14="http://schemas.microsoft.com/office/powerpoint/2010/main" val="1257101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F43ACB-1733-9EDF-69F7-43FBFD1DB0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0E332B-C384-ED7F-E7B6-3B1EC7AAFA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17D385-6004-4106-2EAF-BE3147D77EB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Content pulled from </a:t>
            </a:r>
            <a:r>
              <a:rPr lang="en-US" b="0" i="0">
                <a:solidFill>
                  <a:srgbClr val="1D1D1D"/>
                </a:solidFill>
                <a:effectLst/>
                <a:latin typeface="Arial" panose="020B0604020202020204" pitchFamily="34" charset="0"/>
              </a:rPr>
              <a:t>US-NON-110767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51A6E9BB-CC20-CBB6-67C9-D22121C2447C}"/>
              </a:ext>
            </a:extLst>
          </p:cNvPr>
          <p:cNvSpPr>
            <a:spLocks noGrp="1"/>
          </p:cNvSpPr>
          <p:nvPr>
            <p:ph type="sldNum" sz="quarter" idx="5"/>
          </p:nvPr>
        </p:nvSpPr>
        <p:spPr/>
        <p:txBody>
          <a:bodyPr/>
          <a:lstStyle/>
          <a:p>
            <a:fld id="{8CC1F7A6-E4FD-484E-8613-78401007607F}" type="slidenum">
              <a:rPr lang="en-US" smtClean="0"/>
              <a:t>16</a:t>
            </a:fld>
            <a:endParaRPr lang="en-US"/>
          </a:p>
        </p:txBody>
      </p:sp>
    </p:spTree>
    <p:extLst>
      <p:ext uri="{BB962C8B-B14F-4D97-AF65-F5344CB8AC3E}">
        <p14:creationId xmlns:p14="http://schemas.microsoft.com/office/powerpoint/2010/main" val="1040810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728B0-A1E8-522A-C977-68CB7A61D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1316C-0610-B607-278F-128FF2DD7A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2D619-2D5E-C1B3-1F0E-B8A9995E8FC2}"/>
              </a:ext>
            </a:extLst>
          </p:cNvPr>
          <p:cNvSpPr>
            <a:spLocks noGrp="1"/>
          </p:cNvSpPr>
          <p:nvPr>
            <p:ph type="body" idx="1"/>
          </p:nvPr>
        </p:nvSpPr>
        <p:spPr/>
        <p:txBody>
          <a:bodyPr/>
          <a:lstStyle/>
          <a:p>
            <a:pPr marL="0" indent="0">
              <a:buFontTx/>
              <a:buNone/>
            </a:pPr>
            <a:r>
              <a:rPr lang="en-US" dirty="0"/>
              <a:t>Content pulled from ESG website</a:t>
            </a:r>
            <a:endParaRPr lang="en-US" b="0" i="0" dirty="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0C1E1C12-C2A2-AFB7-745C-7C893FC7AB41}"/>
              </a:ext>
            </a:extLst>
          </p:cNvPr>
          <p:cNvSpPr>
            <a:spLocks noGrp="1"/>
          </p:cNvSpPr>
          <p:nvPr>
            <p:ph type="sldNum" sz="quarter" idx="5"/>
          </p:nvPr>
        </p:nvSpPr>
        <p:spPr/>
        <p:txBody>
          <a:bodyPr/>
          <a:lstStyle/>
          <a:p>
            <a:fld id="{8CC1F7A6-E4FD-484E-8613-78401007607F}" type="slidenum">
              <a:rPr lang="en-US" smtClean="0"/>
              <a:t>17</a:t>
            </a:fld>
            <a:endParaRPr lang="en-US"/>
          </a:p>
        </p:txBody>
      </p:sp>
    </p:spTree>
    <p:extLst>
      <p:ext uri="{BB962C8B-B14F-4D97-AF65-F5344CB8AC3E}">
        <p14:creationId xmlns:p14="http://schemas.microsoft.com/office/powerpoint/2010/main" val="30181701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4FF0-F688-EED9-587D-4D2A51D3C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4EC41D-9A1B-56B4-04F4-C2B245D279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D3AB36-048A-BB0C-DE1F-CE1E80ABD1CB}"/>
              </a:ext>
            </a:extLst>
          </p:cNvPr>
          <p:cNvSpPr>
            <a:spLocks noGrp="1"/>
          </p:cNvSpPr>
          <p:nvPr>
            <p:ph type="body" idx="1"/>
          </p:nvPr>
        </p:nvSpPr>
        <p:spPr/>
        <p:txBody>
          <a:bodyPr/>
          <a:lstStyle/>
          <a:p>
            <a:pPr marL="0" indent="0">
              <a:buFontTx/>
              <a:buNone/>
            </a:pPr>
            <a:r>
              <a:rPr lang="en-US" dirty="0"/>
              <a:t>Content pulled from ESG website</a:t>
            </a:r>
            <a:endParaRPr lang="en-US" b="0" i="0" dirty="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AC037BD6-1850-2E49-078B-897B7A70D5BA}"/>
              </a:ext>
            </a:extLst>
          </p:cNvPr>
          <p:cNvSpPr>
            <a:spLocks noGrp="1"/>
          </p:cNvSpPr>
          <p:nvPr>
            <p:ph type="sldNum" sz="quarter" idx="5"/>
          </p:nvPr>
        </p:nvSpPr>
        <p:spPr/>
        <p:txBody>
          <a:bodyPr/>
          <a:lstStyle/>
          <a:p>
            <a:fld id="{8CC1F7A6-E4FD-484E-8613-78401007607F}" type="slidenum">
              <a:rPr lang="en-US" smtClean="0"/>
              <a:t>18</a:t>
            </a:fld>
            <a:endParaRPr lang="en-US"/>
          </a:p>
        </p:txBody>
      </p:sp>
    </p:spTree>
    <p:extLst>
      <p:ext uri="{BB962C8B-B14F-4D97-AF65-F5344CB8AC3E}">
        <p14:creationId xmlns:p14="http://schemas.microsoft.com/office/powerpoint/2010/main" val="4090740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09D2E-FEE3-3CCE-26D0-F7D833AA61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04366B-E6C5-CB7D-FA34-C2B5D4B9A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01D703-1A07-D239-7B34-00F2507C7401}"/>
              </a:ext>
            </a:extLst>
          </p:cNvPr>
          <p:cNvSpPr>
            <a:spLocks noGrp="1"/>
          </p:cNvSpPr>
          <p:nvPr>
            <p:ph type="body" idx="1"/>
          </p:nvPr>
        </p:nvSpPr>
        <p:spPr/>
        <p:txBody>
          <a:bodyPr/>
          <a:lstStyle/>
          <a:p>
            <a:pPr marL="0" indent="0">
              <a:buFontTx/>
              <a:buNone/>
            </a:pPr>
            <a:r>
              <a:rPr lang="en-US" dirty="0"/>
              <a:t>Content pulled from ESG website</a:t>
            </a:r>
          </a:p>
        </p:txBody>
      </p:sp>
      <p:sp>
        <p:nvSpPr>
          <p:cNvPr id="4" name="Slide Number Placeholder 3">
            <a:extLst>
              <a:ext uri="{FF2B5EF4-FFF2-40B4-BE49-F238E27FC236}">
                <a16:creationId xmlns:a16="http://schemas.microsoft.com/office/drawing/2014/main" id="{7A9E25CB-95E3-43E1-CC04-2B0E790191F4}"/>
              </a:ext>
            </a:extLst>
          </p:cNvPr>
          <p:cNvSpPr>
            <a:spLocks noGrp="1"/>
          </p:cNvSpPr>
          <p:nvPr>
            <p:ph type="sldNum" sz="quarter" idx="5"/>
          </p:nvPr>
        </p:nvSpPr>
        <p:spPr/>
        <p:txBody>
          <a:bodyPr/>
          <a:lstStyle/>
          <a:p>
            <a:fld id="{8CC1F7A6-E4FD-484E-8613-78401007607F}" type="slidenum">
              <a:rPr lang="en-US" smtClean="0"/>
              <a:t>19</a:t>
            </a:fld>
            <a:endParaRPr lang="en-US"/>
          </a:p>
        </p:txBody>
      </p:sp>
    </p:spTree>
    <p:extLst>
      <p:ext uri="{BB962C8B-B14F-4D97-AF65-F5344CB8AC3E}">
        <p14:creationId xmlns:p14="http://schemas.microsoft.com/office/powerpoint/2010/main" val="251706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4415F-656E-1EA8-4CCA-5E62C76D38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B13B6E-6840-45BB-7D1D-B09330ED35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0F1D277-21AD-3264-DFE0-C2FE30949884}"/>
              </a:ext>
            </a:extLst>
          </p:cNvPr>
          <p:cNvSpPr>
            <a:spLocks noGrp="1"/>
          </p:cNvSpPr>
          <p:nvPr>
            <p:ph type="body" idx="1"/>
          </p:nvPr>
        </p:nvSpPr>
        <p:spPr/>
        <p:txBody>
          <a:bodyPr/>
          <a:lstStyle/>
          <a:p>
            <a:pPr marL="0" indent="0">
              <a:buFontTx/>
              <a:buNone/>
            </a:pPr>
            <a:r>
              <a:rPr lang="en-US" dirty="0"/>
              <a:t>Content pulled from ESG website</a:t>
            </a:r>
          </a:p>
        </p:txBody>
      </p:sp>
      <p:sp>
        <p:nvSpPr>
          <p:cNvPr id="4" name="Slide Number Placeholder 3">
            <a:extLst>
              <a:ext uri="{FF2B5EF4-FFF2-40B4-BE49-F238E27FC236}">
                <a16:creationId xmlns:a16="http://schemas.microsoft.com/office/drawing/2014/main" id="{6B262955-363C-5CB7-66DA-C0C021BB3E38}"/>
              </a:ext>
            </a:extLst>
          </p:cNvPr>
          <p:cNvSpPr>
            <a:spLocks noGrp="1"/>
          </p:cNvSpPr>
          <p:nvPr>
            <p:ph type="sldNum" sz="quarter" idx="5"/>
          </p:nvPr>
        </p:nvSpPr>
        <p:spPr/>
        <p:txBody>
          <a:bodyPr/>
          <a:lstStyle/>
          <a:p>
            <a:fld id="{8CC1F7A6-E4FD-484E-8613-78401007607F}" type="slidenum">
              <a:rPr lang="en-US" smtClean="0"/>
              <a:t>20</a:t>
            </a:fld>
            <a:endParaRPr lang="en-US"/>
          </a:p>
        </p:txBody>
      </p:sp>
    </p:spTree>
    <p:extLst>
      <p:ext uri="{BB962C8B-B14F-4D97-AF65-F5344CB8AC3E}">
        <p14:creationId xmlns:p14="http://schemas.microsoft.com/office/powerpoint/2010/main" val="2276559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F04D7-2F32-8827-F589-B178600049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87EC08-E132-910E-A7E3-D73B3273E0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5583C-A596-7C07-207F-7823DD68BD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Content pulled from </a:t>
            </a:r>
            <a:r>
              <a:rPr lang="en-US" b="0" i="0">
                <a:solidFill>
                  <a:srgbClr val="1D1D1D"/>
                </a:solidFill>
                <a:effectLst/>
                <a:latin typeface="Arial" panose="020B0604020202020204" pitchFamily="34" charset="0"/>
              </a:rPr>
              <a:t>US-NON-110767</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FFAA5E4C-BA20-2A62-CF7C-B5DA5C8122C9}"/>
              </a:ext>
            </a:extLst>
          </p:cNvPr>
          <p:cNvSpPr>
            <a:spLocks noGrp="1"/>
          </p:cNvSpPr>
          <p:nvPr>
            <p:ph type="sldNum" sz="quarter" idx="5"/>
          </p:nvPr>
        </p:nvSpPr>
        <p:spPr/>
        <p:txBody>
          <a:bodyPr/>
          <a:lstStyle/>
          <a:p>
            <a:fld id="{8CC1F7A6-E4FD-484E-8613-78401007607F}" type="slidenum">
              <a:rPr lang="en-US" smtClean="0"/>
              <a:t>21</a:t>
            </a:fld>
            <a:endParaRPr lang="en-US"/>
          </a:p>
        </p:txBody>
      </p:sp>
    </p:spTree>
    <p:extLst>
      <p:ext uri="{BB962C8B-B14F-4D97-AF65-F5344CB8AC3E}">
        <p14:creationId xmlns:p14="http://schemas.microsoft.com/office/powerpoint/2010/main" val="39342744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F3B68-5BFE-DC6D-AD0E-36C5E92117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74C06E-2F97-9446-6C46-6E75B05374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07D7A-E2FF-3B1D-6C4F-E2B3272D15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Content pulled from </a:t>
            </a:r>
            <a:r>
              <a:rPr lang="en-US" b="0" i="0">
                <a:solidFill>
                  <a:srgbClr val="1D1D1D"/>
                </a:solidFill>
                <a:effectLst/>
                <a:latin typeface="Arial" panose="020B0604020202020204" pitchFamily="34" charset="0"/>
              </a:rPr>
              <a:t>US-NON-110767</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1D1D1D"/>
                </a:solidFill>
                <a:effectLst/>
                <a:latin typeface="Arial" panose="020B0604020202020204" pitchFamily="34" charset="0"/>
              </a:rPr>
              <a:t>Video is sourced from job #US-NON-110965</a:t>
            </a:r>
          </a:p>
        </p:txBody>
      </p:sp>
      <p:sp>
        <p:nvSpPr>
          <p:cNvPr id="4" name="Slide Number Placeholder 3">
            <a:extLst>
              <a:ext uri="{FF2B5EF4-FFF2-40B4-BE49-F238E27FC236}">
                <a16:creationId xmlns:a16="http://schemas.microsoft.com/office/drawing/2014/main" id="{38841BB4-A134-CFCF-04EB-65E923F57C03}"/>
              </a:ext>
            </a:extLst>
          </p:cNvPr>
          <p:cNvSpPr>
            <a:spLocks noGrp="1"/>
          </p:cNvSpPr>
          <p:nvPr>
            <p:ph type="sldNum" sz="quarter" idx="5"/>
          </p:nvPr>
        </p:nvSpPr>
        <p:spPr/>
        <p:txBody>
          <a:bodyPr/>
          <a:lstStyle/>
          <a:p>
            <a:fld id="{8CC1F7A6-E4FD-484E-8613-78401007607F}" type="slidenum">
              <a:rPr lang="en-US" smtClean="0"/>
              <a:t>22</a:t>
            </a:fld>
            <a:endParaRPr lang="en-US"/>
          </a:p>
        </p:txBody>
      </p:sp>
    </p:spTree>
    <p:extLst>
      <p:ext uri="{BB962C8B-B14F-4D97-AF65-F5344CB8AC3E}">
        <p14:creationId xmlns:p14="http://schemas.microsoft.com/office/powerpoint/2010/main" val="19269705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slides are templates that may be adapted for specific use cases. Consistent with the section 1 slides, this content must also undergo appropriate review and approval before use.</a:t>
            </a:r>
          </a:p>
        </p:txBody>
      </p:sp>
      <p:sp>
        <p:nvSpPr>
          <p:cNvPr id="4" name="Slide Number Placeholder 3"/>
          <p:cNvSpPr>
            <a:spLocks noGrp="1"/>
          </p:cNvSpPr>
          <p:nvPr>
            <p:ph type="sldNum" sz="quarter" idx="5"/>
          </p:nvPr>
        </p:nvSpPr>
        <p:spPr/>
        <p:txBody>
          <a:bodyPr/>
          <a:lstStyle/>
          <a:p>
            <a:fld id="{8CC1F7A6-E4FD-484E-8613-78401007607F}" type="slidenum">
              <a:rPr lang="en-US" smtClean="0"/>
              <a:t>24</a:t>
            </a:fld>
            <a:endParaRPr lang="en-US"/>
          </a:p>
        </p:txBody>
      </p:sp>
    </p:spTree>
    <p:extLst>
      <p:ext uri="{BB962C8B-B14F-4D97-AF65-F5344CB8AC3E}">
        <p14:creationId xmlns:p14="http://schemas.microsoft.com/office/powerpoint/2010/main" val="6959208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created from this template must undergo appropriate review and approval before use.</a:t>
            </a: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1445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EBDA6-2633-74C5-58AF-D0B892002F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3FF222-DC27-82E2-72F8-843E7EAEA6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7DB374-948F-5C77-E396-E81A71DA733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Content created from this template must undergo appropriate review and approval before use.</a:t>
            </a:r>
          </a:p>
          <a:p>
            <a:endParaRPr lang="en-US" dirty="0"/>
          </a:p>
        </p:txBody>
      </p:sp>
      <p:sp>
        <p:nvSpPr>
          <p:cNvPr id="4" name="Slide Number Placeholder 3">
            <a:extLst>
              <a:ext uri="{FF2B5EF4-FFF2-40B4-BE49-F238E27FC236}">
                <a16:creationId xmlns:a16="http://schemas.microsoft.com/office/drawing/2014/main" id="{3D3AA050-ECA9-7AD1-B50B-D961A30F50E3}"/>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98381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Content created from this template must undergo appropriate review and approval before use.</a:t>
            </a:r>
          </a:p>
          <a:p>
            <a:endParaRPr lang="en-US" dirty="0"/>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130262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an example regional slide. User may adapt to reflect key facts and figures for a different region. Subject to appropriate review and approval. </a:t>
            </a:r>
          </a:p>
        </p:txBody>
      </p:sp>
      <p:sp>
        <p:nvSpPr>
          <p:cNvPr id="4" name="Header Placeholder 3"/>
          <p:cNvSpPr>
            <a:spLocks noGrp="1"/>
          </p:cNvSpPr>
          <p:nvPr>
            <p:ph type="hdr" sz="quarter"/>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Footer Placeholder 4"/>
          <p:cNvSpPr>
            <a:spLocks noGrp="1"/>
          </p:cNvSpPr>
          <p:nvPr>
            <p:ph type="ftr" sz="quarter" idx="4"/>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Slide Number Placeholder 5"/>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DFBDDCD-24FA-DB41-8B62-7C939A1754E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43190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A17B4-2F80-7BBA-6FAA-C75219CA24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5EE9FB-BE44-AE85-5F6B-0A00776F5F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524163-327E-5794-10A0-9D45BA11BA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Content created from this template must undergo appropriate review and approval before use.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047452FF-541E-94B8-7974-54203A1608B8}"/>
              </a:ext>
            </a:extLst>
          </p:cNvPr>
          <p:cNvSpPr>
            <a:spLocks noGrp="1"/>
          </p:cNvSpPr>
          <p:nvPr>
            <p:ph type="sldNum" sz="quarter" idx="5"/>
          </p:nvPr>
        </p:nvSpPr>
        <p:spPr/>
        <p:txBody>
          <a:bodyPr/>
          <a:lstStyle/>
          <a:p>
            <a:fld id="{8CC1F7A6-E4FD-484E-8613-78401007607F}" type="slidenum">
              <a:rPr lang="en-US" smtClean="0"/>
              <a:t>29</a:t>
            </a:fld>
            <a:endParaRPr lang="en-US"/>
          </a:p>
        </p:txBody>
      </p:sp>
    </p:spTree>
    <p:extLst>
      <p:ext uri="{BB962C8B-B14F-4D97-AF65-F5344CB8AC3E}">
        <p14:creationId xmlns:p14="http://schemas.microsoft.com/office/powerpoint/2010/main" val="38104408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7E91E-1A1A-A7DF-735F-416CBEBDD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B0C15-E933-7471-CCBB-E7E7165194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42B6A0-E49C-D085-D703-85D473A68286}"/>
              </a:ext>
            </a:extLst>
          </p:cNvPr>
          <p:cNvSpPr>
            <a:spLocks noGrp="1"/>
          </p:cNvSpPr>
          <p:nvPr>
            <p:ph type="body" idx="1"/>
          </p:nvPr>
        </p:nvSpPr>
        <p:spPr/>
        <p:txBody>
          <a:bodyPr/>
          <a:lstStyle/>
          <a:p>
            <a:r>
              <a:rPr lang="en-US" sz="1200" b="1" i="0" dirty="0">
                <a:solidFill>
                  <a:schemeClr val="bg1"/>
                </a:solidFill>
                <a:effectLst/>
                <a:latin typeface="Montserrat" panose="00000500000000000000" pitchFamily="2" charset="0"/>
              </a:rPr>
              <a:t>SOCIAL MEDIA LINKS ARE FOR U.S./CORPORATE SOCIAL </a:t>
            </a:r>
            <a:r>
              <a:rPr lang="en-US" sz="1200" b="1" dirty="0">
                <a:solidFill>
                  <a:schemeClr val="bg1"/>
                </a:solidFill>
                <a:latin typeface="Montserrat" panose="00000500000000000000" pitchFamily="2" charset="0"/>
              </a:rPr>
              <a:t>MEDIA PAGES AND MAY NOT BE USED FOR EX-US MARKETS</a:t>
            </a:r>
            <a:r>
              <a:rPr lang="en-US" sz="1200" b="1" i="0" dirty="0">
                <a:solidFill>
                  <a:schemeClr val="bg1"/>
                </a:solidFill>
                <a:effectLst/>
                <a:latin typeface="Montserrat" panose="00000500000000000000" pitchFamily="2" charset="0"/>
              </a:rPr>
              <a:t>. THESE SHOULD BE REPLACED FOR YOUR LOCAL CHANNELS OR THIS SLIDE SHOULD BE REMOVED.</a:t>
            </a:r>
            <a:endParaRPr lang="en-IE" sz="1200" b="1" dirty="0">
              <a:solidFill>
                <a:schemeClr val="bg1"/>
              </a:solidFill>
              <a:latin typeface="Montserrat" panose="00000500000000000000" pitchFamily="2"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i="0" dirty="0">
              <a:solidFill>
                <a:srgbClr val="1D1D1D"/>
              </a:solidFill>
              <a:effectLst/>
              <a:latin typeface="Arial" panose="020B0604020202020204" pitchFamily="34" charset="0"/>
            </a:endParaRPr>
          </a:p>
        </p:txBody>
      </p:sp>
      <p:sp>
        <p:nvSpPr>
          <p:cNvPr id="4" name="Slide Number Placeholder 3">
            <a:extLst>
              <a:ext uri="{FF2B5EF4-FFF2-40B4-BE49-F238E27FC236}">
                <a16:creationId xmlns:a16="http://schemas.microsoft.com/office/drawing/2014/main" id="{92A07D85-76E5-C583-AD28-36F144A375A4}"/>
              </a:ext>
            </a:extLst>
          </p:cNvPr>
          <p:cNvSpPr>
            <a:spLocks noGrp="1"/>
          </p:cNvSpPr>
          <p:nvPr>
            <p:ph type="sldNum" sz="quarter" idx="5"/>
          </p:nvPr>
        </p:nvSpPr>
        <p:spPr/>
        <p:txBody>
          <a:bodyPr/>
          <a:lstStyle/>
          <a:p>
            <a:fld id="{8CC1F7A6-E4FD-484E-8613-78401007607F}" type="slidenum">
              <a:rPr lang="en-US" smtClean="0"/>
              <a:t>30</a:t>
            </a:fld>
            <a:endParaRPr lang="en-US"/>
          </a:p>
        </p:txBody>
      </p:sp>
    </p:spTree>
    <p:extLst>
      <p:ext uri="{BB962C8B-B14F-4D97-AF65-F5344CB8AC3E}">
        <p14:creationId xmlns:p14="http://schemas.microsoft.com/office/powerpoint/2010/main" val="19950372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sv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4.png"/><Relationship Id="rId5" Type="http://schemas.openxmlformats.org/officeDocument/2006/relationships/image" Target="../media/image3.emf"/><Relationship Id="rId4" Type="http://schemas.openxmlformats.org/officeDocument/2006/relationships/oleObject" Target="../embeddings/oleObject1.bin"/></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15.svg"/><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14.png"/><Relationship Id="rId5" Type="http://schemas.openxmlformats.org/officeDocument/2006/relationships/image" Target="../media/image3.emf"/><Relationship Id="rId4" Type="http://schemas.openxmlformats.org/officeDocument/2006/relationships/oleObject" Target="../embeddings/oleObject3.bin"/></Relationships>
</file>

<file path=ppt/slideLayouts/_rels/slideLayout171.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8.xml"/><Relationship Id="rId7" Type="http://schemas.openxmlformats.org/officeDocument/2006/relationships/slideMaster" Target="../slideMasters/slideMaster3.xml"/><Relationship Id="rId2" Type="http://schemas.openxmlformats.org/officeDocument/2006/relationships/tags" Target="../tags/tag7.xml"/><Relationship Id="rId1" Type="http://schemas.openxmlformats.org/officeDocument/2006/relationships/tags" Target="../tags/tag6.xml"/><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9" Type="http://schemas.openxmlformats.org/officeDocument/2006/relationships/image" Target="../media/image16.emf"/></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7.jpe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 Id="rId4" Type="http://schemas.openxmlformats.org/officeDocument/2006/relationships/image" Target="../media/image17.jpe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22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 Id="rId4" Type="http://schemas.openxmlformats.org/officeDocument/2006/relationships/image" Target="../media/image19.png"/></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5.xml"/><Relationship Id="rId7" Type="http://schemas.openxmlformats.org/officeDocument/2006/relationships/image" Target="../media/image22.png"/><Relationship Id="rId2" Type="http://schemas.openxmlformats.org/officeDocument/2006/relationships/tags" Target="../tags/tag15.xml"/><Relationship Id="rId1" Type="http://schemas.openxmlformats.org/officeDocument/2006/relationships/tags" Target="../tags/tag14.xml"/><Relationship Id="rId6" Type="http://schemas.openxmlformats.org/officeDocument/2006/relationships/image" Target="../media/image21.png"/><Relationship Id="rId5" Type="http://schemas.openxmlformats.org/officeDocument/2006/relationships/image" Target="../media/image20.emf"/><Relationship Id="rId4" Type="http://schemas.openxmlformats.org/officeDocument/2006/relationships/oleObject" Target="../embeddings/oleObject7.bin"/></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5.xml"/><Relationship Id="rId4" Type="http://schemas.openxmlformats.org/officeDocument/2006/relationships/image" Target="../media/image25.jpeg"/></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7.jpe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6.xml"/><Relationship Id="rId4" Type="http://schemas.openxmlformats.org/officeDocument/2006/relationships/image" Target="../media/image5.svg"/></Relationships>
</file>

<file path=ppt/slideLayouts/_rels/slideLayout24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4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6.xml"/></Relationships>
</file>

<file path=ppt/slideLayouts/_rels/slideLayout24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6.xml"/><Relationship Id="rId1" Type="http://schemas.openxmlformats.org/officeDocument/2006/relationships/tags" Target="../tags/tag17.xml"/><Relationship Id="rId4" Type="http://schemas.openxmlformats.org/officeDocument/2006/relationships/image" Target="../media/image29.emf"/></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42582688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2787299"/>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29"/>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Tree>
    <p:extLst>
      <p:ext uri="{BB962C8B-B14F-4D97-AF65-F5344CB8AC3E}">
        <p14:creationId xmlns:p14="http://schemas.microsoft.com/office/powerpoint/2010/main" val="294018112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6103538"/>
            <a:ext cx="2451372" cy="526468"/>
          </a:xfrm>
          <a:prstGeom prst="rect">
            <a:avLst/>
          </a:prstGeom>
        </p:spPr>
      </p:pic>
    </p:spTree>
    <p:extLst>
      <p:ext uri="{BB962C8B-B14F-4D97-AF65-F5344CB8AC3E}">
        <p14:creationId xmlns:p14="http://schemas.microsoft.com/office/powerpoint/2010/main" val="11330877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A4991716-09B9-F64E-83D9-0061B1AFB6AE}"/>
              </a:ext>
            </a:extLst>
          </p:cNvPr>
          <p:cNvSpPr/>
          <p:nvPr userDrawn="1"/>
        </p:nvSpPr>
        <p:spPr>
          <a:xfrm flipH="1">
            <a:off x="1" y="303001"/>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5"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0"/>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7" name="Graphic 12">
            <a:extLst>
              <a:ext uri="{FF2B5EF4-FFF2-40B4-BE49-F238E27FC236}">
                <a16:creationId xmlns:a16="http://schemas.microsoft.com/office/drawing/2014/main" id="{411A6808-FA9A-4598-87E1-C9CD7E69B8C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950215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8463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150303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5" y="61892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1" y="149095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3" y="24272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6" y="35223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09" y="448551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599" y="53438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1"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8"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0"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6"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4"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94552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7"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6" y="6189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6" y="1490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1" y="239383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1" y="35223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6" y="448551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6" y="53438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2"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6"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1"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420342"/>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398979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365061"/>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3" y="113450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5" y="299390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7" y="47650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4"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524251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5" y="929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2" y="19006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1" y="29932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3" y="408338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5" y="505438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8"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899"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2"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543699"/>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779214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476416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8019417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29501233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8384984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2607929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20129817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9232005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677285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0194196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63934953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88983148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Slide Number Placeholder 5">
            <a:extLst>
              <a:ext uri="{FF2B5EF4-FFF2-40B4-BE49-F238E27FC236}">
                <a16:creationId xmlns:a16="http://schemas.microsoft.com/office/drawing/2014/main" id="{D2F56B58-0B36-428A-B0BE-4574BA2F5CBD}"/>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63182861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0317854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12">
            <a:extLst>
              <a:ext uri="{FF2B5EF4-FFF2-40B4-BE49-F238E27FC236}">
                <a16:creationId xmlns:a16="http://schemas.microsoft.com/office/drawing/2014/main" id="{B602D3CF-7375-4049-9258-8A87495F73D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6677353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13797618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1554368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443754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453250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7120762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76773832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1"/>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0262776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210153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63546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8986428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pic>
        <p:nvPicPr>
          <p:cNvPr id="5" name="Graphic 12">
            <a:extLst>
              <a:ext uri="{FF2B5EF4-FFF2-40B4-BE49-F238E27FC236}">
                <a16:creationId xmlns:a16="http://schemas.microsoft.com/office/drawing/2014/main" id="{87097A1A-9ECB-4F0C-B6E1-14D2D8C0949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41857371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pic>
        <p:nvPicPr>
          <p:cNvPr id="10" name="Graphic 12">
            <a:extLst>
              <a:ext uri="{FF2B5EF4-FFF2-40B4-BE49-F238E27FC236}">
                <a16:creationId xmlns:a16="http://schemas.microsoft.com/office/drawing/2014/main" id="{96518993-75B4-4F40-A5EB-71E232CA85DC}"/>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32495643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98237031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25077508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0"/>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198"/>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73811040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0"/>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4"/>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49"/>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3"/>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08943223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7825" y="1378817"/>
            <a:ext cx="9468000" cy="3214287"/>
          </a:xfrm>
        </p:spPr>
        <p:txBody>
          <a:bodyPr anchor="ctr"/>
          <a:lstStyle>
            <a:lvl1pPr>
              <a:defRPr sz="5751">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A5BD75A-6B61-9441-8CE4-F0FC479087C4}"/>
              </a:ext>
            </a:extLst>
          </p:cNvPr>
          <p:cNvSpPr/>
          <p:nvPr userDrawn="1"/>
        </p:nvSpPr>
        <p:spPr>
          <a:xfrm>
            <a:off x="1" y="6183203"/>
            <a:ext cx="12192000" cy="67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B10C90B1-4A2A-4756-A976-A1F4FE54692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Tree>
    <p:extLst>
      <p:ext uri="{BB962C8B-B14F-4D97-AF65-F5344CB8AC3E}">
        <p14:creationId xmlns:p14="http://schemas.microsoft.com/office/powerpoint/2010/main" val="19682556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0D93C59-0F95-6442-A8BF-7DDE07DA82C7}"/>
              </a:ext>
            </a:extLst>
          </p:cNvPr>
          <p:cNvSpPr/>
          <p:nvPr userDrawn="1"/>
        </p:nvSpPr>
        <p:spPr>
          <a:xfrm>
            <a:off x="10342179" y="5402111"/>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870315" y="5730225"/>
            <a:ext cx="2451372" cy="526468"/>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2975751"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2400">
              <a:latin typeface="+mj-lt"/>
            </a:endParaRPr>
          </a:p>
        </p:txBody>
      </p:sp>
      <p:sp>
        <p:nvSpPr>
          <p:cNvPr id="13" name="Content Placeholder 2">
            <a:extLst>
              <a:ext uri="{FF2B5EF4-FFF2-40B4-BE49-F238E27FC236}">
                <a16:creationId xmlns:a16="http://schemas.microsoft.com/office/drawing/2014/main" id="{F5974BA7-AD04-7A43-81DD-B98B549B07CB}"/>
              </a:ext>
            </a:extLst>
          </p:cNvPr>
          <p:cNvSpPr txBox="1">
            <a:spLocks/>
          </p:cNvSpPr>
          <p:nvPr userDrawn="1"/>
        </p:nvSpPr>
        <p:spPr>
          <a:xfrm>
            <a:off x="-1375" y="6508319"/>
            <a:ext cx="12192000" cy="280108"/>
          </a:xfrm>
          <a:prstGeom prst="rect">
            <a:avLst/>
          </a:prstGeom>
        </p:spPr>
        <p:txBody>
          <a:bodyPr/>
          <a:lstStyle>
            <a:lvl1pPr marL="171450" indent="-171450" algn="l" defTabSz="685800" rtl="0" eaLnBrk="1" latinLnBrk="0" hangingPunct="1">
              <a:lnSpc>
                <a:spcPct val="90000"/>
              </a:lnSpc>
              <a:spcBef>
                <a:spcPts val="750"/>
              </a:spcBef>
              <a:buClr>
                <a:schemeClr val="accent2"/>
              </a:buClr>
              <a:buSzPct val="120000"/>
              <a:buFont typeface="Arial" panose="020B0604020202020204" pitchFamily="34" charset="0"/>
              <a:buChar char="•"/>
              <a:tabLst/>
              <a:defRPr sz="2000" kern="1200">
                <a:solidFill>
                  <a:schemeClr val="tx1"/>
                </a:solidFill>
                <a:latin typeface="+mn-lt"/>
                <a:ea typeface="+mn-ea"/>
                <a:cs typeface="+mn-cs"/>
              </a:defRPr>
            </a:lvl1pPr>
            <a:lvl2pPr marL="573088" indent="-168275" algn="l" defTabSz="685800" rtl="0" eaLnBrk="1" latinLnBrk="0" hangingPunct="1">
              <a:lnSpc>
                <a:spcPct val="90000"/>
              </a:lnSpc>
              <a:spcBef>
                <a:spcPts val="375"/>
              </a:spcBef>
              <a:buFont typeface="System Font Regular"/>
              <a:buChar char="–"/>
              <a:tabLst/>
              <a:defRPr sz="1800" kern="1200">
                <a:solidFill>
                  <a:schemeClr val="tx1"/>
                </a:solidFill>
                <a:latin typeface="+mn-lt"/>
                <a:ea typeface="+mn-ea"/>
                <a:cs typeface="+mn-cs"/>
              </a:defRPr>
            </a:lvl2pPr>
            <a:lvl3pPr marL="749300" indent="-176213" algn="l" defTabSz="685800" rtl="0" eaLnBrk="1" latinLnBrk="0" hangingPunct="1">
              <a:lnSpc>
                <a:spcPct val="90000"/>
              </a:lnSpc>
              <a:spcBef>
                <a:spcPts val="375"/>
              </a:spcBef>
              <a:buFont typeface="Wingdings" pitchFamily="2" charset="2"/>
              <a:buChar char="§"/>
              <a:tabLst/>
              <a:defRPr sz="1800" kern="1200">
                <a:solidFill>
                  <a:schemeClr val="tx1"/>
                </a:solidFill>
                <a:latin typeface="+mn-lt"/>
                <a:ea typeface="+mn-ea"/>
                <a:cs typeface="+mn-cs"/>
              </a:defRPr>
            </a:lvl3pPr>
            <a:lvl4pPr marL="863600" indent="-190500" algn="l" defTabSz="685800" rtl="0" eaLnBrk="1" latinLnBrk="0" hangingPunct="1">
              <a:lnSpc>
                <a:spcPct val="90000"/>
              </a:lnSpc>
              <a:spcBef>
                <a:spcPts val="375"/>
              </a:spcBef>
              <a:buFont typeface="Courier New" panose="02070309020205020404" pitchFamily="49" charset="0"/>
              <a:buChar char="o"/>
              <a:tabLst/>
              <a:defRPr sz="1800" kern="1200">
                <a:solidFill>
                  <a:schemeClr val="tx1"/>
                </a:solidFill>
                <a:latin typeface="+mn-lt"/>
                <a:ea typeface="+mn-ea"/>
                <a:cs typeface="+mn-cs"/>
              </a:defRPr>
            </a:lvl4pPr>
            <a:lvl5pPr marL="1031875" indent="-168275" algn="l" defTabSz="685800" rtl="0" eaLnBrk="1" latinLnBrk="0" hangingPunct="1">
              <a:lnSpc>
                <a:spcPct val="90000"/>
              </a:lnSpc>
              <a:spcBef>
                <a:spcPts val="375"/>
              </a:spcBef>
              <a:buFont typeface="Arial" panose="020B0604020202020204" pitchFamily="34" charset="0"/>
              <a:buChar char="•"/>
              <a:tabLst/>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nSpc>
                <a:spcPct val="100000"/>
              </a:lnSpc>
              <a:spcBef>
                <a:spcPts val="0"/>
              </a:spcBef>
              <a:buNone/>
            </a:pPr>
            <a:r>
              <a:rPr lang="en-US" sz="800" dirty="0">
                <a:latin typeface="Montserrat" pitchFamily="2" charset="77"/>
              </a:rPr>
              <a:t>© 2025 Organon group of companies. All rights reserved. ORGANON and the ORGANON Logo are trademarks of the Organon group of companies.					                     </a:t>
            </a:r>
          </a:p>
          <a:p>
            <a:pPr marL="0" indent="0">
              <a:lnSpc>
                <a:spcPct val="100000"/>
              </a:lnSpc>
              <a:spcBef>
                <a:spcPts val="0"/>
              </a:spcBef>
              <a:buNone/>
            </a:pPr>
            <a:r>
              <a:rPr lang="en-US" sz="800" dirty="0">
                <a:latin typeface="Montserrat" pitchFamily="2" charset="77"/>
              </a:rPr>
              <a:t>US-NON-111219     09/25</a:t>
            </a:r>
            <a:br>
              <a:rPr lang="en-US" sz="800" dirty="0">
                <a:latin typeface="Montserrat" pitchFamily="2" charset="77"/>
              </a:rPr>
            </a:br>
            <a:endParaRPr lang="en-US" sz="800" dirty="0">
              <a:latin typeface="Montserrat" pitchFamily="2" charset="77"/>
            </a:endParaRPr>
          </a:p>
        </p:txBody>
      </p:sp>
    </p:spTree>
    <p:extLst>
      <p:ext uri="{BB962C8B-B14F-4D97-AF65-F5344CB8AC3E}">
        <p14:creationId xmlns:p14="http://schemas.microsoft.com/office/powerpoint/2010/main" val="343453455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202749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_Divider Slide">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userDrawn="1">
            <p:custDataLst>
              <p:tags r:id="rId1"/>
            </p:custDataLst>
            <p:extLst>
              <p:ext uri="{D42A27DB-BD31-4B8C-83A1-F6EECF244321}">
                <p14:modId xmlns:p14="http://schemas.microsoft.com/office/powerpoint/2010/main" val="44670761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19" name="Object 18" hidden="1"/>
                      <p:cNvPicPr/>
                      <p:nvPr/>
                    </p:nvPicPr>
                    <p:blipFill>
                      <a:blip r:embed="rId5"/>
                      <a:stretch>
                        <a:fillRect/>
                      </a:stretch>
                    </p:blipFill>
                    <p:spPr>
                      <a:xfrm>
                        <a:off x="2119" y="2119"/>
                        <a:ext cx="2117" cy="2117"/>
                      </a:xfrm>
                      <a:prstGeom prst="rect">
                        <a:avLst/>
                      </a:prstGeom>
                    </p:spPr>
                  </p:pic>
                </p:oleObj>
              </mc:Fallback>
            </mc:AlternateContent>
          </a:graphicData>
        </a:graphic>
      </p:graphicFrame>
      <p:sp>
        <p:nvSpPr>
          <p:cNvPr id="18" name="Rectangle 17" hidden="1"/>
          <p:cNvSpPr/>
          <p:nvPr userDrawn="1">
            <p:custDataLst>
              <p:tags r:id="rId2"/>
            </p:custDataLst>
          </p:nvPr>
        </p:nvSpPr>
        <p:spPr>
          <a:xfrm>
            <a:off x="1" y="1"/>
            <a:ext cx="211667" cy="211667"/>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354" rtl="0" eaLnBrk="1" fontAlgn="auto" latinLnBrk="0" hangingPunct="1">
              <a:lnSpc>
                <a:spcPct val="100000"/>
              </a:lnSpc>
              <a:spcBef>
                <a:spcPts val="0"/>
              </a:spcBef>
              <a:spcAft>
                <a:spcPts val="0"/>
              </a:spcAft>
              <a:buClrTx/>
              <a:buSzTx/>
              <a:buFontTx/>
              <a:buNone/>
              <a:tabLst/>
              <a:defRPr/>
            </a:pPr>
            <a:endParaRPr kumimoji="0" lang="en-US" sz="3733" b="1" i="0" u="none" strike="noStrike" kern="1200" cap="none" spc="0" normalizeH="0" baseline="0" noProof="0">
              <a:ln>
                <a:noFill/>
              </a:ln>
              <a:solidFill>
                <a:srgbClr val="FFFFFF"/>
              </a:solidFill>
              <a:effectLst/>
              <a:uLnTx/>
              <a:uFillTx/>
              <a:latin typeface="+mn-lt"/>
              <a:ea typeface="+mn-ea"/>
              <a:cs typeface="+mn-cs"/>
              <a:sym typeface="Montserrat" panose="00000500000000000000" pitchFamily="2" charset="0"/>
            </a:endParaRPr>
          </a:p>
        </p:txBody>
      </p:sp>
      <p:grpSp>
        <p:nvGrpSpPr>
          <p:cNvPr id="17" name="Group 16"/>
          <p:cNvGrpSpPr/>
          <p:nvPr userDrawn="1"/>
        </p:nvGrpSpPr>
        <p:grpSpPr>
          <a:xfrm>
            <a:off x="2" y="0"/>
            <a:ext cx="11251473" cy="6551253"/>
            <a:chOff x="0" y="0"/>
            <a:chExt cx="8438605" cy="4913440"/>
          </a:xfrm>
        </p:grpSpPr>
        <p:sp>
          <p:nvSpPr>
            <p:cNvPr id="14" name="Oval 13">
              <a:extLst>
                <a:ext uri="{FF2B5EF4-FFF2-40B4-BE49-F238E27FC236}">
                  <a16:creationId xmlns:a16="http://schemas.microsoft.com/office/drawing/2014/main" id="{00E93B47-1235-C54B-81D2-D02E94505843}"/>
                </a:ext>
              </a:extLst>
            </p:cNvPr>
            <p:cNvSpPr/>
            <p:nvPr userDrawn="1"/>
          </p:nvSpPr>
          <p:spPr>
            <a:xfrm>
              <a:off x="2127485" y="4231469"/>
              <a:ext cx="681971" cy="681971"/>
            </a:xfrm>
            <a:prstGeom prst="ellipse">
              <a:avLst/>
            </a:prstGeom>
            <a:solidFill>
              <a:srgbClr val="54B948"/>
            </a:solidFill>
            <a:ln w="12700" cap="flat" cmpd="sng" algn="ctr">
              <a:noFill/>
              <a:prstDash val="solid"/>
              <a:miter lim="800000"/>
            </a:ln>
            <a:effectLst/>
          </p:spPr>
          <p:txBody>
            <a:bodyPr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sp>
          <p:nvSpPr>
            <p:cNvPr id="15" name="Freeform 14">
              <a:extLst>
                <a:ext uri="{FF2B5EF4-FFF2-40B4-BE49-F238E27FC236}">
                  <a16:creationId xmlns:a16="http://schemas.microsoft.com/office/drawing/2014/main" id="{74AFD015-0D1F-3547-8CF1-90942E7ACF2E}"/>
                </a:ext>
              </a:extLst>
            </p:cNvPr>
            <p:cNvSpPr/>
            <p:nvPr userDrawn="1"/>
          </p:nvSpPr>
          <p:spPr>
            <a:xfrm>
              <a:off x="7756633" y="0"/>
              <a:ext cx="681972" cy="351638"/>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rgbClr val="1B4198"/>
            </a:solidFill>
            <a:ln w="12700" cap="flat" cmpd="sng" algn="ctr">
              <a:noFill/>
              <a:prstDash val="solid"/>
              <a:miter lim="800000"/>
            </a:ln>
            <a:effectLst/>
          </p:spPr>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sp>
          <p:nvSpPr>
            <p:cNvPr id="16" name="Freeform 15">
              <a:extLst>
                <a:ext uri="{FF2B5EF4-FFF2-40B4-BE49-F238E27FC236}">
                  <a16:creationId xmlns:a16="http://schemas.microsoft.com/office/drawing/2014/main" id="{B74D8618-1342-4C42-94BD-C150DF3C1928}"/>
                </a:ext>
              </a:extLst>
            </p:cNvPr>
            <p:cNvSpPr/>
            <p:nvPr userDrawn="1"/>
          </p:nvSpPr>
          <p:spPr>
            <a:xfrm>
              <a:off x="0" y="1421025"/>
              <a:ext cx="1408542" cy="681972"/>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rgbClr val="E20177"/>
            </a:solidFill>
            <a:ln w="12700" cap="flat" cmpd="sng" algn="ctr">
              <a:noFill/>
              <a:prstDash val="solid"/>
              <a:miter lim="800000"/>
            </a:ln>
            <a:effectLst/>
          </p:spPr>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mn-lt"/>
                <a:ea typeface="+mn-ea"/>
                <a:cs typeface="+mn-cs"/>
              </a:endParaRPr>
            </a:p>
          </p:txBody>
        </p:sp>
      </p:grpSp>
      <p:sp>
        <p:nvSpPr>
          <p:cNvPr id="12" name="Date Placeholder 2"/>
          <p:cNvSpPr>
            <a:spLocks noGrp="1"/>
          </p:cNvSpPr>
          <p:nvPr>
            <p:ph type="dt" sz="half" idx="10"/>
          </p:nvPr>
        </p:nvSpPr>
        <p:spPr>
          <a:xfrm>
            <a:off x="8336281" y="6514010"/>
            <a:ext cx="1482051" cy="123111"/>
          </a:xfrm>
          <a:prstGeom prst="rect">
            <a:avLst/>
          </a:prstGeom>
        </p:spPr>
        <p:txBody>
          <a:bodyPr/>
          <a:lstStyle>
            <a:lvl1pPr>
              <a:defRPr sz="800">
                <a:solidFill>
                  <a:schemeClr val="bg1"/>
                </a:solidFill>
                <a:latin typeface="+mn-lt"/>
                <a:ea typeface="+mn-ea"/>
                <a:cs typeface="+mn-cs"/>
                <a:sym typeface="+mn-lt"/>
              </a:defRPr>
            </a:lvl1pPr>
          </a:lstStyle>
          <a:p>
            <a:endParaRPr lang="en-US">
              <a:solidFill>
                <a:srgbClr val="FFFFFF"/>
              </a:solidFill>
            </a:endParaRPr>
          </a:p>
        </p:txBody>
      </p:sp>
      <p:sp>
        <p:nvSpPr>
          <p:cNvPr id="2" name="Title 1"/>
          <p:cNvSpPr>
            <a:spLocks noGrp="1"/>
          </p:cNvSpPr>
          <p:nvPr>
            <p:ph type="title"/>
          </p:nvPr>
        </p:nvSpPr>
        <p:spPr>
          <a:xfrm>
            <a:off x="460464" y="2897304"/>
            <a:ext cx="10515600" cy="985648"/>
          </a:xfrm>
        </p:spPr>
        <p:txBody>
          <a:bodyPr vert="horz"/>
          <a:lstStyle>
            <a:lvl1pPr>
              <a:defRPr sz="3600" b="1">
                <a:latin typeface="+mj-lt"/>
                <a:ea typeface="+mj-ea"/>
                <a:cs typeface="+mj-cs"/>
              </a:defRPr>
            </a:lvl1pPr>
          </a:lstStyle>
          <a:p>
            <a:r>
              <a:rPr lang="en-US"/>
              <a:t>Click to edit Master title style</a:t>
            </a:r>
          </a:p>
        </p:txBody>
      </p:sp>
      <p:sp>
        <p:nvSpPr>
          <p:cNvPr id="23" name="Text Placeholder 22"/>
          <p:cNvSpPr>
            <a:spLocks noGrp="1"/>
          </p:cNvSpPr>
          <p:nvPr>
            <p:ph type="body" sz="quarter" idx="11"/>
          </p:nvPr>
        </p:nvSpPr>
        <p:spPr>
          <a:xfrm>
            <a:off x="457200" y="4025416"/>
            <a:ext cx="10538293" cy="684208"/>
          </a:xfrm>
        </p:spPr>
        <p:txBody>
          <a:bodyPr/>
          <a:lstStyle>
            <a:lvl1pPr>
              <a:defRPr sz="2800" b="0">
                <a:latin typeface="+mn-lt"/>
                <a:ea typeface="+mn-ea"/>
                <a:cs typeface="+mn-cs"/>
              </a:defRPr>
            </a:lvl1pPr>
          </a:lstStyle>
          <a:p>
            <a:pPr lvl="0"/>
            <a:r>
              <a:rPr lang="en-US"/>
              <a:t>Click to edit Master text styles</a:t>
            </a:r>
          </a:p>
        </p:txBody>
      </p:sp>
      <p:pic>
        <p:nvPicPr>
          <p:cNvPr id="20" name="Graphic 9">
            <a:extLst>
              <a:ext uri="{FF2B5EF4-FFF2-40B4-BE49-F238E27FC236}">
                <a16:creationId xmlns:a16="http://schemas.microsoft.com/office/drawing/2014/main" id="{D3FE0F32-6A39-2143-8C31-4818256ECAE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544688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2_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61" y="446468"/>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3"/>
            <a:ext cx="1783080" cy="369195"/>
          </a:xfrm>
          <a:prstGeom prst="rect">
            <a:avLst/>
          </a:prstGeom>
        </p:spPr>
      </p:pic>
    </p:spTree>
    <p:extLst>
      <p:ext uri="{BB962C8B-B14F-4D97-AF65-F5344CB8AC3E}">
        <p14:creationId xmlns:p14="http://schemas.microsoft.com/office/powerpoint/2010/main" val="36037157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61731" y="320418"/>
            <a:ext cx="7585276" cy="6217164"/>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632282"/>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255586" y="8861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917710" y="1758174"/>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293470" y="266105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293471" y="37895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934996" y="4752734"/>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6255587" y="561107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895062" y="886471"/>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507067" y="1758500"/>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903507" y="2661385"/>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903507" y="3789888"/>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524354" y="4752733"/>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895062" y="5611403"/>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39870"/>
            <a:ext cx="6588376" cy="5169844"/>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Tree>
    <p:extLst>
      <p:ext uri="{BB962C8B-B14F-4D97-AF65-F5344CB8AC3E}">
        <p14:creationId xmlns:p14="http://schemas.microsoft.com/office/powerpoint/2010/main" val="14319547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1" y="840198"/>
            <a:ext cx="6546455" cy="5177605"/>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255586" y="88614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917710" y="1758174"/>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293470" y="266105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293471" y="3789562"/>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934996" y="4752734"/>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6255587" y="561107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895062" y="886471"/>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507067" y="1758500"/>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903507" y="2661385"/>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903507" y="3789888"/>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524354" y="4752733"/>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895062" y="5611403"/>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61731" y="320418"/>
            <a:ext cx="7585276" cy="6217164"/>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729318"/>
            <a:ext cx="4518121" cy="3399367"/>
          </a:xfrm>
        </p:spPr>
        <p:txBody>
          <a:bodyPr anchor="ctr">
            <a:normAutofit/>
          </a:bodyPr>
          <a:lstStyle>
            <a:lvl1pPr>
              <a:defRPr sz="3733"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7891002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25033168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123532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27164083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95308952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2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3565843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8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1824562"/>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1824562"/>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1824562"/>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1824562"/>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93282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and Content_Black Box">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711C37-3CCB-744D-90B5-2725D97809BA}"/>
              </a:ext>
            </a:extLst>
          </p:cNvPr>
          <p:cNvSpPr>
            <a:spLocks noGrp="1"/>
          </p:cNvSpPr>
          <p:nvPr>
            <p:ph type="title"/>
          </p:nvPr>
        </p:nvSpPr>
        <p:spPr>
          <a:xfrm>
            <a:off x="685800" y="1343892"/>
            <a:ext cx="3373582" cy="990105"/>
          </a:xfrm>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6BE40B1A-49F3-144D-9C0E-D5201105EA7C}"/>
              </a:ext>
            </a:extLst>
          </p:cNvPr>
          <p:cNvSpPr>
            <a:spLocks noGrp="1"/>
          </p:cNvSpPr>
          <p:nvPr>
            <p:ph type="sldNum" sz="quarter" idx="10"/>
          </p:nvPr>
        </p:nvSpPr>
        <p:spPr/>
        <p:txBody>
          <a:bodyPr/>
          <a:lstStyle/>
          <a:p>
            <a:fld id="{B8E368AD-AC3A-8448-81E7-9702A1829AC4}" type="slidenum">
              <a:rPr lang="en-US" smtClean="0"/>
              <a:pPr/>
              <a:t>‹#›</a:t>
            </a:fld>
            <a:endParaRPr lang="en-US"/>
          </a:p>
        </p:txBody>
      </p:sp>
      <p:sp>
        <p:nvSpPr>
          <p:cNvPr id="5" name="Rectangle 4">
            <a:extLst>
              <a:ext uri="{FF2B5EF4-FFF2-40B4-BE49-F238E27FC236}">
                <a16:creationId xmlns:a16="http://schemas.microsoft.com/office/drawing/2014/main" id="{A73BFE50-A81A-AB46-A7A2-9666CFCFCC92}"/>
              </a:ext>
            </a:extLst>
          </p:cNvPr>
          <p:cNvSpPr/>
          <p:nvPr userDrawn="1"/>
        </p:nvSpPr>
        <p:spPr>
          <a:xfrm>
            <a:off x="4504267" y="658812"/>
            <a:ext cx="7687733" cy="558958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endParaRPr>
          </a:p>
        </p:txBody>
      </p:sp>
      <p:sp>
        <p:nvSpPr>
          <p:cNvPr id="8" name="Text Placeholder 7">
            <a:extLst>
              <a:ext uri="{FF2B5EF4-FFF2-40B4-BE49-F238E27FC236}">
                <a16:creationId xmlns:a16="http://schemas.microsoft.com/office/drawing/2014/main" id="{404CE58A-1238-494D-8A79-4A58EDE3984D}"/>
              </a:ext>
            </a:extLst>
          </p:cNvPr>
          <p:cNvSpPr>
            <a:spLocks noGrp="1"/>
          </p:cNvSpPr>
          <p:nvPr>
            <p:ph type="body" sz="quarter" idx="12"/>
          </p:nvPr>
        </p:nvSpPr>
        <p:spPr>
          <a:xfrm>
            <a:off x="685800" y="2714626"/>
            <a:ext cx="3373438" cy="35337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4A8B4FD5-364F-1749-8E54-56046D878350}"/>
              </a:ext>
            </a:extLst>
          </p:cNvPr>
          <p:cNvSpPr>
            <a:spLocks noGrp="1"/>
          </p:cNvSpPr>
          <p:nvPr>
            <p:ph type="body" sz="quarter" idx="13"/>
          </p:nvPr>
        </p:nvSpPr>
        <p:spPr>
          <a:xfrm>
            <a:off x="5278582" y="1343892"/>
            <a:ext cx="6227618" cy="4378036"/>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Rectangle 10">
            <a:extLst>
              <a:ext uri="{FF2B5EF4-FFF2-40B4-BE49-F238E27FC236}">
                <a16:creationId xmlns:a16="http://schemas.microsoft.com/office/drawing/2014/main" id="{9A9FBDEC-2CAC-954E-AA5E-6D9A9B7E87CC}"/>
              </a:ext>
            </a:extLst>
          </p:cNvPr>
          <p:cNvSpPr/>
          <p:nvPr userDrawn="1"/>
        </p:nvSpPr>
        <p:spPr>
          <a:xfrm>
            <a:off x="8474601" y="6445628"/>
            <a:ext cx="3031599" cy="230832"/>
          </a:xfrm>
          <a:prstGeom prst="rect">
            <a:avLst/>
          </a:prstGeom>
        </p:spPr>
        <p:txBody>
          <a:bodyPr wrap="none" lIns="0" tIns="0" rIns="0" bIns="0" anchor="ctr">
            <a:noAutofit/>
          </a:bodyPr>
          <a:lstStyle/>
          <a:p>
            <a:pPr algn="r"/>
            <a:r>
              <a:rPr lang="en-US" sz="800" b="0" i="0">
                <a:solidFill>
                  <a:schemeClr val="tx1"/>
                </a:solidFill>
                <a:latin typeface="Arial" panose="020B0604020202020204" pitchFamily="34" charset="0"/>
                <a:cs typeface="Arial" panose="020B0604020202020204" pitchFamily="34" charset="0"/>
              </a:rPr>
              <a:t>Proprietary and Confidential Property of Real Chemistry</a:t>
            </a:r>
          </a:p>
        </p:txBody>
      </p:sp>
    </p:spTree>
    <p:extLst>
      <p:ext uri="{BB962C8B-B14F-4D97-AF65-F5344CB8AC3E}">
        <p14:creationId xmlns:p14="http://schemas.microsoft.com/office/powerpoint/2010/main" val="191533142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9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96980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34291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6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3016278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4002365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15720101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4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1317217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96898025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2427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4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9965745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4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2176685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13636927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21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974050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2_Blank w/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1554E-EAE4-4B4F-BD0C-EE22B6F11A1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85EA0C90-6E04-9519-5664-EFB413590A86}"/>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89482824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8" name="Slide Number Placeholder 5">
            <a:extLst>
              <a:ext uri="{FF2B5EF4-FFF2-40B4-BE49-F238E27FC236}">
                <a16:creationId xmlns:a16="http://schemas.microsoft.com/office/drawing/2014/main" id="{584715DF-8F1D-4D98-BA52-64772637FED5}"/>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73882012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3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B465F0-03D2-4F19-9B30-B7B390891A5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1E4AFAC3-CC8F-D620-D3F2-0956FFB0785B}"/>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12332403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24_Blank w/foo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4351FD-D03E-466B-A677-D6028D5A69E5}"/>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5BD8FD2E-E77A-C383-302D-74387880AAE6}"/>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54305438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5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8" name="Rectangle 7">
            <a:extLst>
              <a:ext uri="{FF2B5EF4-FFF2-40B4-BE49-F238E27FC236}">
                <a16:creationId xmlns:a16="http://schemas.microsoft.com/office/drawing/2014/main" id="{FC3DFC7D-C32E-4AD7-9BD9-C7B1D9FB59D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D2D04CF8-85CD-B3A2-619B-72A28CC9D9BD}"/>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394821109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26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6" name="Rectangle 5">
            <a:extLst>
              <a:ext uri="{FF2B5EF4-FFF2-40B4-BE49-F238E27FC236}">
                <a16:creationId xmlns:a16="http://schemas.microsoft.com/office/drawing/2014/main" id="{53E30D83-BDA4-4DC1-9651-732FC429A4A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 name="Picture 1" descr="A close-up of a logo&#10;&#10;Description automatically generated">
            <a:extLst>
              <a:ext uri="{FF2B5EF4-FFF2-40B4-BE49-F238E27FC236}">
                <a16:creationId xmlns:a16="http://schemas.microsoft.com/office/drawing/2014/main" id="{17BD4CE0-6B80-ECF8-CC61-9423ABA248C5}"/>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406513002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27_Blank w/foot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9EC0EC0-A245-410F-9859-77595118E4BE}"/>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pic>
        <p:nvPicPr>
          <p:cNvPr id="2" name="Picture 1" descr="A close-up of a logo&#10;&#10;Description automatically generated">
            <a:extLst>
              <a:ext uri="{FF2B5EF4-FFF2-40B4-BE49-F238E27FC236}">
                <a16:creationId xmlns:a16="http://schemas.microsoft.com/office/drawing/2014/main" id="{938C2D30-4F3F-7BD2-E701-5C0FE5D3BD64}"/>
              </a:ext>
            </a:extLst>
          </p:cNvPr>
          <p:cNvPicPr>
            <a:picLocks noChangeAspect="1"/>
          </p:cNvPicPr>
          <p:nvPr userDrawn="1"/>
        </p:nvPicPr>
        <p:blipFill>
          <a:blip r:embed="rId2"/>
          <a:stretch>
            <a:fillRect/>
          </a:stretch>
        </p:blipFill>
        <p:spPr>
          <a:xfrm>
            <a:off x="9715503" y="6301031"/>
            <a:ext cx="2098751" cy="458460"/>
          </a:xfrm>
          <a:prstGeom prst="rect">
            <a:avLst/>
          </a:prstGeom>
        </p:spPr>
      </p:pic>
    </p:spTree>
    <p:extLst>
      <p:ext uri="{BB962C8B-B14F-4D97-AF65-F5344CB8AC3E}">
        <p14:creationId xmlns:p14="http://schemas.microsoft.com/office/powerpoint/2010/main" val="397092140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p:spPr>
        <p:txBody>
          <a:bodyPr lIns="0" tIns="0" rIns="0" bIns="0"/>
          <a:lstStyle>
            <a:lvl1pPr marL="0" indent="0" algn="l">
              <a:buNone/>
              <a:defRPr sz="2400"/>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p:spPr>
        <p:txBody>
          <a:bodyPr lIns="0" tIns="0" rIns="0" bIns="0" anchor="b"/>
          <a:lstStyle>
            <a:lvl1pPr algn="l">
              <a:defRPr sz="4267"/>
            </a:lvl1pPr>
          </a:lstStyle>
          <a:p>
            <a:r>
              <a:rPr lang="en-US"/>
              <a:t>Click to edit Master title style</a:t>
            </a:r>
          </a:p>
        </p:txBody>
      </p:sp>
      <p:sp>
        <p:nvSpPr>
          <p:cNvPr id="9" name="Freeform 8">
            <a:extLst>
              <a:ext uri="{FF2B5EF4-FFF2-40B4-BE49-F238E27FC236}">
                <a16:creationId xmlns:a16="http://schemas.microsoft.com/office/drawing/2014/main" id="{9B73DB2B-0F7D-4740-AAFB-08A4184D1C18}"/>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30158742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2"/>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r>
              <a:rPr lang="en-US"/>
              <a:t>Click to edit Master title style</a:t>
            </a:r>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67" indent="0">
              <a:buNone/>
              <a:defRPr sz="2000">
                <a:solidFill>
                  <a:schemeClr val="tx1">
                    <a:tint val="75000"/>
                  </a:schemeClr>
                </a:solidFill>
              </a:defRPr>
            </a:lvl2pPr>
            <a:lvl3pPr marL="914332" indent="0">
              <a:buNone/>
              <a:defRPr sz="1800">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7"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1F6646F-EFE6-CC40-B267-62108C5E032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610513089"/>
      </p:ext>
    </p:extLst>
  </p:cSld>
  <p:clrMapOvr>
    <a:masterClrMapping/>
  </p:clrMapOvr>
  <p:extLst>
    <p:ext uri="{DCECCB84-F9BA-43D5-87BE-67443E8EF086}">
      <p15:sldGuideLst xmlns:p15="http://schemas.microsoft.com/office/powerpoint/2012/main">
        <p15:guide id="1" orient="horz" pos="3132">
          <p15:clr>
            <a:srgbClr val="FBAE40"/>
          </p15:clr>
        </p15:guide>
        <p15:guide id="2" pos="288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580823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44841052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10532812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8"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404662500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87012932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57562464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631726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51107204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6" y="1359588"/>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8643122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r>
              <a:rPr lang="en-US"/>
              <a:t>Click to edit Master title style</a:t>
            </a:r>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71704453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45276559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5"/>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401921769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3" y="1295400"/>
            <a:ext cx="11241111" cy="467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FCFFF2E-8320-4800-B48F-6DD8C98A9A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507451" y="6346628"/>
            <a:ext cx="2182304" cy="363717"/>
          </a:xfrm>
          <a:prstGeom prst="rect">
            <a:avLst/>
          </a:prstGeom>
        </p:spPr>
      </p:pic>
    </p:spTree>
    <p:extLst>
      <p:ext uri="{BB962C8B-B14F-4D97-AF65-F5344CB8AC3E}">
        <p14:creationId xmlns:p14="http://schemas.microsoft.com/office/powerpoint/2010/main" val="388225459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7"/>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103539"/>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5"/>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1525058362"/>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2787300"/>
            <a:ext cx="9160412" cy="641701"/>
          </a:xfrm>
          <a:prstGeom prst="rect">
            <a:avLst/>
          </a:prstGeom>
        </p:spPr>
        <p:txBody>
          <a:bodyPr lIns="0" tIns="0" rIns="0" bIns="0"/>
          <a:lstStyle>
            <a:lvl1pPr marL="0" indent="0" algn="l">
              <a:buNone/>
              <a:defRPr sz="2400" b="0">
                <a:solidFill>
                  <a:schemeClr val="accent1"/>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90"/>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3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2117100324"/>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5" y="2070574"/>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54"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5"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1045349019"/>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1_Title Slide w/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103539"/>
            <a:ext cx="2451372" cy="526468"/>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3"/>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2803130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1_Title Slide - no 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2787300"/>
            <a:ext cx="9160412" cy="641701"/>
          </a:xfrm>
          <a:prstGeom prst="rect">
            <a:avLst/>
          </a:prstGeom>
        </p:spPr>
        <p:txBody>
          <a:bodyPr lIns="0" tIns="0" rIns="0" bIns="0"/>
          <a:lstStyle>
            <a:lvl1pPr marL="0" indent="0" algn="l">
              <a:buNone/>
              <a:defRPr sz="2400" b="0">
                <a:solidFill>
                  <a:schemeClr val="accent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9"/>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32"/>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254494864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4" y="2070572"/>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82"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3"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9" name="Graphic 12">
            <a:extLst>
              <a:ext uri="{FF2B5EF4-FFF2-40B4-BE49-F238E27FC236}">
                <a16:creationId xmlns:a16="http://schemas.microsoft.com/office/drawing/2014/main" id="{C083E8D7-169D-F840-B363-AD6AFF16A644}"/>
              </a:ext>
            </a:extLst>
          </p:cNvPr>
          <p:cNvPicPr>
            <a:picLocks noChangeAspect="1"/>
          </p:cNvPicPr>
          <p:nvPr userDrawn="1"/>
        </p:nvPicPr>
        <p:blipFill>
          <a:blip r:embed="rId2"/>
          <a:srcRect/>
          <a:stretch/>
        </p:blipFill>
        <p:spPr>
          <a:xfrm>
            <a:off x="4870315" y="6103539"/>
            <a:ext cx="2451372" cy="526468"/>
          </a:xfrm>
          <a:prstGeom prst="rect">
            <a:avLst/>
          </a:prstGeom>
        </p:spPr>
      </p:pic>
    </p:spTree>
    <p:extLst>
      <p:ext uri="{BB962C8B-B14F-4D97-AF65-F5344CB8AC3E}">
        <p14:creationId xmlns:p14="http://schemas.microsoft.com/office/powerpoint/2010/main" val="3254402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A4991716-09B9-F64E-83D9-0061B1AFB6AE}"/>
              </a:ext>
            </a:extLst>
          </p:cNvPr>
          <p:cNvSpPr/>
          <p:nvPr userDrawn="1"/>
        </p:nvSpPr>
        <p:spPr>
          <a:xfrm flipH="1">
            <a:off x="3" y="303004"/>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7"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2"/>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7" name="Graphic 12">
            <a:extLst>
              <a:ext uri="{FF2B5EF4-FFF2-40B4-BE49-F238E27FC236}">
                <a16:creationId xmlns:a16="http://schemas.microsoft.com/office/drawing/2014/main" id="{411A6808-FA9A-4598-87E1-C9CD7E69B8C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68590317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3" y="1569463"/>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95008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4" y="1569463"/>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1842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6" y="335799"/>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9" y="61892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5" y="149095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7" y="24272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30" y="352234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13" y="448551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603" y="534385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9"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1"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7"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5"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80322752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5" y="835269"/>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49" y="370774"/>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9"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50" y="6189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30" y="149095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5" y="2393842"/>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5" y="352234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30" y="448551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50" y="534385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7"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3"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50" y="1420346"/>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24202934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9"/>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22" y="1365065"/>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7" y="113450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8" y="2993909"/>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81" y="476506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5"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7293016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5" y="835269"/>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9" y="92995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6" y="19006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5" y="299323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7" y="408339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9" y="505439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08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9"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901"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3"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49" y="370774"/>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50" y="1543700"/>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71452077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3"/>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55" indent="0">
              <a:buNone/>
              <a:defRPr sz="2000">
                <a:solidFill>
                  <a:schemeClr val="tx1">
                    <a:tint val="75000"/>
                  </a:schemeClr>
                </a:solidFill>
              </a:defRPr>
            </a:lvl2pPr>
            <a:lvl3pPr marL="914309" indent="0">
              <a:buNone/>
              <a:defRPr sz="1800">
                <a:solidFill>
                  <a:schemeClr val="tx1">
                    <a:tint val="75000"/>
                  </a:schemeClr>
                </a:solidFill>
              </a:defRPr>
            </a:lvl3pPr>
            <a:lvl4pPr marL="1371464" indent="0">
              <a:buNone/>
              <a:defRPr sz="1600">
                <a:solidFill>
                  <a:schemeClr val="tx1">
                    <a:tint val="75000"/>
                  </a:schemeClr>
                </a:solidFill>
              </a:defRPr>
            </a:lvl4pPr>
            <a:lvl5pPr marL="1828618" indent="0">
              <a:buNone/>
              <a:defRPr sz="1600">
                <a:solidFill>
                  <a:schemeClr val="tx1">
                    <a:tint val="75000"/>
                  </a:schemeClr>
                </a:solidFill>
              </a:defRPr>
            </a:lvl5pPr>
            <a:lvl6pPr marL="2285774"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5"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31776545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5" y="4709629"/>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7"/>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5"/>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591345479"/>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5" y="2070574"/>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54"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55" indent="0" algn="ctr">
              <a:buNone/>
              <a:defRPr sz="2000"/>
            </a:lvl2pPr>
            <a:lvl3pPr marL="914309" indent="0" algn="ctr">
              <a:buNone/>
              <a:defRPr sz="1800"/>
            </a:lvl3pPr>
            <a:lvl4pPr marL="1371464" indent="0" algn="ctr">
              <a:buNone/>
              <a:defRPr sz="1600"/>
            </a:lvl4pPr>
            <a:lvl5pPr marL="1828618" indent="0" algn="ctr">
              <a:buNone/>
              <a:defRPr sz="1600"/>
            </a:lvl5pPr>
            <a:lvl6pPr marL="2285774" indent="0" algn="ctr">
              <a:buNone/>
              <a:defRPr sz="1600"/>
            </a:lvl6pPr>
            <a:lvl7pPr marL="2742926" indent="0" algn="ctr">
              <a:buNone/>
              <a:defRPr sz="1600"/>
            </a:lvl7pPr>
            <a:lvl8pPr marL="3200080" indent="0" algn="ctr">
              <a:buNone/>
              <a:defRPr sz="1600"/>
            </a:lvl8pPr>
            <a:lvl9pPr marL="3657235"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5"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202694420"/>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39" marR="0" indent="-243817" algn="l" defTabSz="914309"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355" marR="0" indent="-243817" algn="l" defTabSz="914309"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080" marR="0" indent="-243817" algn="l" defTabSz="914309"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09"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379106732"/>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83253868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515474755"/>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40"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53323380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a:noFill/>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288233021"/>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4167140985"/>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82981989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90" y="1578870"/>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1" y="1576553"/>
            <a:ext cx="7141027"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8597987"/>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5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37728E0E-A727-3344-B4A0-02F610225340}"/>
              </a:ext>
            </a:extLst>
          </p:cNvPr>
          <p:cNvSpPr/>
          <p:nvPr userDrawn="1"/>
        </p:nvSpPr>
        <p:spPr>
          <a:xfrm>
            <a:off x="-262146" y="335798"/>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7" y="61892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3" y="14909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6" y="242724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9" y="352234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11" y="448551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602" y="5343858"/>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9"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1"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7"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5"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24" name="Graphic 12">
            <a:extLst>
              <a:ext uri="{FF2B5EF4-FFF2-40B4-BE49-F238E27FC236}">
                <a16:creationId xmlns:a16="http://schemas.microsoft.com/office/drawing/2014/main" id="{1FBDC1D9-9D8E-4EF9-B12C-A0D05E86DC5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378342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userDrawn="1">
  <p:cSld name="6_Custom Layout">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CED53280-3164-824A-8AA0-5CA6139715BA}"/>
              </a:ext>
            </a:extLst>
          </p:cNvPr>
          <p:cNvSpPr/>
          <p:nvPr userDrawn="1"/>
        </p:nvSpPr>
        <p:spPr>
          <a:xfrm>
            <a:off x="3" y="835268"/>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49" y="370773"/>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9"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9" y="618926"/>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8" y="14909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3" y="23938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3" y="352234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9" y="448551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9" y="534385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3"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7"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3"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9" y="1420345"/>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4" name="Graphic 12">
            <a:extLst>
              <a:ext uri="{FF2B5EF4-FFF2-40B4-BE49-F238E27FC236}">
                <a16:creationId xmlns:a16="http://schemas.microsoft.com/office/drawing/2014/main" id="{D7B20128-E9B2-4544-A71F-6A28D98208E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545174"/>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7_Custom Layout">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03C1C5D1-536D-AD42-ADF1-44F2EFD99432}"/>
              </a:ext>
            </a:extLst>
          </p:cNvPr>
          <p:cNvSpPr/>
          <p:nvPr userDrawn="1"/>
        </p:nvSpPr>
        <p:spPr>
          <a:xfrm>
            <a:off x="-253797" y="335798"/>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21" y="1365064"/>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6" y="1134506"/>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7" y="2993907"/>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9" y="476506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5"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1"/>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4" name="Graphic 12">
            <a:extLst>
              <a:ext uri="{FF2B5EF4-FFF2-40B4-BE49-F238E27FC236}">
                <a16:creationId xmlns:a16="http://schemas.microsoft.com/office/drawing/2014/main" id="{A07DA32D-B617-4963-B3A9-B9BD7DBC32A7}"/>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57846638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8_Custom Layout">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9A5FF9B7-D734-F44B-B6EB-90019FA057EB}"/>
              </a:ext>
            </a:extLst>
          </p:cNvPr>
          <p:cNvSpPr/>
          <p:nvPr userDrawn="1"/>
        </p:nvSpPr>
        <p:spPr>
          <a:xfrm>
            <a:off x="3" y="835268"/>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8" y="9299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5" y="1900626"/>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4" y="2993230"/>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6" y="408339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7" y="5054390"/>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9"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901"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3"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49" y="370773"/>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9" y="1543700"/>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pic>
        <p:nvPicPr>
          <p:cNvPr id="17" name="Graphic 12">
            <a:extLst>
              <a:ext uri="{FF2B5EF4-FFF2-40B4-BE49-F238E27FC236}">
                <a16:creationId xmlns:a16="http://schemas.microsoft.com/office/drawing/2014/main" id="{77760655-B6DB-49FD-BC4B-CCB7D5B75C6A}"/>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110823805"/>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type="secHead" preserve="1">
  <p:cSld name="1_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641962"/>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67" indent="0">
              <a:buNone/>
              <a:defRPr sz="2000">
                <a:solidFill>
                  <a:schemeClr val="tx1">
                    <a:tint val="75000"/>
                  </a:schemeClr>
                </a:solidFill>
              </a:defRPr>
            </a:lvl2pPr>
            <a:lvl3pPr marL="914332" indent="0">
              <a:buNone/>
              <a:defRPr sz="1800">
                <a:solidFill>
                  <a:schemeClr val="tx1">
                    <a:tint val="75000"/>
                  </a:schemeClr>
                </a:solidFill>
              </a:defRPr>
            </a:lvl3pPr>
            <a:lvl4pPr marL="1371498" indent="0">
              <a:buNone/>
              <a:defRPr sz="1600">
                <a:solidFill>
                  <a:schemeClr val="tx1">
                    <a:tint val="75000"/>
                  </a:schemeClr>
                </a:solidFill>
              </a:defRPr>
            </a:lvl4pPr>
            <a:lvl5pPr marL="1828664" indent="0">
              <a:buNone/>
              <a:defRPr sz="1600">
                <a:solidFill>
                  <a:schemeClr val="tx1">
                    <a:tint val="75000"/>
                  </a:schemeClr>
                </a:solidFill>
              </a:defRPr>
            </a:lvl5pPr>
            <a:lvl6pPr marL="2285830" indent="0">
              <a:buNone/>
              <a:defRPr sz="1600">
                <a:solidFill>
                  <a:schemeClr val="tx1">
                    <a:tint val="75000"/>
                  </a:schemeClr>
                </a:solidFill>
              </a:defRPr>
            </a:lvl6pPr>
            <a:lvl7pPr marL="2742994" indent="0">
              <a:buNone/>
              <a:defRPr sz="1600">
                <a:solidFill>
                  <a:schemeClr val="tx1">
                    <a:tint val="75000"/>
                  </a:schemeClr>
                </a:solidFill>
              </a:defRPr>
            </a:lvl7pPr>
            <a:lvl8pPr marL="3200160" indent="0">
              <a:buNone/>
              <a:defRPr sz="1600">
                <a:solidFill>
                  <a:schemeClr val="tx1">
                    <a:tint val="75000"/>
                  </a:schemeClr>
                </a:solidFill>
              </a:defRPr>
            </a:lvl8pPr>
            <a:lvl9pPr marL="3657327"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pic>
        <p:nvPicPr>
          <p:cNvPr id="9" name="Graphic 12">
            <a:extLst>
              <a:ext uri="{FF2B5EF4-FFF2-40B4-BE49-F238E27FC236}">
                <a16:creationId xmlns:a16="http://schemas.microsoft.com/office/drawing/2014/main" id="{2D0336FD-04EA-4C09-8579-6ACC7BB7A011}"/>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0501832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3_Divider Slide_Imag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3" y="4818844"/>
            <a:ext cx="9160412" cy="641701"/>
          </a:xfrm>
          <a:prstGeom prst="rect">
            <a:avLst/>
          </a:prstGeom>
        </p:spPr>
        <p:txBody>
          <a:bodyPr lIns="0" tIns="0" rIns="0" bIns="0"/>
          <a:lstStyle>
            <a:lvl1pPr marL="0" indent="0" algn="l">
              <a:buNone/>
              <a:defRPr sz="2400" b="0">
                <a:solidFill>
                  <a:schemeClr val="accent1"/>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3" y="4709627"/>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5"/>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5"/>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3"/>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pic>
        <p:nvPicPr>
          <p:cNvPr id="10" name="Graphic 12">
            <a:extLst>
              <a:ext uri="{FF2B5EF4-FFF2-40B4-BE49-F238E27FC236}">
                <a16:creationId xmlns:a16="http://schemas.microsoft.com/office/drawing/2014/main" id="{0EFC21C6-F50B-4774-BC69-4FF755A1D584}"/>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5924744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userDrawn="1">
  <p:cSld name="2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19353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4" y="2070572"/>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382" indent="0" algn="ctr">
              <a:buNone/>
              <a:defRPr/>
            </a:lvl5pPr>
          </a:lstStyle>
          <a:p>
            <a:pPr lvl="0"/>
            <a:r>
              <a:rPr lang="en-US"/>
              <a:t> </a:t>
            </a:r>
          </a:p>
        </p:txBody>
      </p:sp>
      <p:sp>
        <p:nvSpPr>
          <p:cNvPr id="3" name="Subtitle 2"/>
          <p:cNvSpPr>
            <a:spLocks noGrp="1"/>
          </p:cNvSpPr>
          <p:nvPr>
            <p:ph type="subTitle" idx="1"/>
          </p:nvPr>
        </p:nvSpPr>
        <p:spPr>
          <a:xfrm>
            <a:off x="1430809"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67" indent="0" algn="ctr">
              <a:buNone/>
              <a:defRPr sz="2000"/>
            </a:lvl2pPr>
            <a:lvl3pPr marL="914332" indent="0" algn="ctr">
              <a:buNone/>
              <a:defRPr sz="1800"/>
            </a:lvl3pPr>
            <a:lvl4pPr marL="1371498" indent="0" algn="ctr">
              <a:buNone/>
              <a:defRPr sz="1600"/>
            </a:lvl4pPr>
            <a:lvl5pPr marL="1828664" indent="0" algn="ctr">
              <a:buNone/>
              <a:defRPr sz="1600"/>
            </a:lvl5pPr>
            <a:lvl6pPr marL="2285830" indent="0" algn="ctr">
              <a:buNone/>
              <a:defRPr sz="1600"/>
            </a:lvl6pPr>
            <a:lvl7pPr marL="2742994" indent="0" algn="ctr">
              <a:buNone/>
              <a:defRPr sz="1600"/>
            </a:lvl7pPr>
            <a:lvl8pPr marL="3200160" indent="0" algn="ctr">
              <a:buNone/>
              <a:defRPr sz="1600"/>
            </a:lvl8pPr>
            <a:lvl9pPr marL="3657327"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3"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pic>
        <p:nvPicPr>
          <p:cNvPr id="8" name="Graphic 12">
            <a:extLst>
              <a:ext uri="{FF2B5EF4-FFF2-40B4-BE49-F238E27FC236}">
                <a16:creationId xmlns:a16="http://schemas.microsoft.com/office/drawing/2014/main" id="{126098D9-534A-4BBE-BE76-6581AFF10532}"/>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7429090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1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55" marR="0" indent="-243823" algn="l" defTabSz="914332"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376" marR="0" indent="-243823" algn="l" defTabSz="914332"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10" marR="0" indent="-243823" algn="l" defTabSz="914332"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32"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4250708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1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7866035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1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27991813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1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8"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256509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a:noFill/>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121548592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398339726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11243259"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Tree>
    <p:extLst>
      <p:ext uri="{BB962C8B-B14F-4D97-AF65-F5344CB8AC3E}">
        <p14:creationId xmlns:p14="http://schemas.microsoft.com/office/powerpoint/2010/main" val="209978013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1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9" y="1578869"/>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1" y="1576553"/>
            <a:ext cx="7141027"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886056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8" name="Slide Number Placeholder 5">
            <a:extLst>
              <a:ext uri="{FF2B5EF4-FFF2-40B4-BE49-F238E27FC236}">
                <a16:creationId xmlns:a16="http://schemas.microsoft.com/office/drawing/2014/main" id="{D2F56B58-0B36-428A-B0BE-4574BA2F5CBD}"/>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12664981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5634850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12">
            <a:extLst>
              <a:ext uri="{FF2B5EF4-FFF2-40B4-BE49-F238E27FC236}">
                <a16:creationId xmlns:a16="http://schemas.microsoft.com/office/drawing/2014/main" id="{B602D3CF-7375-4049-9258-8A87495F73DB}"/>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3859877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3" y="4950897"/>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8"/>
            <a:ext cx="881336" cy="545017"/>
          </a:xfrm>
          <a:prstGeom prst="rect">
            <a:avLst/>
          </a:prstGeom>
          <a:noFill/>
        </p:spPr>
        <p:txBody>
          <a:bodyPr wrap="square" lIns="0" tIns="0" rIns="0" bIns="0" rtlCol="0">
            <a:no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5" y="1208669"/>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9" y="1414861"/>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1" y="4935465"/>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7" y="4893429"/>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7"/>
            <a:ext cx="2639483" cy="836083"/>
          </a:xfrm>
        </p:spPr>
        <p:txBody>
          <a:bodyPr anchor="t"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3" y="2061185"/>
            <a:ext cx="2639483" cy="836083"/>
          </a:xfrm>
        </p:spPr>
        <p:txBody>
          <a:bodyPr anchor="b" anchorCtr="0">
            <a:noAutofit/>
          </a:bodyPr>
          <a:lstStyle>
            <a:lvl1pPr marL="0" marR="0" indent="0" algn="l" defTabSz="121908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08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766147286"/>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3"/>
            <a:ext cx="2345267" cy="493183"/>
          </a:xfrm>
        </p:spPr>
        <p:txBody>
          <a:bodyPr/>
          <a:lstStyle>
            <a:lvl1pPr marL="0" marR="0" indent="0" algn="ctr" defTabSz="609539" rtl="0" eaLnBrk="1" fontAlgn="auto" latinLnBrk="0" hangingPunct="1">
              <a:lnSpc>
                <a:spcPct val="100000"/>
              </a:lnSpc>
              <a:spcBef>
                <a:spcPts val="0"/>
              </a:spcBef>
              <a:spcAft>
                <a:spcPts val="0"/>
              </a:spcAft>
              <a:buClrTx/>
              <a:buSzTx/>
              <a:buFontTx/>
              <a:buNone/>
              <a:tabLst/>
              <a:defRPr/>
            </a:lvl1p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112538824"/>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3"/>
            <a:ext cx="2345267" cy="493183"/>
          </a:xfrm>
        </p:spPr>
        <p:txBody>
          <a:bodyPr/>
          <a:lstStyle>
            <a:lvl1pPr marL="0" marR="0" indent="0" algn="ctr" defTabSz="609539" rtl="0" eaLnBrk="1" fontAlgn="auto" latinLnBrk="0" hangingPunct="1">
              <a:lnSpc>
                <a:spcPct val="100000"/>
              </a:lnSpc>
              <a:spcBef>
                <a:spcPts val="0"/>
              </a:spcBef>
              <a:spcAft>
                <a:spcPts val="0"/>
              </a:spcAft>
              <a:buClrTx/>
              <a:buSzTx/>
              <a:buFontTx/>
              <a:buNone/>
              <a:tabLst/>
              <a:defRPr/>
            </a:lvl1pPr>
          </a:lstStyle>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39"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2521807817"/>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3970873408"/>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3"/>
            <a:ext cx="6178331" cy="4351283"/>
          </a:xfrm>
          <a:prstGeom prst="rect">
            <a:avLst/>
          </a:prstGeom>
        </p:spPr>
        <p:txBody>
          <a:bodyPr lIns="0" tIns="0" rIns="0" bIns="0"/>
          <a:lstStyle>
            <a:lvl1pPr marL="0" marR="0" indent="0" algn="l" defTabSz="914309"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39" marR="0" indent="-243817" algn="l" defTabSz="914309"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55" marR="0" indent="-243817" algn="l" defTabSz="914309"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080" marR="0" indent="-243817" algn="l" defTabSz="914309"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09"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902698893"/>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guide id="4" orient="horz" pos="5653">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5"/>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30"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67445263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5"/>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57624313"/>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5"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5"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77770041"/>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2"/>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2"/>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6"/>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6"/>
            <a:ext cx="2420085" cy="3555061"/>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7"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4" y="1366321"/>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1"/>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7"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200" y="1366321"/>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200"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2249161"/>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6" y="2404885"/>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354"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3728441291"/>
      </p:ext>
    </p:extLst>
  </p:cSld>
  <p:clrMapOvr>
    <a:masterClrMapping/>
  </p:clrMapOvr>
  <p:extLst>
    <p:ext uri="{DCECCB84-F9BA-43D5-87BE-67443E8EF086}">
      <p15:sldGuideLst xmlns:p15="http://schemas.microsoft.com/office/powerpoint/2012/main">
        <p15:guide id="1" orient="horz" pos="2880">
          <p15:clr>
            <a:srgbClr val="FBAE40"/>
          </p15:clr>
        </p15:guide>
        <p15:guide id="2" pos="5120">
          <p15:clr>
            <a:srgbClr val="FBAE40"/>
          </p15:clr>
        </p15:guide>
        <p15:guide id="3" pos="384">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3" y="4950897"/>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7"/>
            <a:ext cx="881336" cy="545017"/>
          </a:xfrm>
          <a:prstGeom prst="rect">
            <a:avLst/>
          </a:prstGeom>
          <a:noFill/>
        </p:spPr>
        <p:txBody>
          <a:bodyPr wrap="square" lIns="0" tIns="0" rIns="0" bIns="0" rtlCol="0">
            <a:no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5" y="1208669"/>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9" y="1414861"/>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1" y="4935465"/>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7" y="4893429"/>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7"/>
            <a:ext cx="2639483" cy="836083"/>
          </a:xfrm>
        </p:spPr>
        <p:txBody>
          <a:bodyPr anchor="t"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3" y="2061185"/>
            <a:ext cx="2639483" cy="836083"/>
          </a:xfrm>
        </p:spPr>
        <p:txBody>
          <a:bodyPr anchor="b" anchorCtr="0">
            <a:noAutofit/>
          </a:bodyPr>
          <a:lstStyle>
            <a:lvl1pPr marL="0" marR="0" indent="0" algn="l" defTabSz="121911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1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7" name="Slide Number Placeholder 5">
            <a:extLst>
              <a:ext uri="{FF2B5EF4-FFF2-40B4-BE49-F238E27FC236}">
                <a16:creationId xmlns:a16="http://schemas.microsoft.com/office/drawing/2014/main" id="{48BD629C-E5E9-4854-9D7A-0A82495612FA}"/>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60094276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7_Blank w/footer">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1"/>
            <a:ext cx="2345267" cy="493183"/>
          </a:xfrm>
        </p:spPr>
        <p:txBody>
          <a:bodyPr/>
          <a:lstStyle>
            <a:lvl1pPr marL="0" marR="0" indent="0" algn="ctr" defTabSz="609555" rtl="0" eaLnBrk="1" fontAlgn="auto" latinLnBrk="0" hangingPunct="1">
              <a:lnSpc>
                <a:spcPct val="100000"/>
              </a:lnSpc>
              <a:spcBef>
                <a:spcPts val="0"/>
              </a:spcBef>
              <a:spcAft>
                <a:spcPts val="0"/>
              </a:spcAft>
              <a:buClrTx/>
              <a:buSzTx/>
              <a:buFontTx/>
              <a:buNone/>
              <a:tabLst/>
              <a:defRPr/>
            </a:lvl1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13" name="Graphic 12">
            <a:extLst>
              <a:ext uri="{FF2B5EF4-FFF2-40B4-BE49-F238E27FC236}">
                <a16:creationId xmlns:a16="http://schemas.microsoft.com/office/drawing/2014/main" id="{F1DA2FFC-2A09-46AF-B04B-B791A766B8C9}"/>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407480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8_Blank w/footer">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7" y="1489631"/>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9" y="4440931"/>
            <a:ext cx="2345267" cy="493183"/>
          </a:xfrm>
        </p:spPr>
        <p:txBody>
          <a:bodyPr/>
          <a:lstStyle>
            <a:lvl1pPr marL="0" marR="0" indent="0" algn="ctr" defTabSz="609555" rtl="0" eaLnBrk="1" fontAlgn="auto" latinLnBrk="0" hangingPunct="1">
              <a:lnSpc>
                <a:spcPct val="100000"/>
              </a:lnSpc>
              <a:spcBef>
                <a:spcPts val="0"/>
              </a:spcBef>
              <a:spcAft>
                <a:spcPts val="0"/>
              </a:spcAft>
              <a:buClrTx/>
              <a:buSzTx/>
              <a:buFontTx/>
              <a:buNone/>
              <a:tabLst/>
              <a:defRPr/>
            </a:lvl1pPr>
          </a:lstStyle>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5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5" name="Graphic 12">
            <a:extLst>
              <a:ext uri="{FF2B5EF4-FFF2-40B4-BE49-F238E27FC236}">
                <a16:creationId xmlns:a16="http://schemas.microsoft.com/office/drawing/2014/main" id="{5C2857E4-F7C4-4875-8927-388BF164771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26162950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2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1"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34996796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3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3"/>
            <a:ext cx="6178331" cy="4351283"/>
          </a:xfrm>
          <a:prstGeom prst="rect">
            <a:avLst/>
          </a:prstGeom>
        </p:spPr>
        <p:txBody>
          <a:bodyPr lIns="0" tIns="0" rIns="0" bIns="0"/>
          <a:lstStyle>
            <a:lvl1pPr marL="0" marR="0" indent="0" algn="l" defTabSz="914332"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55" marR="0" indent="-243823" algn="l" defTabSz="914332"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376" marR="0" indent="-243823" algn="l" defTabSz="914332"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10" marR="0" indent="-243823" algn="l" defTabSz="914332"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32"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2223138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1_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4"/>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9"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543829839"/>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type="obj" preserve="1">
  <p:cSld name="2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0403047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3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4"/>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5"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5"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5"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1" y="2401889"/>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2729699"/>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4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2"/>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2"/>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6"/>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6"/>
            <a:ext cx="2420085" cy="3555061"/>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7"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4" y="1366321"/>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1"/>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7"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200" y="1366321"/>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200"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946451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4" y="2404883"/>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382"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6" name="Graphic 12">
            <a:extLst>
              <a:ext uri="{FF2B5EF4-FFF2-40B4-BE49-F238E27FC236}">
                <a16:creationId xmlns:a16="http://schemas.microsoft.com/office/drawing/2014/main" id="{79B7C261-6DEB-4646-B1DC-C6F941069E2F}"/>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5532509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193536"/>
          </a:xfrm>
          <a:solidFill>
            <a:schemeClr val="bg2"/>
          </a:solidFill>
        </p:spPr>
        <p:txBody>
          <a:bodyPr tIns="1920240" rIns="0"/>
          <a:lstStyle>
            <a:lvl1pPr marL="0" indent="0" algn="ctr">
              <a:buNone/>
              <a:defRPr/>
            </a:lvl1pPr>
          </a:lstStyle>
          <a:p>
            <a:r>
              <a:rPr lang="en-US"/>
              <a:t>Click icon to add picture</a:t>
            </a:r>
          </a:p>
        </p:txBody>
      </p:sp>
      <p:pic>
        <p:nvPicPr>
          <p:cNvPr id="5" name="Graphic 12">
            <a:extLst>
              <a:ext uri="{FF2B5EF4-FFF2-40B4-BE49-F238E27FC236}">
                <a16:creationId xmlns:a16="http://schemas.microsoft.com/office/drawing/2014/main" id="{87097A1A-9ECB-4F0C-B6E1-14D2D8C09490}"/>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141425049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9_Blank w/footer">
    <p:spTree>
      <p:nvGrpSpPr>
        <p:cNvPr id="1" name=""/>
        <p:cNvGrpSpPr/>
        <p:nvPr/>
      </p:nvGrpSpPr>
      <p:grpSpPr>
        <a:xfrm>
          <a:off x="0" y="0"/>
          <a:ext cx="0" cy="0"/>
          <a:chOff x="0" y="0"/>
          <a:chExt cx="0" cy="0"/>
        </a:xfrm>
      </p:grpSpPr>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7" y="234428"/>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6" y="5164274"/>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4"/>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6" y="1910342"/>
            <a:ext cx="4481013" cy="2852737"/>
          </a:xfrm>
          <a:prstGeom prst="rect">
            <a:avLst/>
          </a:prstGeom>
        </p:spPr>
        <p:txBody>
          <a:bodyPr anchor="b">
            <a:normAutofit/>
          </a:bodyPr>
          <a:lstStyle>
            <a:lvl1pPr>
              <a:defRPr sz="3200"/>
            </a:lvl1pPr>
          </a:lstStyle>
          <a:p>
            <a:r>
              <a:rPr lang="en-US"/>
              <a:t>Click to edit Master title style</a:t>
            </a:r>
          </a:p>
        </p:txBody>
      </p:sp>
      <p:pic>
        <p:nvPicPr>
          <p:cNvPr id="10" name="Graphic 12">
            <a:extLst>
              <a:ext uri="{FF2B5EF4-FFF2-40B4-BE49-F238E27FC236}">
                <a16:creationId xmlns:a16="http://schemas.microsoft.com/office/drawing/2014/main" id="{96518993-75B4-4F40-A5EB-71E232CA85DC}"/>
              </a:ext>
            </a:extLst>
          </p:cNvPr>
          <p:cNvPicPr>
            <a:picLocks noChangeAspect="1"/>
          </p:cNvPicPr>
          <p:nvPr userDrawn="1"/>
        </p:nvPicPr>
        <p:blipFill>
          <a:blip r:embed="rId2"/>
          <a:srcRect/>
          <a:stretch/>
        </p:blipFill>
        <p:spPr>
          <a:xfrm>
            <a:off x="9860955" y="6338369"/>
            <a:ext cx="1828800" cy="392763"/>
          </a:xfrm>
          <a:prstGeom prst="rect">
            <a:avLst/>
          </a:prstGeom>
        </p:spPr>
      </p:pic>
    </p:spTree>
    <p:extLst>
      <p:ext uri="{BB962C8B-B14F-4D97-AF65-F5344CB8AC3E}">
        <p14:creationId xmlns:p14="http://schemas.microsoft.com/office/powerpoint/2010/main" val="51544216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3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21686714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7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40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844632561"/>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7"/>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7"/>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5"/>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202"/>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5"/>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641462920"/>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68" rtl="0" eaLnBrk="1" latinLnBrk="0" hangingPunct="1">
              <a:defRPr sz="933" kern="1200">
                <a:solidFill>
                  <a:schemeClr val="bg2"/>
                </a:solidFill>
                <a:latin typeface="+mn-lt"/>
                <a:ea typeface="+mn-ea"/>
                <a:cs typeface="+mn-cs"/>
              </a:defRPr>
            </a:lvl1pPr>
            <a:lvl2pPr marL="304768" algn="l" defTabSz="304768" rtl="0" eaLnBrk="1" latinLnBrk="0" hangingPunct="1">
              <a:defRPr sz="1200" kern="1200">
                <a:solidFill>
                  <a:schemeClr val="tx1"/>
                </a:solidFill>
                <a:latin typeface="+mn-lt"/>
                <a:ea typeface="+mn-ea"/>
                <a:cs typeface="+mn-cs"/>
              </a:defRPr>
            </a:lvl2pPr>
            <a:lvl3pPr marL="609539" algn="l" defTabSz="304768" rtl="0" eaLnBrk="1" latinLnBrk="0" hangingPunct="1">
              <a:defRPr sz="1200" kern="1200">
                <a:solidFill>
                  <a:schemeClr val="tx1"/>
                </a:solidFill>
                <a:latin typeface="+mn-lt"/>
                <a:ea typeface="+mn-ea"/>
                <a:cs typeface="+mn-cs"/>
              </a:defRPr>
            </a:lvl3pPr>
            <a:lvl4pPr marL="914309" algn="l" defTabSz="304768" rtl="0" eaLnBrk="1" latinLnBrk="0" hangingPunct="1">
              <a:defRPr sz="1200" kern="1200">
                <a:solidFill>
                  <a:schemeClr val="tx1"/>
                </a:solidFill>
                <a:latin typeface="+mn-lt"/>
                <a:ea typeface="+mn-ea"/>
                <a:cs typeface="+mn-cs"/>
              </a:defRPr>
            </a:lvl4pPr>
            <a:lvl5pPr marL="1219080" algn="l" defTabSz="304768" rtl="0" eaLnBrk="1" latinLnBrk="0" hangingPunct="1">
              <a:defRPr sz="1200" kern="1200">
                <a:solidFill>
                  <a:schemeClr val="tx1"/>
                </a:solidFill>
                <a:latin typeface="+mn-lt"/>
                <a:ea typeface="+mn-ea"/>
                <a:cs typeface="+mn-cs"/>
              </a:defRPr>
            </a:lvl5pPr>
            <a:lvl6pPr marL="1523849" algn="l" defTabSz="304768" rtl="0" eaLnBrk="1" latinLnBrk="0" hangingPunct="1">
              <a:defRPr sz="1200" kern="1200">
                <a:solidFill>
                  <a:schemeClr val="tx1"/>
                </a:solidFill>
                <a:latin typeface="+mn-lt"/>
                <a:ea typeface="+mn-ea"/>
                <a:cs typeface="+mn-cs"/>
              </a:defRPr>
            </a:lvl6pPr>
            <a:lvl7pPr marL="1828618" algn="l" defTabSz="304768" rtl="0" eaLnBrk="1" latinLnBrk="0" hangingPunct="1">
              <a:defRPr sz="1200" kern="1200">
                <a:solidFill>
                  <a:schemeClr val="tx1"/>
                </a:solidFill>
                <a:latin typeface="+mn-lt"/>
                <a:ea typeface="+mn-ea"/>
                <a:cs typeface="+mn-cs"/>
              </a:defRPr>
            </a:lvl7pPr>
            <a:lvl8pPr marL="2133387" algn="l" defTabSz="304768" rtl="0" eaLnBrk="1" latinLnBrk="0" hangingPunct="1">
              <a:defRPr sz="1200" kern="1200">
                <a:solidFill>
                  <a:schemeClr val="tx1"/>
                </a:solidFill>
                <a:latin typeface="+mn-lt"/>
                <a:ea typeface="+mn-ea"/>
                <a:cs typeface="+mn-cs"/>
              </a:defRPr>
            </a:lvl8pPr>
            <a:lvl9pPr marL="2438158" algn="l" defTabSz="304768"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5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5"/>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78" marR="0" indent="-228578"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09" marR="0" lvl="0" indent="-121909" algn="l" defTabSz="914309"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9490090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9"/>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7"/>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081725562"/>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5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7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70340939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6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6"/>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6"/>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4"/>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273252982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7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9" y="8640233"/>
            <a:ext cx="963019" cy="288000"/>
          </a:xfrm>
          <a:prstGeom prst="rect">
            <a:avLst/>
          </a:prstGeom>
        </p:spPr>
        <p:txBody>
          <a:bodyPr vert="horz" lIns="0" tIns="0" rIns="0" bIns="0" rtlCol="0" anchor="ctr">
            <a:noAutofit/>
          </a:bodyPr>
          <a:lstStyle>
            <a:defPPr>
              <a:defRPr lang="en-US"/>
            </a:defPPr>
            <a:lvl1pPr marL="0" algn="l" defTabSz="304776" rtl="0" eaLnBrk="1" latinLnBrk="0" hangingPunct="1">
              <a:defRPr sz="933" kern="1200">
                <a:solidFill>
                  <a:schemeClr val="bg2"/>
                </a:solidFill>
                <a:latin typeface="+mn-lt"/>
                <a:ea typeface="+mn-ea"/>
                <a:cs typeface="+mn-cs"/>
              </a:defRPr>
            </a:lvl1pPr>
            <a:lvl2pPr marL="304776" algn="l" defTabSz="304776" rtl="0" eaLnBrk="1" latinLnBrk="0" hangingPunct="1">
              <a:defRPr sz="1200" kern="1200">
                <a:solidFill>
                  <a:schemeClr val="tx1"/>
                </a:solidFill>
                <a:latin typeface="+mn-lt"/>
                <a:ea typeface="+mn-ea"/>
                <a:cs typeface="+mn-cs"/>
              </a:defRPr>
            </a:lvl2pPr>
            <a:lvl3pPr marL="609555" algn="l" defTabSz="304776" rtl="0" eaLnBrk="1" latinLnBrk="0" hangingPunct="1">
              <a:defRPr sz="1200" kern="1200">
                <a:solidFill>
                  <a:schemeClr val="tx1"/>
                </a:solidFill>
                <a:latin typeface="+mn-lt"/>
                <a:ea typeface="+mn-ea"/>
                <a:cs typeface="+mn-cs"/>
              </a:defRPr>
            </a:lvl3pPr>
            <a:lvl4pPr marL="914332" algn="l" defTabSz="304776" rtl="0" eaLnBrk="1" latinLnBrk="0" hangingPunct="1">
              <a:defRPr sz="1200" kern="1200">
                <a:solidFill>
                  <a:schemeClr val="tx1"/>
                </a:solidFill>
                <a:latin typeface="+mn-lt"/>
                <a:ea typeface="+mn-ea"/>
                <a:cs typeface="+mn-cs"/>
              </a:defRPr>
            </a:lvl4pPr>
            <a:lvl5pPr marL="1219110" algn="l" defTabSz="304776" rtl="0" eaLnBrk="1" latinLnBrk="0" hangingPunct="1">
              <a:defRPr sz="1200" kern="1200">
                <a:solidFill>
                  <a:schemeClr val="tx1"/>
                </a:solidFill>
                <a:latin typeface="+mn-lt"/>
                <a:ea typeface="+mn-ea"/>
                <a:cs typeface="+mn-cs"/>
              </a:defRPr>
            </a:lvl5pPr>
            <a:lvl6pPr marL="1523887" algn="l" defTabSz="304776" rtl="0" eaLnBrk="1" latinLnBrk="0" hangingPunct="1">
              <a:defRPr sz="1200" kern="1200">
                <a:solidFill>
                  <a:schemeClr val="tx1"/>
                </a:solidFill>
                <a:latin typeface="+mn-lt"/>
                <a:ea typeface="+mn-ea"/>
                <a:cs typeface="+mn-cs"/>
              </a:defRPr>
            </a:lvl6pPr>
            <a:lvl7pPr marL="1828664" algn="l" defTabSz="304776" rtl="0" eaLnBrk="1" latinLnBrk="0" hangingPunct="1">
              <a:defRPr sz="1200" kern="1200">
                <a:solidFill>
                  <a:schemeClr val="tx1"/>
                </a:solidFill>
                <a:latin typeface="+mn-lt"/>
                <a:ea typeface="+mn-ea"/>
                <a:cs typeface="+mn-cs"/>
              </a:defRPr>
            </a:lvl7pPr>
            <a:lvl8pPr marL="2133440" algn="l" defTabSz="304776" rtl="0" eaLnBrk="1" latinLnBrk="0" hangingPunct="1">
              <a:defRPr sz="1200" kern="1200">
                <a:solidFill>
                  <a:schemeClr val="tx1"/>
                </a:solidFill>
                <a:latin typeface="+mn-lt"/>
                <a:ea typeface="+mn-ea"/>
                <a:cs typeface="+mn-cs"/>
              </a:defRPr>
            </a:lvl8pPr>
            <a:lvl9pPr marL="2438218" algn="l" defTabSz="304776"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5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5"/>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84" marR="0" indent="-228584"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2" marR="0" lvl="0" indent="-121912" algn="l" defTabSz="914332"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1018536081"/>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7825" y="1378819"/>
            <a:ext cx="9468000" cy="3214287"/>
          </a:xfrm>
        </p:spPr>
        <p:txBody>
          <a:bodyPr anchor="ctr"/>
          <a:lstStyle>
            <a:lvl1pPr>
              <a:defRPr sz="5751">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A5BD75A-6B61-9441-8CE4-F0FC479087C4}"/>
              </a:ext>
            </a:extLst>
          </p:cNvPr>
          <p:cNvSpPr/>
          <p:nvPr userDrawn="1"/>
        </p:nvSpPr>
        <p:spPr>
          <a:xfrm>
            <a:off x="1" y="6199245"/>
            <a:ext cx="12192000" cy="6705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39BFFDCD-5E2E-7A71-1BBE-3EAB0D66FB1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30259269"/>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9" name="Oval 8">
            <a:extLst>
              <a:ext uri="{FF2B5EF4-FFF2-40B4-BE49-F238E27FC236}">
                <a16:creationId xmlns:a16="http://schemas.microsoft.com/office/drawing/2014/main" id="{A0D93C59-0F95-6442-A8BF-7DDE07DA82C7}"/>
              </a:ext>
            </a:extLst>
          </p:cNvPr>
          <p:cNvSpPr/>
          <p:nvPr userDrawn="1"/>
        </p:nvSpPr>
        <p:spPr>
          <a:xfrm>
            <a:off x="10342182" y="540211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a:srcRect/>
          <a:stretch/>
        </p:blipFill>
        <p:spPr>
          <a:xfrm>
            <a:off x="4870315" y="5730227"/>
            <a:ext cx="2451372" cy="526468"/>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2975751"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3200">
              <a:latin typeface="+mj-lt"/>
            </a:endParaRPr>
          </a:p>
        </p:txBody>
      </p:sp>
      <p:sp>
        <p:nvSpPr>
          <p:cNvPr id="13" name="Content Placeholder 2">
            <a:extLst>
              <a:ext uri="{FF2B5EF4-FFF2-40B4-BE49-F238E27FC236}">
                <a16:creationId xmlns:a16="http://schemas.microsoft.com/office/drawing/2014/main" id="{F5974BA7-AD04-7A43-81DD-B98B549B07CB}"/>
              </a:ext>
            </a:extLst>
          </p:cNvPr>
          <p:cNvSpPr txBox="1">
            <a:spLocks/>
          </p:cNvSpPr>
          <p:nvPr userDrawn="1"/>
        </p:nvSpPr>
        <p:spPr>
          <a:xfrm>
            <a:off x="-1373" y="6508321"/>
            <a:ext cx="8750713" cy="420839"/>
          </a:xfrm>
          <a:prstGeom prst="rect">
            <a:avLst/>
          </a:prstGeom>
        </p:spPr>
        <p:txBody>
          <a:bodyPr/>
          <a:lstStyle>
            <a:lvl1pPr marL="171450" indent="-171450" algn="l" defTabSz="685800" rtl="0" eaLnBrk="1" latinLnBrk="0" hangingPunct="1">
              <a:lnSpc>
                <a:spcPct val="90000"/>
              </a:lnSpc>
              <a:spcBef>
                <a:spcPts val="750"/>
              </a:spcBef>
              <a:buClr>
                <a:schemeClr val="accent2"/>
              </a:buClr>
              <a:buSzPct val="120000"/>
              <a:buFont typeface="Arial" panose="020B0604020202020204" pitchFamily="34" charset="0"/>
              <a:buChar char="•"/>
              <a:tabLst/>
              <a:defRPr sz="2000" kern="1200">
                <a:solidFill>
                  <a:schemeClr val="tx1"/>
                </a:solidFill>
                <a:latin typeface="+mn-lt"/>
                <a:ea typeface="+mn-ea"/>
                <a:cs typeface="+mn-cs"/>
              </a:defRPr>
            </a:lvl1pPr>
            <a:lvl2pPr marL="573088" indent="-168275" algn="l" defTabSz="685800" rtl="0" eaLnBrk="1" latinLnBrk="0" hangingPunct="1">
              <a:lnSpc>
                <a:spcPct val="90000"/>
              </a:lnSpc>
              <a:spcBef>
                <a:spcPts val="375"/>
              </a:spcBef>
              <a:buFont typeface="System Font Regular"/>
              <a:buChar char="–"/>
              <a:tabLst/>
              <a:defRPr sz="1800" kern="1200">
                <a:solidFill>
                  <a:schemeClr val="tx1"/>
                </a:solidFill>
                <a:latin typeface="+mn-lt"/>
                <a:ea typeface="+mn-ea"/>
                <a:cs typeface="+mn-cs"/>
              </a:defRPr>
            </a:lvl2pPr>
            <a:lvl3pPr marL="749300" indent="-176213" algn="l" defTabSz="685800" rtl="0" eaLnBrk="1" latinLnBrk="0" hangingPunct="1">
              <a:lnSpc>
                <a:spcPct val="90000"/>
              </a:lnSpc>
              <a:spcBef>
                <a:spcPts val="375"/>
              </a:spcBef>
              <a:buFont typeface="Wingdings" pitchFamily="2" charset="2"/>
              <a:buChar char="§"/>
              <a:tabLst/>
              <a:defRPr sz="1800" kern="1200">
                <a:solidFill>
                  <a:schemeClr val="tx1"/>
                </a:solidFill>
                <a:latin typeface="+mn-lt"/>
                <a:ea typeface="+mn-ea"/>
                <a:cs typeface="+mn-cs"/>
              </a:defRPr>
            </a:lvl3pPr>
            <a:lvl4pPr marL="863600" indent="-190500" algn="l" defTabSz="685800" rtl="0" eaLnBrk="1" latinLnBrk="0" hangingPunct="1">
              <a:lnSpc>
                <a:spcPct val="90000"/>
              </a:lnSpc>
              <a:spcBef>
                <a:spcPts val="375"/>
              </a:spcBef>
              <a:buFont typeface="Courier New" panose="02070309020205020404" pitchFamily="49" charset="0"/>
              <a:buChar char="o"/>
              <a:tabLst/>
              <a:defRPr sz="1800" kern="1200">
                <a:solidFill>
                  <a:schemeClr val="tx1"/>
                </a:solidFill>
                <a:latin typeface="+mn-lt"/>
                <a:ea typeface="+mn-ea"/>
                <a:cs typeface="+mn-cs"/>
              </a:defRPr>
            </a:lvl4pPr>
            <a:lvl5pPr marL="1031875" indent="-168275" algn="l" defTabSz="685800" rtl="0" eaLnBrk="1" latinLnBrk="0" hangingPunct="1">
              <a:lnSpc>
                <a:spcPct val="90000"/>
              </a:lnSpc>
              <a:spcBef>
                <a:spcPts val="375"/>
              </a:spcBef>
              <a:buFont typeface="Arial" panose="020B0604020202020204" pitchFamily="34" charset="0"/>
              <a:buChar char="•"/>
              <a:tabLst/>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800">
                <a:latin typeface="Montserrat" pitchFamily="2" charset="77"/>
              </a:rPr>
              <a:t>© 2021 Organon group of companies. All rights reserved. ORGANON and the ORGANON Logo are trademarks of the Organon group of companies.</a:t>
            </a:r>
            <a:br>
              <a:rPr lang="en-US" sz="800">
                <a:latin typeface="Montserrat" pitchFamily="2" charset="77"/>
              </a:rPr>
            </a:br>
            <a:r>
              <a:rPr lang="en-US" sz="800">
                <a:latin typeface="Montserrat" pitchFamily="2" charset="77"/>
              </a:rPr>
              <a:t>The information contained in this document is intended for general information only, as it is summary in nature and subject to change.</a:t>
            </a:r>
          </a:p>
        </p:txBody>
      </p:sp>
    </p:spTree>
    <p:extLst>
      <p:ext uri="{BB962C8B-B14F-4D97-AF65-F5344CB8AC3E}">
        <p14:creationId xmlns:p14="http://schemas.microsoft.com/office/powerpoint/2010/main" val="20460174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70"/>
            <a:ext cx="10396483" cy="699433"/>
          </a:xfrm>
        </p:spPr>
        <p:txBody>
          <a:bodyPr lIns="0" tIns="0" rIns="0" bIns="0" anchor="b">
            <a:normAutofit/>
          </a:bodyPr>
          <a:lstStyle>
            <a:lvl1pPr>
              <a:defRPr sz="2931"/>
            </a:lvl1pPr>
          </a:lstStyle>
          <a:p>
            <a:r>
              <a:rPr lang="en-US"/>
              <a:t>Click to edit Master title style</a:t>
            </a:r>
          </a:p>
        </p:txBody>
      </p:sp>
      <p:sp>
        <p:nvSpPr>
          <p:cNvPr id="3" name="Content Placeholder 2"/>
          <p:cNvSpPr>
            <a:spLocks noGrp="1"/>
          </p:cNvSpPr>
          <p:nvPr>
            <p:ph idx="1"/>
          </p:nvPr>
        </p:nvSpPr>
        <p:spPr>
          <a:xfrm>
            <a:off x="457205" y="1576557"/>
            <a:ext cx="11243259" cy="4351283"/>
          </a:xfrm>
        </p:spPr>
        <p:txBody>
          <a:bodyPr lIns="0" tIns="0" rIns="0" bIns="0"/>
          <a:lstStyle>
            <a:lvl1pPr>
              <a:lnSpc>
                <a:spcPct val="100000"/>
              </a:lnSpc>
              <a:defRPr sz="2131"/>
            </a:lvl1pPr>
            <a:lvl2pPr>
              <a:lnSpc>
                <a:spcPct val="100000"/>
              </a:lnSpc>
              <a:defRPr sz="1864"/>
            </a:lvl2pPr>
            <a:lvl3pPr>
              <a:lnSpc>
                <a:spcPct val="100000"/>
              </a:lnSpc>
              <a:defRPr sz="1864"/>
            </a:lvl3pPr>
            <a:lvl4pPr>
              <a:lnSpc>
                <a:spcPct val="100000"/>
              </a:lnSpc>
              <a:defRPr sz="1864"/>
            </a:lvl4pPr>
            <a:lvl5pPr>
              <a:lnSpc>
                <a:spcPct val="100000"/>
              </a:lnSpc>
              <a:defRPr sz="1864"/>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73" y="6293141"/>
            <a:ext cx="414867" cy="564871"/>
          </a:xfrm>
        </p:spPr>
        <p:txBody>
          <a:bodyPr/>
          <a:lstStyle>
            <a:lvl1pPr algn="ctr">
              <a:defRPr sz="800">
                <a:solidFill>
                  <a:schemeClr val="tx2"/>
                </a:solidFill>
              </a:defRPr>
            </a:lvl1pPr>
          </a:lstStyle>
          <a:p>
            <a:fld id="{303D8C89-93FF-41DC-9801-8728B139F81E}" type="slidenum">
              <a:rPr lang="en-US" smtClean="0"/>
              <a:t>‹#›</a:t>
            </a:fld>
            <a:endParaRPr lang="en-US"/>
          </a:p>
        </p:txBody>
      </p:sp>
      <p:sp>
        <p:nvSpPr>
          <p:cNvPr id="27" name="Oval 26">
            <a:extLst>
              <a:ext uri="{FF2B5EF4-FFF2-40B4-BE49-F238E27FC236}">
                <a16:creationId xmlns:a16="http://schemas.microsoft.com/office/drawing/2014/main" id="{FF4DD12C-CFDB-804A-A675-45DF5731EB30}"/>
              </a:ext>
            </a:extLst>
          </p:cNvPr>
          <p:cNvSpPr/>
          <p:nvPr/>
        </p:nvSpPr>
        <p:spPr>
          <a:xfrm>
            <a:off x="11032953" y="44293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7"/>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7"/>
          </a:p>
        </p:txBody>
      </p:sp>
      <p:sp>
        <p:nvSpPr>
          <p:cNvPr id="9" name="Freeform 8">
            <a:extLst>
              <a:ext uri="{FF2B5EF4-FFF2-40B4-BE49-F238E27FC236}">
                <a16:creationId xmlns:a16="http://schemas.microsoft.com/office/drawing/2014/main" id="{8419006E-9FD3-FE49-85B6-81898F97EE8F}"/>
              </a:ext>
            </a:extLst>
          </p:cNvPr>
          <p:cNvSpPr/>
          <p:nvPr/>
        </p:nvSpPr>
        <p:spPr>
          <a:xfrm>
            <a:off x="11698316" y="446473"/>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7"/>
          </a:p>
        </p:txBody>
      </p:sp>
    </p:spTree>
    <p:extLst>
      <p:ext uri="{BB962C8B-B14F-4D97-AF65-F5344CB8AC3E}">
        <p14:creationId xmlns:p14="http://schemas.microsoft.com/office/powerpoint/2010/main" val="314132300"/>
      </p:ext>
    </p:extLst>
  </p:cSld>
  <p:clrMapOvr>
    <a:masterClrMapping/>
  </p:clrMapOvr>
  <p:extLst>
    <p:ext uri="{DCECCB84-F9BA-43D5-87BE-67443E8EF086}">
      <p15:sldGuideLst xmlns:p15="http://schemas.microsoft.com/office/powerpoint/2012/main">
        <p15:guide id="1" orient="horz" pos="2160">
          <p15:clr>
            <a:srgbClr val="FBAE40"/>
          </p15:clr>
        </p15:guide>
        <p15:guide id="2" pos="3837">
          <p15:clr>
            <a:srgbClr val="FBAE40"/>
          </p15:clr>
        </p15:guide>
        <p15:guide id="3" pos="288">
          <p15:clr>
            <a:srgbClr val="FBAE40"/>
          </p15:clr>
        </p15:guide>
        <p15:guide id="4" orient="horz" pos="4240">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6"/>
            <a:ext cx="10396483" cy="699433"/>
          </a:xfrm>
        </p:spPr>
        <p:txBody>
          <a:bodyPr lIns="0" tIns="0" rIns="0" bIns="0" anchor="b">
            <a:normAutofit/>
          </a:bodyPr>
          <a:lstStyle>
            <a:lvl1pPr>
              <a:defRPr sz="2932"/>
            </a:lvl1pPr>
          </a:lstStyle>
          <a:p>
            <a:r>
              <a:rPr lang="en-US"/>
              <a:t>Click to edit Master title style</a:t>
            </a:r>
          </a:p>
        </p:txBody>
      </p:sp>
      <p:sp>
        <p:nvSpPr>
          <p:cNvPr id="3" name="Content Placeholder 2"/>
          <p:cNvSpPr>
            <a:spLocks noGrp="1"/>
          </p:cNvSpPr>
          <p:nvPr>
            <p:ph idx="1"/>
          </p:nvPr>
        </p:nvSpPr>
        <p:spPr>
          <a:xfrm>
            <a:off x="457201" y="1576557"/>
            <a:ext cx="11243259" cy="4351283"/>
          </a:xfrm>
        </p:spPr>
        <p:txBody>
          <a:bodyPr lIns="0" tIns="0" rIns="0" bIns="0"/>
          <a:lstStyle>
            <a:lvl1pPr>
              <a:lnSpc>
                <a:spcPct val="100000"/>
              </a:lnSpc>
              <a:defRPr sz="2132"/>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7"/>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1" y="442929"/>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Tree>
    <p:extLst>
      <p:ext uri="{BB962C8B-B14F-4D97-AF65-F5344CB8AC3E}">
        <p14:creationId xmlns:p14="http://schemas.microsoft.com/office/powerpoint/2010/main" val="419542923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Slide Number Placeholder 5">
            <a:extLst>
              <a:ext uri="{FF2B5EF4-FFF2-40B4-BE49-F238E27FC236}">
                <a16:creationId xmlns:a16="http://schemas.microsoft.com/office/drawing/2014/main" id="{B5487A46-207B-4275-8C1D-F08E7EEE56BE}"/>
              </a:ext>
            </a:extLst>
          </p:cNvPr>
          <p:cNvSpPr txBox="1">
            <a:spLocks/>
          </p:cNvSpPr>
          <p:nvPr userDrawn="1"/>
        </p:nvSpPr>
        <p:spPr>
          <a:xfrm>
            <a:off x="-5203" y="6444214"/>
            <a:ext cx="414867" cy="407543"/>
          </a:xfrm>
          <a:prstGeom prst="rect">
            <a:avLst/>
          </a:prstGeom>
        </p:spPr>
        <p:txBody>
          <a:bodyPr vert="horz" lIns="121920" tIns="60960" rIns="121920" bIns="60960" rtlCol="0" anchor="ctr"/>
          <a:lstStyle>
            <a:defPPr>
              <a:defRPr lang="en-US"/>
            </a:defPPr>
            <a:lvl1pPr marL="0" algn="ctr" defTabSz="457200" rtl="0" eaLnBrk="1" latinLnBrk="0" hangingPunct="1">
              <a:defRPr sz="6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D18A8FE-DFC8-4843-AEF2-DE4DB0CF7D65}" type="slidenum">
              <a:rPr lang="en-US" sz="800" smtClean="0"/>
              <a:pPr/>
              <a:t>‹#›</a:t>
            </a:fld>
            <a:endParaRPr lang="en-US" sz="800"/>
          </a:p>
        </p:txBody>
      </p:sp>
    </p:spTree>
    <p:extLst>
      <p:ext uri="{BB962C8B-B14F-4D97-AF65-F5344CB8AC3E}">
        <p14:creationId xmlns:p14="http://schemas.microsoft.com/office/powerpoint/2010/main" val="941278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288">
          <p15:clr>
            <a:srgbClr val="FBAE40"/>
          </p15:clr>
        </p15:guide>
        <p15:guide id="4" orient="horz" pos="4240">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9" y="6293133"/>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7802092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454693"/>
            <a:ext cx="414867" cy="273304"/>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6622150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5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2"/>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Content Placeholder 2"/>
          <p:cNvSpPr>
            <a:spLocks noGrp="1"/>
          </p:cNvSpPr>
          <p:nvPr>
            <p:ph idx="1"/>
          </p:nvPr>
        </p:nvSpPr>
        <p:spPr>
          <a:xfrm>
            <a:off x="457200"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214059"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idx="12"/>
          </p:nvPr>
        </p:nvSpPr>
        <p:spPr>
          <a:xfrm>
            <a:off x="457200"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3"/>
          </p:nvPr>
        </p:nvSpPr>
        <p:spPr>
          <a:xfrm>
            <a:off x="6214059"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54656642"/>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5"/>
            <a:ext cx="8202891" cy="699433"/>
          </a:xfrm>
        </p:spPr>
        <p:txBody>
          <a:bodyPr lIns="0" tIns="0" rIns="0" bIns="0" anchor="b">
            <a:normAutofit/>
          </a:bodyPr>
          <a:lstStyle>
            <a:lvl1pPr>
              <a:defRPr sz="2932"/>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9" y="6293135"/>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50" y="442927"/>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99"/>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99"/>
          </a:p>
        </p:txBody>
      </p:sp>
    </p:spTree>
    <p:extLst>
      <p:ext uri="{BB962C8B-B14F-4D97-AF65-F5344CB8AC3E}">
        <p14:creationId xmlns:p14="http://schemas.microsoft.com/office/powerpoint/2010/main" val="115100191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679624585"/>
              </p:ext>
            </p:extLst>
          </p:nvPr>
        </p:nvGraphicFramePr>
        <p:xfrm>
          <a:off x="2120" y="2120"/>
          <a:ext cx="2117" cy="2117"/>
        </p:xfrm>
        <a:graphic>
          <a:graphicData uri="http://schemas.openxmlformats.org/presentationml/2006/ole">
            <mc:AlternateContent xmlns:mc="http://schemas.openxmlformats.org/markup-compatibility/2006">
              <mc:Choice xmlns:v="urn:schemas-microsoft-com:vml" Requires="v">
                <p:oleObj name="think-cell Slide" r:id="rId4" imgW="286" imgH="286" progId="TCLayout.ActiveDocument.1">
                  <p:embed/>
                </p:oleObj>
              </mc:Choice>
              <mc:Fallback>
                <p:oleObj name="think-cell Slide" r:id="rId4" imgW="286" imgH="286" progId="TCLayout.ActiveDocument.1">
                  <p:embed/>
                  <p:pic>
                    <p:nvPicPr>
                      <p:cNvPr id="5" name="Object 4" hidden="1"/>
                      <p:cNvPicPr/>
                      <p:nvPr/>
                    </p:nvPicPr>
                    <p:blipFill>
                      <a:blip r:embed="rId5"/>
                      <a:stretch>
                        <a:fillRect/>
                      </a:stretch>
                    </p:blipFill>
                    <p:spPr>
                      <a:xfrm>
                        <a:off x="2120" y="2120"/>
                        <a:ext cx="2117" cy="2117"/>
                      </a:xfrm>
                      <a:prstGeom prst="rect">
                        <a:avLst/>
                      </a:prstGeom>
                    </p:spPr>
                  </p:pic>
                </p:oleObj>
              </mc:Fallback>
            </mc:AlternateContent>
          </a:graphicData>
        </a:graphic>
      </p:graphicFrame>
      <p:sp>
        <p:nvSpPr>
          <p:cNvPr id="4" name="Rectangle 3" hidden="1"/>
          <p:cNvSpPr/>
          <p:nvPr userDrawn="1">
            <p:custDataLst>
              <p:tags r:id="rId2"/>
            </p:custDataLst>
          </p:nvPr>
        </p:nvSpPr>
        <p:spPr>
          <a:xfrm>
            <a:off x="1" y="1"/>
            <a:ext cx="211667" cy="211667"/>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endParaRPr lang="en-US" sz="2933" b="1" i="0" baseline="0">
              <a:solidFill>
                <a:srgbClr val="FFFFFF"/>
              </a:solidFill>
              <a:latin typeface="Calibri" panose="020F0502020204030204" pitchFamily="34" charset="0"/>
              <a:ea typeface="+mj-ea"/>
              <a:cs typeface="+mj-cs"/>
              <a:sym typeface="Montserrat" panose="00000500000000000000" pitchFamily="2" charset="0"/>
            </a:endParaRPr>
          </a:p>
        </p:txBody>
      </p:sp>
      <p:sp>
        <p:nvSpPr>
          <p:cNvPr id="16" name="Freeform 15">
            <a:extLst>
              <a:ext uri="{FF2B5EF4-FFF2-40B4-BE49-F238E27FC236}">
                <a16:creationId xmlns:a16="http://schemas.microsoft.com/office/drawing/2014/main" id="{1EF87254-EEF3-1F43-9B4B-3F29E4659176}"/>
              </a:ext>
            </a:extLst>
          </p:cNvPr>
          <p:cNvSpPr/>
          <p:nvPr userDrawn="1"/>
        </p:nvSpPr>
        <p:spPr>
          <a:xfrm>
            <a:off x="11700462" y="446468"/>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rgbClr val="E20177"/>
          </a:solidFill>
          <a:ln w="12700" cap="flat" cmpd="sng" algn="ctr">
            <a:noFill/>
            <a:prstDash val="solid"/>
            <a:miter lim="800000"/>
          </a:ln>
          <a:effectLst/>
        </p:spPr>
        <p:txBody>
          <a:bodyPr wrap="square" rtlCol="0" anchor="ctr">
            <a:noAutofit/>
          </a:bodyPr>
          <a:lstStyle/>
          <a:p>
            <a:pPr algn="ctr" defTabSz="1219110">
              <a:defRPr/>
            </a:pPr>
            <a:endParaRPr lang="en-US" sz="2400" kern="0">
              <a:solidFill>
                <a:srgbClr val="FFFFFF"/>
              </a:solidFill>
              <a:latin typeface="Arial" panose="020B0604020202020204"/>
            </a:endParaRPr>
          </a:p>
        </p:txBody>
      </p:sp>
      <p:sp>
        <p:nvSpPr>
          <p:cNvPr id="17" name="Oval 16">
            <a:extLst>
              <a:ext uri="{FF2B5EF4-FFF2-40B4-BE49-F238E27FC236}">
                <a16:creationId xmlns:a16="http://schemas.microsoft.com/office/drawing/2014/main" id="{4A0EEAD3-5327-AA4E-8829-661E2638DF2F}"/>
              </a:ext>
            </a:extLst>
          </p:cNvPr>
          <p:cNvSpPr/>
          <p:nvPr userDrawn="1"/>
        </p:nvSpPr>
        <p:spPr>
          <a:xfrm>
            <a:off x="11032949" y="442925"/>
            <a:ext cx="486103" cy="486103"/>
          </a:xfrm>
          <a:prstGeom prst="ellipse">
            <a:avLst/>
          </a:prstGeom>
          <a:solidFill>
            <a:srgbClr val="53B847"/>
          </a:solidFill>
          <a:ln w="12700" cap="flat" cmpd="sng" algn="ctr">
            <a:noFill/>
            <a:prstDash val="solid"/>
            <a:miter lim="800000"/>
          </a:ln>
          <a:effectLst/>
        </p:spPr>
        <p:txBody>
          <a:bodyPr rtlCol="0" anchor="ctr"/>
          <a:lstStyle/>
          <a:p>
            <a:pPr algn="ctr" defTabSz="1219110">
              <a:defRPr/>
            </a:pPr>
            <a:endParaRPr lang="en-US" sz="2400" kern="0">
              <a:solidFill>
                <a:srgbClr val="FFFFFF"/>
              </a:solidFill>
              <a:latin typeface="Arial" panose="020B0604020202020204"/>
            </a:endParaRPr>
          </a:p>
        </p:txBody>
      </p:sp>
      <p:sp>
        <p:nvSpPr>
          <p:cNvPr id="18" name="Freeform 17">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rgbClr val="1B4297"/>
          </a:solidFill>
          <a:ln w="12700" cap="flat" cmpd="sng" algn="ctr">
            <a:noFill/>
            <a:prstDash val="solid"/>
            <a:miter lim="800000"/>
          </a:ln>
          <a:effectLst/>
        </p:spPr>
        <p:txBody>
          <a:bodyPr wrap="square" rtlCol="0" anchor="ctr">
            <a:noAutofit/>
          </a:bodyPr>
          <a:lstStyle/>
          <a:p>
            <a:pPr marL="0" marR="0" lvl="0" indent="0" algn="ctr" defTabSz="121911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a:ln>
                <a:noFill/>
              </a:ln>
              <a:solidFill>
                <a:srgbClr val="FFFFFF"/>
              </a:solidFill>
              <a:effectLst/>
              <a:uLnTx/>
              <a:uFillTx/>
              <a:latin typeface="Arial" panose="020B0604020202020204"/>
            </a:endParaRPr>
          </a:p>
        </p:txBody>
      </p:sp>
      <p:sp>
        <p:nvSpPr>
          <p:cNvPr id="29" name="Title Placeholder 1"/>
          <p:cNvSpPr>
            <a:spLocks noGrp="1"/>
          </p:cNvSpPr>
          <p:nvPr>
            <p:ph type="title" hasCustomPrompt="1"/>
          </p:nvPr>
        </p:nvSpPr>
        <p:spPr>
          <a:xfrm>
            <a:off x="457201" y="192362"/>
            <a:ext cx="10396483" cy="699433"/>
          </a:xfrm>
          <a:prstGeom prst="rect">
            <a:avLst/>
          </a:prstGeom>
        </p:spPr>
        <p:txBody>
          <a:bodyPr vert="horz" wrap="square" lIns="0" tIns="0" rIns="0" bIns="0" rtlCol="0" anchor="b">
            <a:noAutofit/>
          </a:bodyPr>
          <a:lstStyle>
            <a:lvl1pPr>
              <a:defRPr sz="2933"/>
            </a:lvl1pPr>
          </a:lstStyle>
          <a:p>
            <a:r>
              <a:rPr lang="en-US"/>
              <a:t>Click to add title</a:t>
            </a:r>
          </a:p>
        </p:txBody>
      </p:sp>
      <p:grpSp>
        <p:nvGrpSpPr>
          <p:cNvPr id="30" name="Group 29"/>
          <p:cNvGrpSpPr/>
          <p:nvPr userDrawn="1"/>
        </p:nvGrpSpPr>
        <p:grpSpPr>
          <a:xfrm>
            <a:off x="1" y="6293131"/>
            <a:ext cx="12192000" cy="564868"/>
            <a:chOff x="1" y="4719848"/>
            <a:chExt cx="9144000" cy="423651"/>
          </a:xfrm>
        </p:grpSpPr>
        <p:sp>
          <p:nvSpPr>
            <p:cNvPr id="31" name="Rectangle 30">
              <a:extLst>
                <a:ext uri="{FF2B5EF4-FFF2-40B4-BE49-F238E27FC236}">
                  <a16:creationId xmlns:a16="http://schemas.microsoft.com/office/drawing/2014/main" id="{7869CE8E-457C-2B44-A3C4-2AA4AC6914BD}"/>
                </a:ext>
              </a:extLst>
            </p:cNvPr>
            <p:cNvSpPr/>
            <p:nvPr userDrawn="1"/>
          </p:nvSpPr>
          <p:spPr>
            <a:xfrm>
              <a:off x="1" y="4719848"/>
              <a:ext cx="9144000" cy="423651"/>
            </a:xfrm>
            <a:prstGeom prst="rect">
              <a:avLst/>
            </a:prstGeom>
            <a:solidFill>
              <a:srgbClr val="171717"/>
            </a:solidFill>
            <a:ln w="12700" cap="flat" cmpd="sng" algn="ctr">
              <a:noFill/>
              <a:prstDash val="solid"/>
              <a:miter lim="800000"/>
            </a:ln>
            <a:effectLst/>
          </p:spPr>
          <p:txBody>
            <a:bodyPr rtlCol="0" anchor="ctr"/>
            <a:lstStyle/>
            <a:p>
              <a:pPr algn="ctr" defTabSz="1219110">
                <a:defRPr/>
              </a:pPr>
              <a:endParaRPr lang="en-US" sz="2400" kern="0">
                <a:solidFill>
                  <a:srgbClr val="FFFFFF"/>
                </a:solidFill>
                <a:latin typeface="Arial" panose="020B0604020202020204"/>
              </a:endParaRPr>
            </a:p>
          </p:txBody>
        </p:sp>
        <p:pic>
          <p:nvPicPr>
            <p:cNvPr id="32" name="Graphic 18">
              <a:extLst>
                <a:ext uri="{FF2B5EF4-FFF2-40B4-BE49-F238E27FC236}">
                  <a16:creationId xmlns:a16="http://schemas.microsoft.com/office/drawing/2014/main" id="{E93BCCAD-04B1-844B-A3BA-B5565ADCB219}"/>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4687" t="37615" r="4486" b="37322"/>
            <a:stretch/>
          </p:blipFill>
          <p:spPr>
            <a:xfrm>
              <a:off x="7546975" y="4838700"/>
              <a:ext cx="1220282" cy="202034"/>
            </a:xfrm>
            <a:prstGeom prst="rect">
              <a:avLst/>
            </a:prstGeom>
          </p:spPr>
        </p:pic>
      </p:grpSp>
      <p:sp>
        <p:nvSpPr>
          <p:cNvPr id="38" name="Date Placeholder 2"/>
          <p:cNvSpPr>
            <a:spLocks noGrp="1"/>
          </p:cNvSpPr>
          <p:nvPr>
            <p:ph type="dt" sz="half" idx="10"/>
          </p:nvPr>
        </p:nvSpPr>
        <p:spPr>
          <a:xfrm>
            <a:off x="8336281" y="6514011"/>
            <a:ext cx="1482051" cy="123111"/>
          </a:xfrm>
          <a:prstGeom prst="rect">
            <a:avLst/>
          </a:prstGeom>
        </p:spPr>
        <p:txBody>
          <a:bodyPr/>
          <a:lstStyle>
            <a:lvl1pPr>
              <a:defRPr sz="800">
                <a:solidFill>
                  <a:schemeClr val="bg1"/>
                </a:solidFill>
                <a:latin typeface="Calibri Light" panose="020F0302020204030204" pitchFamily="34" charset="0"/>
                <a:ea typeface="+mn-ea"/>
                <a:cs typeface="+mn-cs"/>
                <a:sym typeface="+mn-lt"/>
              </a:defRPr>
            </a:lvl1pPr>
          </a:lstStyle>
          <a:p>
            <a:endParaRPr lang="en-US"/>
          </a:p>
        </p:txBody>
      </p:sp>
      <p:sp>
        <p:nvSpPr>
          <p:cNvPr id="39" name="TextBox 38"/>
          <p:cNvSpPr txBox="1"/>
          <p:nvPr userDrawn="1"/>
        </p:nvSpPr>
        <p:spPr>
          <a:xfrm>
            <a:off x="5888569" y="6514012"/>
            <a:ext cx="414867" cy="123111"/>
          </a:xfrm>
          <a:prstGeom prst="rect">
            <a:avLst/>
          </a:prstGeom>
          <a:noFill/>
        </p:spPr>
        <p:txBody>
          <a:bodyPr wrap="square" lIns="0" tIns="0" rIns="0" bIns="0" rtlCol="0" anchor="b">
            <a:spAutoFit/>
          </a:bodyPr>
          <a:lstStyle/>
          <a:p>
            <a:pPr marL="0" marR="0" indent="0" algn="ctr" defTabSz="609555" rtl="0" eaLnBrk="1" fontAlgn="auto" latinLnBrk="0" hangingPunct="1">
              <a:lnSpc>
                <a:spcPct val="100000"/>
              </a:lnSpc>
              <a:spcBef>
                <a:spcPts val="0"/>
              </a:spcBef>
              <a:spcAft>
                <a:spcPts val="0"/>
              </a:spcAft>
              <a:buClrTx/>
              <a:buSzTx/>
              <a:buFontTx/>
              <a:buNone/>
              <a:tabLst/>
              <a:defRPr/>
            </a:pPr>
            <a:fld id="{DFCF27A5-1A5B-48D3-A060-2758FFBB1ADD}" type="slidenum">
              <a:rPr lang="en-US" sz="800" kern="1200" smtClean="0">
                <a:solidFill>
                  <a:schemeClr val="bg1"/>
                </a:solidFill>
                <a:latin typeface="Calibri Light" panose="020F0302020204030204" pitchFamily="34" charset="0"/>
                <a:ea typeface="+mn-ea"/>
                <a:cs typeface="+mn-cs"/>
                <a:sym typeface="Trebuchet MS" panose="020B0603020202020204" pitchFamily="34" charset="0"/>
              </a:rPr>
              <a:pPr marL="0" marR="0" indent="0" algn="ctr" defTabSz="609555"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Light" panose="020F0302020204030204" pitchFamily="34" charset="0"/>
              <a:ea typeface="+mn-ea"/>
              <a:cs typeface="+mn-cs"/>
              <a:sym typeface="Trebuchet MS" panose="020B0603020202020204" pitchFamily="34" charset="0"/>
            </a:endParaRPr>
          </a:p>
        </p:txBody>
      </p:sp>
      <p:sp>
        <p:nvSpPr>
          <p:cNvPr id="40" name="Content Placeholder 2"/>
          <p:cNvSpPr>
            <a:spLocks noGrp="1"/>
          </p:cNvSpPr>
          <p:nvPr>
            <p:ph idx="1"/>
          </p:nvPr>
        </p:nvSpPr>
        <p:spPr>
          <a:xfrm>
            <a:off x="457201" y="1576553"/>
            <a:ext cx="11277603" cy="4351283"/>
          </a:xfrm>
        </p:spPr>
        <p:txBody>
          <a:bodyPr lIns="0" tIns="0" rIns="0" bIns="0"/>
          <a:lstStyle>
            <a:lvl1pPr marL="231632" indent="-231632">
              <a:lnSpc>
                <a:spcPct val="100000"/>
              </a:lnSpc>
              <a:spcBef>
                <a:spcPts val="1000"/>
              </a:spcBef>
              <a:spcAft>
                <a:spcPts val="0"/>
              </a:spcAft>
              <a:buClr>
                <a:schemeClr val="accent6"/>
              </a:buClr>
              <a:buFont typeface="Arial" panose="020B0604020202020204" pitchFamily="34" charset="0"/>
              <a:buChar char="•"/>
              <a:defRPr sz="2133" b="0">
                <a:solidFill>
                  <a:schemeClr val="tx1"/>
                </a:solidFill>
              </a:defRPr>
            </a:lvl1pPr>
            <a:lvl2pPr marL="768039" indent="-219440">
              <a:lnSpc>
                <a:spcPct val="100000"/>
              </a:lnSpc>
              <a:spcBef>
                <a:spcPts val="500"/>
              </a:spcBef>
              <a:spcAft>
                <a:spcPts val="0"/>
              </a:spcAft>
              <a:buClr>
                <a:schemeClr val="tx1"/>
              </a:buClr>
              <a:buFont typeface="Montserrat Light" panose="00000400000000000000" pitchFamily="2" charset="0"/>
              <a:buChar char="–"/>
              <a:defRPr sz="2133" b="0">
                <a:solidFill>
                  <a:schemeClr val="tx1"/>
                </a:solidFill>
              </a:defRPr>
            </a:lvl2pPr>
            <a:lvl3pPr marL="999670" indent="-231632">
              <a:lnSpc>
                <a:spcPct val="100000"/>
              </a:lnSpc>
              <a:spcBef>
                <a:spcPts val="500"/>
              </a:spcBef>
              <a:spcAft>
                <a:spcPts val="0"/>
              </a:spcAft>
              <a:buClr>
                <a:schemeClr val="tx1"/>
              </a:buClr>
              <a:buFont typeface="Wingdings" panose="05000000000000000000" pitchFamily="2" charset="2"/>
              <a:buChar char="§"/>
              <a:defRPr sz="1867" b="0">
                <a:solidFill>
                  <a:schemeClr val="tx1"/>
                </a:solidFill>
              </a:defRPr>
            </a:lvl3pPr>
            <a:lvl4pPr marL="1145962" indent="-256014">
              <a:lnSpc>
                <a:spcPct val="100000"/>
              </a:lnSpc>
              <a:spcBef>
                <a:spcPts val="500"/>
              </a:spcBef>
              <a:spcAft>
                <a:spcPts val="0"/>
              </a:spcAft>
              <a:buClr>
                <a:schemeClr val="tx1"/>
              </a:buClr>
              <a:buFont typeface="Courier New" panose="02070309020205020404" pitchFamily="49" charset="0"/>
              <a:buChar char="o"/>
              <a:defRPr sz="1867" b="0">
                <a:solidFill>
                  <a:schemeClr val="tx1"/>
                </a:solidFill>
              </a:defRPr>
            </a:lvl4pPr>
            <a:lvl5pPr marL="1377594" indent="-219440">
              <a:lnSpc>
                <a:spcPct val="100000"/>
              </a:lnSpc>
              <a:spcBef>
                <a:spcPts val="500"/>
              </a:spcBef>
              <a:spcAft>
                <a:spcPts val="0"/>
              </a:spcAft>
              <a:buClr>
                <a:schemeClr val="tx1"/>
              </a:buClr>
              <a:buFont typeface="Arial" panose="020B0604020202020204" pitchFamily="34" charset="0"/>
              <a:buChar char="•"/>
              <a:defRPr sz="1867" b="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7260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Default">
    <p:spTree>
      <p:nvGrpSpPr>
        <p:cNvPr id="1" name=""/>
        <p:cNvGrpSpPr/>
        <p:nvPr/>
      </p:nvGrpSpPr>
      <p:grpSpPr>
        <a:xfrm>
          <a:off x="0" y="0"/>
          <a:ext cx="0" cy="0"/>
          <a:chOff x="0" y="0"/>
          <a:chExt cx="0" cy="0"/>
        </a:xfrm>
      </p:grpSpPr>
      <p:graphicFrame>
        <p:nvGraphicFramePr>
          <p:cNvPr id="3" name="Object 6"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1325405623"/>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8" imgW="413" imgH="416" progId="TCLayout.ActiveDocument.1">
                  <p:embed/>
                </p:oleObj>
              </mc:Choice>
              <mc:Fallback>
                <p:oleObj name="think-cell Slide" r:id="rId8" imgW="413" imgH="416" progId="TCLayout.ActiveDocument.1">
                  <p:embed/>
                  <p:pic>
                    <p:nvPicPr>
                      <p:cNvPr id="3" name="Object 6" hidden="1">
                        <a:extLst>
                          <a:ext uri="{FF2B5EF4-FFF2-40B4-BE49-F238E27FC236}">
                            <a16:creationId xmlns:a16="http://schemas.microsoft.com/office/drawing/2014/main" id="{D8EFF8A2-0FB9-4B25-8B8D-492353274983}"/>
                          </a:ext>
                        </a:extLst>
                      </p:cNvPr>
                      <p:cNvPicPr/>
                      <p:nvPr/>
                    </p:nvPicPr>
                    <p:blipFill>
                      <a:blip r:embed="rId9"/>
                      <a:stretch>
                        <a:fillRect/>
                      </a:stretch>
                    </p:blipFill>
                    <p:spPr>
                      <a:xfrm>
                        <a:off x="1590" y="1590"/>
                        <a:ext cx="1588" cy="1588"/>
                      </a:xfrm>
                      <a:prstGeom prst="rect">
                        <a:avLst/>
                      </a:prstGeom>
                    </p:spPr>
                  </p:pic>
                </p:oleObj>
              </mc:Fallback>
            </mc:AlternateContent>
          </a:graphicData>
        </a:graphic>
      </p:graphicFrame>
      <p:sp>
        <p:nvSpPr>
          <p:cNvPr id="5" name="Rectangle 1" hidden="1">
            <a:extLst>
              <a:ext uri="{FF2B5EF4-FFF2-40B4-BE49-F238E27FC236}">
                <a16:creationId xmlns:a16="http://schemas.microsoft.com/office/drawing/2014/main" id="{FCC3A0E6-E630-4C26-B008-93BA0B5B1109}"/>
              </a:ext>
            </a:extLst>
          </p:cNvPr>
          <p:cNvSpPr/>
          <p:nvPr userDrawn="1">
            <p:custDataLst>
              <p:tags r:id="rId2"/>
            </p:custDataLst>
          </p:nvPr>
        </p:nvSpPr>
        <p:spPr>
          <a:xfrm>
            <a:off x="2" y="2"/>
            <a:ext cx="158751" cy="158751"/>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Arial" panose="020B0604020202020204" pitchFamily="34" charset="0"/>
              <a:ea typeface="+mj-ea"/>
              <a:cs typeface="+mj-cs"/>
              <a:sym typeface="Arial" panose="020B0604020202020204" pitchFamily="34"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232728"/>
            <a:ext cx="10287000" cy="731520"/>
          </a:xfrm>
        </p:spPr>
        <p:txBody>
          <a:bodyPr vert="horz" wrap="square" lIns="0" tIns="0" rIns="0" bIns="0" rtlCol="0" anchor="ctr" anchorCtr="0">
            <a:noAutofit/>
          </a:bodyPr>
          <a:lstStyle>
            <a:lvl1pPr>
              <a:defRPr lang="en-US" dirty="0"/>
            </a:lvl1pPr>
          </a:lstStyle>
          <a:p>
            <a:pPr lvl="0"/>
            <a:r>
              <a:rPr lang="en-US"/>
              <a:t>Click to edit Master title style</a:t>
            </a:r>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4"/>
            </p:custDataLst>
          </p:nvPr>
        </p:nvSpPr>
        <p:spPr>
          <a:xfrm>
            <a:off x="554736" y="1003052"/>
            <a:ext cx="10287000" cy="246221"/>
          </a:xfrm>
          <a:prstGeom prst="rect">
            <a:avLst/>
          </a:prstGeom>
        </p:spPr>
        <p:txBody>
          <a:bodyPr vert="horz" wrap="square" lIns="0" tIns="0" rIns="0" bIns="0" rtlCol="0">
            <a:spAutoFit/>
          </a:bodyPr>
          <a:lstStyle>
            <a:lvl1pPr>
              <a:defRPr lang="en-US" sz="1600" b="0" baseline="0" dirty="0"/>
            </a:lvl1pPr>
          </a:lstStyle>
          <a:p>
            <a:pPr lvl="0">
              <a:buNone/>
            </a:pPr>
            <a:r>
              <a:rPr lang="en-US"/>
              <a:t>Click to edit Master subtitle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5"/>
            </p:custDataLst>
          </p:nvPr>
        </p:nvSpPr>
        <p:spPr bwMode="black">
          <a:xfrm>
            <a:off x="5933252" y="6498756"/>
            <a:ext cx="325501" cy="138499"/>
          </a:xfrm>
          <a:prstGeom prst="rect">
            <a:avLst/>
          </a:prstGeom>
          <a:noFill/>
          <a:ln w="9525" algn="ctr">
            <a:noFill/>
            <a:miter lim="800000"/>
            <a:headEnd/>
            <a:tailEnd/>
          </a:ln>
          <a:effectLst/>
        </p:spPr>
        <p:txBody>
          <a:bodyPr wrap="square" lIns="0" tIns="0" rIns="0" bIns="0" anchor="b">
            <a:spAutoFit/>
          </a:bodyPr>
          <a:lstStyle/>
          <a:p>
            <a:pPr algn="ctr" defTabSz="610714" fontAlgn="auto">
              <a:spcBef>
                <a:spcPts val="0"/>
              </a:spcBef>
              <a:spcAft>
                <a:spcPts val="0"/>
              </a:spcAft>
              <a:defRPr/>
            </a:pPr>
            <a:fld id="{4ABDCABE-3F10-B64C-92F1-862014417034}" type="slidenum">
              <a:rPr lang="en-US" sz="900" b="0" smtClean="0">
                <a:solidFill>
                  <a:schemeClr val="tx1"/>
                </a:solidFill>
                <a:latin typeface="+mn-lt"/>
                <a:ea typeface="+mn-ea"/>
                <a:cs typeface="Arial" panose="020B0604020202020204" pitchFamily="34" charset="0"/>
              </a:rPr>
              <a:pPr algn="ctr" defTabSz="610714" fontAlgn="auto">
                <a:spcBef>
                  <a:spcPts val="0"/>
                </a:spcBef>
                <a:spcAft>
                  <a:spcPts val="0"/>
                </a:spcAft>
                <a:defRPr/>
              </a:pPr>
              <a:t>‹#›</a:t>
            </a:fld>
            <a:endParaRPr lang="en-US" sz="900" b="0">
              <a:solidFill>
                <a:schemeClr val="tx1"/>
              </a:solidFill>
              <a:latin typeface="+mn-lt"/>
              <a:ea typeface="+mn-ea"/>
              <a:cs typeface="Arial" panose="020B0604020202020204" pitchFamily="34" charset="0"/>
            </a:endParaRPr>
          </a:p>
        </p:txBody>
      </p:sp>
      <p:sp>
        <p:nvSpPr>
          <p:cNvPr id="12" name="5. Source" hidden="1">
            <a:extLst>
              <a:ext uri="{FF2B5EF4-FFF2-40B4-BE49-F238E27FC236}">
                <a16:creationId xmlns:a16="http://schemas.microsoft.com/office/drawing/2014/main" id="{B775EC72-DF08-4044-A10D-D71F98FE4E5E}"/>
              </a:ext>
            </a:extLst>
          </p:cNvPr>
          <p:cNvSpPr txBox="1"/>
          <p:nvPr userDrawn="1">
            <p:custDataLst>
              <p:tags r:id="rId6"/>
            </p:custDataLst>
          </p:nvPr>
        </p:nvSpPr>
        <p:spPr>
          <a:xfrm>
            <a:off x="554738" y="6498757"/>
            <a:ext cx="4295076" cy="123111"/>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defPPr>
              <a:defRPr lang="en-US"/>
            </a:defPPr>
            <a:lvl1pPr indent="0">
              <a:lnSpc>
                <a:spcPct val="100000"/>
              </a:lnSpc>
              <a:spcBef>
                <a:spcPts val="300"/>
              </a:spcBef>
              <a:spcAft>
                <a:spcPts val="300"/>
              </a:spcAft>
              <a:buFont typeface="Segoe UI" panose="020B0502040204020203" pitchFamily="34" charset="0"/>
              <a:buChar char="​"/>
              <a:defRPr sz="80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spcBef>
                <a:spcPts val="0"/>
              </a:spcBef>
              <a:spcAft>
                <a:spcPts val="0"/>
              </a:spcAft>
            </a:pPr>
            <a:r>
              <a:rPr lang="en-US" sz="800"/>
              <a:t>Source: …</a:t>
            </a:r>
          </a:p>
        </p:txBody>
      </p:sp>
    </p:spTree>
    <p:extLst>
      <p:ext uri="{BB962C8B-B14F-4D97-AF65-F5344CB8AC3E}">
        <p14:creationId xmlns:p14="http://schemas.microsoft.com/office/powerpoint/2010/main" val="342463735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4"/>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50" y="442926"/>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6"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020731370"/>
      </p:ext>
    </p:extLst>
  </p:cSld>
  <p:clrMapOvr>
    <a:masterClrMapping/>
  </p:clrMapOvr>
  <p:extLst>
    <p:ext uri="{DCECCB84-F9BA-43D5-87BE-67443E8EF086}">
      <p15:sldGuideLst xmlns:p15="http://schemas.microsoft.com/office/powerpoint/2012/main"/>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46D0E068-107B-47D9-A7EB-87F75C8B477A}"/>
              </a:ext>
            </a:extLst>
          </p:cNvPr>
          <p:cNvSpPr>
            <a:spLocks noGrp="1"/>
          </p:cNvSpPr>
          <p:nvPr>
            <p:ph type="dt" sz="half" idx="10"/>
          </p:nvPr>
        </p:nvSpPr>
        <p:spPr/>
        <p:txBody>
          <a:bodyPr/>
          <a:lstStyle/>
          <a:p>
            <a:pPr defTabSz="609570">
              <a:defRPr/>
            </a:pPr>
            <a:endParaRPr lang="en-US">
              <a:solidFill>
                <a:srgbClr val="171717">
                  <a:tint val="75000"/>
                </a:srgbClr>
              </a:solidFill>
            </a:endParaRPr>
          </a:p>
        </p:txBody>
      </p:sp>
      <p:sp>
        <p:nvSpPr>
          <p:cNvPr id="6" name="Slide Number Placeholder 5">
            <a:extLst>
              <a:ext uri="{FF2B5EF4-FFF2-40B4-BE49-F238E27FC236}">
                <a16:creationId xmlns:a16="http://schemas.microsoft.com/office/drawing/2014/main" id="{919AEA39-5E22-46D3-91BD-460976401ABC}"/>
              </a:ext>
            </a:extLst>
          </p:cNvPr>
          <p:cNvSpPr>
            <a:spLocks noGrp="1"/>
          </p:cNvSpPr>
          <p:nvPr>
            <p:ph type="sldNum" sz="quarter" idx="12"/>
          </p:nvPr>
        </p:nvSpPr>
        <p:spPr/>
        <p:txBody>
          <a:bodyPr/>
          <a:lstStyle/>
          <a:p>
            <a:pPr defTabSz="609570">
              <a:defRPr/>
            </a:pPr>
            <a:fld id="{7D18A8FE-DFC8-4843-AEF2-DE4DB0CF7D65}" type="slidenum">
              <a:rPr lang="en-US" smtClean="0">
                <a:solidFill>
                  <a:srgbClr val="171717">
                    <a:tint val="75000"/>
                  </a:srgbClr>
                </a:solidFill>
              </a:rPr>
              <a:pPr defTabSz="609570">
                <a:defRPr/>
              </a:pPr>
              <a:t>‹#›</a:t>
            </a:fld>
            <a:endParaRPr lang="en-US">
              <a:solidFill>
                <a:srgbClr val="171717">
                  <a:tint val="75000"/>
                </a:srgbClr>
              </a:solidFill>
            </a:endParaRPr>
          </a:p>
        </p:txBody>
      </p:sp>
      <p:sp>
        <p:nvSpPr>
          <p:cNvPr id="12" name="Slide Number Placeholder 5">
            <a:extLst>
              <a:ext uri="{FF2B5EF4-FFF2-40B4-BE49-F238E27FC236}">
                <a16:creationId xmlns:a16="http://schemas.microsoft.com/office/drawing/2014/main" id="{C2CC0855-9B07-490F-A215-5370D2F4E255}"/>
              </a:ext>
            </a:extLst>
          </p:cNvPr>
          <p:cNvSpPr txBox="1">
            <a:spLocks/>
          </p:cNvSpPr>
          <p:nvPr userDrawn="1"/>
        </p:nvSpPr>
        <p:spPr>
          <a:xfrm>
            <a:off x="5869051" y="6677398"/>
            <a:ext cx="419556" cy="192361"/>
          </a:xfrm>
          <a:prstGeom prst="rect">
            <a:avLst/>
          </a:prstGeom>
        </p:spPr>
        <p:txBody>
          <a:bodyPr vert="horz" lIns="121920" tIns="60960" rIns="121920" bIns="60960" rtlCol="0" anchor="ctr"/>
          <a:lstStyle>
            <a:defPPr>
              <a:defRPr lang="en-US"/>
            </a:defPPr>
            <a:lvl1pPr marL="0" algn="ctr" defTabSz="457200" rtl="0" eaLnBrk="1" latinLnBrk="0" hangingPunct="1">
              <a:defRPr sz="6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609570" rtl="0" eaLnBrk="1" fontAlgn="auto" latinLnBrk="0" hangingPunct="1">
              <a:lnSpc>
                <a:spcPct val="100000"/>
              </a:lnSpc>
              <a:spcBef>
                <a:spcPts val="0"/>
              </a:spcBef>
              <a:spcAft>
                <a:spcPts val="0"/>
              </a:spcAft>
              <a:buClrTx/>
              <a:buSzTx/>
              <a:buFont typeface="+mj-lt"/>
              <a:buNone/>
              <a:tabLst/>
              <a:defRPr/>
            </a:pPr>
            <a:fld id="{7D18A8FE-DFC8-4843-AEF2-DE4DB0CF7D65}" type="slidenum">
              <a:rPr kumimoji="0" lang="en-US" sz="800" b="0" i="0" u="none" strike="noStrike" kern="1200" cap="none" spc="0" normalizeH="0" baseline="0" noProof="0" smtClean="0">
                <a:ln>
                  <a:noFill/>
                </a:ln>
                <a:solidFill>
                  <a:srgbClr val="171717"/>
                </a:solidFill>
                <a:effectLst/>
                <a:uLnTx/>
                <a:uFillTx/>
                <a:latin typeface="Arial" panose="020B0604020202020204"/>
                <a:ea typeface="+mn-ea"/>
                <a:cs typeface="+mn-cs"/>
              </a:rPr>
              <a:pPr marL="0" marR="0" lvl="0" indent="0" algn="ctr" defTabSz="609570" rtl="0" eaLnBrk="1" fontAlgn="auto" latinLnBrk="0" hangingPunct="1">
                <a:lnSpc>
                  <a:spcPct val="100000"/>
                </a:lnSpc>
                <a:spcBef>
                  <a:spcPts val="0"/>
                </a:spcBef>
                <a:spcAft>
                  <a:spcPts val="0"/>
                </a:spcAft>
                <a:buClrTx/>
                <a:buSzTx/>
                <a:buFont typeface="+mj-lt"/>
                <a:buNone/>
                <a:tabLst/>
                <a:defRPr/>
              </a:pPr>
              <a:t>‹#›</a:t>
            </a:fld>
            <a:endParaRPr kumimoji="0" lang="en-US" sz="800" b="0" i="0" u="none" strike="noStrike" kern="1200" cap="none" spc="0" normalizeH="0" baseline="0" noProof="0">
              <a:ln>
                <a:noFill/>
              </a:ln>
              <a:solidFill>
                <a:srgbClr val="171717"/>
              </a:solidFill>
              <a:effectLst/>
              <a:uLnTx/>
              <a:uFillTx/>
              <a:latin typeface="Arial" panose="020B0604020202020204"/>
              <a:ea typeface="+mn-ea"/>
              <a:cs typeface="+mn-cs"/>
            </a:endParaRPr>
          </a:p>
        </p:txBody>
      </p:sp>
    </p:spTree>
    <p:extLst>
      <p:ext uri="{BB962C8B-B14F-4D97-AF65-F5344CB8AC3E}">
        <p14:creationId xmlns:p14="http://schemas.microsoft.com/office/powerpoint/2010/main" val="35404157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E2EAE-13C5-4DA1-A405-2971755C5CC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D96B9A-B117-4765-9F18-34E9A4DDFEE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16573B31-A726-437E-B7A5-1C0031D86CB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922F4E7-1961-47FB-9B3E-B3A9528B9782}"/>
              </a:ext>
            </a:extLst>
          </p:cNvPr>
          <p:cNvSpPr>
            <a:spLocks noGrp="1"/>
          </p:cNvSpPr>
          <p:nvPr>
            <p:ph type="sldNum" sz="quarter" idx="12"/>
          </p:nvPr>
        </p:nvSpPr>
        <p:spPr/>
        <p:txBody>
          <a:bodyPr/>
          <a:lstStyle/>
          <a:p>
            <a:fld id="{BB6ED9C7-1994-4284-ADA6-9FD3A0A890A5}" type="slidenum">
              <a:rPr lang="en-US" smtClean="0"/>
              <a:t>‹#›</a:t>
            </a:fld>
            <a:endParaRPr lang="en-US"/>
          </a:p>
        </p:txBody>
      </p:sp>
    </p:spTree>
    <p:extLst>
      <p:ext uri="{BB962C8B-B14F-4D97-AF65-F5344CB8AC3E}">
        <p14:creationId xmlns:p14="http://schemas.microsoft.com/office/powerpoint/2010/main" val="54302816"/>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10" name="Freeform 31">
            <a:extLst>
              <a:ext uri="{FF2B5EF4-FFF2-40B4-BE49-F238E27FC236}">
                <a16:creationId xmlns:a16="http://schemas.microsoft.com/office/drawing/2014/main" id="{F1A14EAF-63BC-40EC-988D-285239833860}"/>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Date Placeholder 8">
            <a:extLst>
              <a:ext uri="{FF2B5EF4-FFF2-40B4-BE49-F238E27FC236}">
                <a16:creationId xmlns:a16="http://schemas.microsoft.com/office/drawing/2014/main" id="{177EA1DE-E84A-4B2D-BC72-1B70F05294FE}"/>
              </a:ext>
            </a:extLst>
          </p:cNvPr>
          <p:cNvSpPr>
            <a:spLocks noGrp="1"/>
          </p:cNvSpPr>
          <p:nvPr>
            <p:ph type="dt" sz="half" idx="10"/>
          </p:nvPr>
        </p:nvSpPr>
        <p:spPr/>
        <p:txBody>
          <a:bodyPr/>
          <a:lstStyle/>
          <a:p>
            <a:endParaRPr lang="en-US"/>
          </a:p>
        </p:txBody>
      </p:sp>
      <p:sp>
        <p:nvSpPr>
          <p:cNvPr id="12" name="Footer Placeholder 11">
            <a:extLst>
              <a:ext uri="{FF2B5EF4-FFF2-40B4-BE49-F238E27FC236}">
                <a16:creationId xmlns:a16="http://schemas.microsoft.com/office/drawing/2014/main" id="{A741F0EE-B888-458F-B1B7-57EF2DCF26B6}"/>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80909059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274B4E5A-8641-4161-AD10-B856A2255B4A}"/>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B85FC9E9-2041-4EE9-9DEA-7AE33A6E7462}"/>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31719255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F7587F9E-0514-400F-A1DF-967B3512BFE7}"/>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6EAAFFC3-7983-47C3-89A0-9BD37DB9C94C}"/>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28621678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A1C2621B-A2CC-4381-A364-E65EE07136B3}"/>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B07EDB87-1860-4BCE-AA7A-997BB790E94A}"/>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392660306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06DB3FC5-7125-443E-8684-485123CFC8AF}"/>
              </a:ext>
            </a:extLst>
          </p:cNvPr>
          <p:cNvSpPr>
            <a:spLocks noGrp="1"/>
          </p:cNvSpPr>
          <p:nvPr>
            <p:ph type="dt" sz="half" idx="14"/>
          </p:nvPr>
        </p:nvSpPr>
        <p:spPr/>
        <p:txBody>
          <a:bodyPr/>
          <a:lstStyle/>
          <a:p>
            <a:endParaRPr lang="en-US"/>
          </a:p>
        </p:txBody>
      </p:sp>
      <p:sp>
        <p:nvSpPr>
          <p:cNvPr id="5" name="Footer Placeholder 4">
            <a:extLst>
              <a:ext uri="{FF2B5EF4-FFF2-40B4-BE49-F238E27FC236}">
                <a16:creationId xmlns:a16="http://schemas.microsoft.com/office/drawing/2014/main" id="{7E34032A-52DA-4200-961E-4E476BAAF146}"/>
              </a:ext>
            </a:extLst>
          </p:cNvPr>
          <p:cNvSpPr>
            <a:spLocks noGrp="1"/>
          </p:cNvSpPr>
          <p:nvPr>
            <p:ph type="ftr" sz="quarter" idx="15"/>
          </p:nvPr>
        </p:nvSpPr>
        <p:spPr/>
        <p:txBody>
          <a:bodyPr/>
          <a:lstStyle/>
          <a:p>
            <a:endParaRPr lang="en-US"/>
          </a:p>
        </p:txBody>
      </p:sp>
    </p:spTree>
    <p:extLst>
      <p:ext uri="{BB962C8B-B14F-4D97-AF65-F5344CB8AC3E}">
        <p14:creationId xmlns:p14="http://schemas.microsoft.com/office/powerpoint/2010/main" val="42574315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D220CA4F-59AE-442D-9572-EA77CAEB422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5BFAC733-674A-4117-A7EB-D4D0C65E91B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5145244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406D4BD6-EF05-41D5-993A-5A6F847DEF7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7C97F6E-0540-4B39-922C-61DAA1A118CE}"/>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911641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CCC0A504-44BF-40D1-883F-CE8B8C11F76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C095611-268B-456B-ADDB-8A98029E792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821370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34A6204E-EC41-4962-A5D8-0C40DD4DBB31}"/>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1ECAAE4-6CFA-415B-99B1-74C3CB3A9572}"/>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7567094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4" name="Date Placeholder 3">
            <a:extLst>
              <a:ext uri="{FF2B5EF4-FFF2-40B4-BE49-F238E27FC236}">
                <a16:creationId xmlns:a16="http://schemas.microsoft.com/office/drawing/2014/main" id="{81FBC310-C87D-4F80-A360-BDAAF1CAC1AE}"/>
              </a:ext>
            </a:extLst>
          </p:cNvPr>
          <p:cNvSpPr>
            <a:spLocks noGrp="1"/>
          </p:cNvSpPr>
          <p:nvPr>
            <p:ph type="dt" sz="half" idx="15"/>
          </p:nvPr>
        </p:nvSpPr>
        <p:spPr/>
        <p:txBody>
          <a:bodyPr/>
          <a:lstStyle/>
          <a:p>
            <a:endParaRPr lang="en-US"/>
          </a:p>
        </p:txBody>
      </p:sp>
      <p:sp>
        <p:nvSpPr>
          <p:cNvPr id="5" name="Footer Placeholder 4">
            <a:extLst>
              <a:ext uri="{FF2B5EF4-FFF2-40B4-BE49-F238E27FC236}">
                <a16:creationId xmlns:a16="http://schemas.microsoft.com/office/drawing/2014/main" id="{C69D0690-7709-4E23-8982-77A49CFFC75E}"/>
              </a:ext>
            </a:extLst>
          </p:cNvPr>
          <p:cNvSpPr>
            <a:spLocks noGrp="1"/>
          </p:cNvSpPr>
          <p:nvPr>
            <p:ph type="ftr" sz="quarter" idx="16"/>
          </p:nvPr>
        </p:nvSpPr>
        <p:spPr/>
        <p:txBody>
          <a:bodyPr/>
          <a:lstStyle/>
          <a:p>
            <a:endParaRPr lang="en-US"/>
          </a:p>
        </p:txBody>
      </p:sp>
    </p:spTree>
    <p:extLst>
      <p:ext uri="{BB962C8B-B14F-4D97-AF65-F5344CB8AC3E}">
        <p14:creationId xmlns:p14="http://schemas.microsoft.com/office/powerpoint/2010/main" val="223103924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3" name="Date Placeholder 2">
            <a:extLst>
              <a:ext uri="{FF2B5EF4-FFF2-40B4-BE49-F238E27FC236}">
                <a16:creationId xmlns:a16="http://schemas.microsoft.com/office/drawing/2014/main" id="{DCBAC311-172D-408D-BDF9-792AC2905B9D}"/>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7836081C-8134-4BD1-BF16-D324F8322D1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1013015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
        <p:nvSpPr>
          <p:cNvPr id="2" name="Date Placeholder 1">
            <a:extLst>
              <a:ext uri="{FF2B5EF4-FFF2-40B4-BE49-F238E27FC236}">
                <a16:creationId xmlns:a16="http://schemas.microsoft.com/office/drawing/2014/main" id="{DC2333AA-2BAB-4126-82DF-3DF1E29A94F7}"/>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68AD5FEE-B5AD-402B-B2E9-2F6B9E43672C}"/>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1094849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2" name="Date Placeholder 1">
            <a:extLst>
              <a:ext uri="{FF2B5EF4-FFF2-40B4-BE49-F238E27FC236}">
                <a16:creationId xmlns:a16="http://schemas.microsoft.com/office/drawing/2014/main" id="{7C140565-1318-4AE0-9E36-90F3229F0731}"/>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A44EA94C-4620-4E7A-8BEE-7031E06E807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8234258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1" name="Graphic 10">
            <a:extLst>
              <a:ext uri="{FF2B5EF4-FFF2-40B4-BE49-F238E27FC236}">
                <a16:creationId xmlns:a16="http://schemas.microsoft.com/office/drawing/2014/main" id="{55E7BBFC-47FE-794A-B540-81BDFCC225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
        <p:nvSpPr>
          <p:cNvPr id="10" name="Freeform 31">
            <a:extLst>
              <a:ext uri="{FF2B5EF4-FFF2-40B4-BE49-F238E27FC236}">
                <a16:creationId xmlns:a16="http://schemas.microsoft.com/office/drawing/2014/main" id="{F1A14EAF-63BC-40EC-988D-285239833860}"/>
              </a:ext>
            </a:extLst>
          </p:cNvPr>
          <p:cNvSpPr>
            <a:spLocks/>
          </p:cNvSpPr>
          <p:nvPr userDrawn="1"/>
        </p:nvSpPr>
        <p:spPr>
          <a:xfrm>
            <a:off x="4686532" y="3"/>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1326834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2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ED3C9057-7152-2A47-9BFB-01E64DF1F0DF}"/>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204890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1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5164F9FD-59C6-FD4C-87A8-71C1511931C9}"/>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545005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Graphic 13">
            <a:extLst>
              <a:ext uri="{FF2B5EF4-FFF2-40B4-BE49-F238E27FC236}">
                <a16:creationId xmlns:a16="http://schemas.microsoft.com/office/drawing/2014/main" id="{8EA21436-609E-1643-BA46-9347829FB3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891526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9E1828D7-E356-694D-BCDA-12ED46BC95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97609936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9E644D6E-5531-5644-B768-B944FC3C5F5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8983198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44A4435A-D990-5C45-B122-9ADAF99587C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778193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1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5BE1C40-2BF0-0E43-BDC9-A925101C112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6254137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659A05D1-A79E-D846-90FC-1AE1A4119662}"/>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3844117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13" name="Graphic 12">
            <a:extLst>
              <a:ext uri="{FF2B5EF4-FFF2-40B4-BE49-F238E27FC236}">
                <a16:creationId xmlns:a16="http://schemas.microsoft.com/office/drawing/2014/main" id="{3E2B0AE0-3B8A-DA48-BF2A-1A522C81FD8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35560816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0A91B293-32F1-1D42-8745-63A742FF81D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2413081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Blank w/footer">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5E1CF14-FEA8-7447-9B85-8C2BBE18FDF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2738934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1_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0C85309B-64C3-934B-B2AE-83DD97BCA94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98366934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Content Placeholder 2"/>
          <p:cNvSpPr>
            <a:spLocks noGrp="1"/>
          </p:cNvSpPr>
          <p:nvPr>
            <p:ph idx="1"/>
          </p:nvPr>
        </p:nvSpPr>
        <p:spPr>
          <a:xfrm>
            <a:off x="457200"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p:cNvSpPr>
            <a:spLocks noGrp="1"/>
          </p:cNvSpPr>
          <p:nvPr>
            <p:ph idx="10"/>
          </p:nvPr>
        </p:nvSpPr>
        <p:spPr>
          <a:xfrm>
            <a:off x="6214059" y="1576552"/>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p:cNvSpPr>
            <a:spLocks noGrp="1"/>
          </p:cNvSpPr>
          <p:nvPr>
            <p:ph idx="12"/>
          </p:nvPr>
        </p:nvSpPr>
        <p:spPr>
          <a:xfrm>
            <a:off x="457200"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p:cNvSpPr>
            <a:spLocks noGrp="1"/>
          </p:cNvSpPr>
          <p:nvPr>
            <p:ph idx="13"/>
          </p:nvPr>
        </p:nvSpPr>
        <p:spPr>
          <a:xfrm>
            <a:off x="6214059" y="3988673"/>
            <a:ext cx="5486400" cy="2194560"/>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Graphic 2">
            <a:extLst>
              <a:ext uri="{FF2B5EF4-FFF2-40B4-BE49-F238E27FC236}">
                <a16:creationId xmlns:a16="http://schemas.microsoft.com/office/drawing/2014/main" id="{B1FF74B4-650E-1DF9-6792-7401B206AFE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29734088"/>
      </p:ext>
    </p:extLst>
  </p:cSld>
  <p:clrMapOvr>
    <a:masterClrMapping/>
  </p:clrMapOvr>
  <p:extLst>
    <p:ext uri="{DCECCB84-F9BA-43D5-87BE-67443E8EF086}">
      <p15:sldGuideLst xmlns:p15="http://schemas.microsoft.com/office/powerpoint/2012/main"/>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1E2A-71F5-314A-8195-1C12263FAD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E581B18-65FC-804C-9048-FBB6E446B7A0}"/>
              </a:ext>
            </a:extLst>
          </p:cNvPr>
          <p:cNvSpPr>
            <a:spLocks noGrp="1"/>
          </p:cNvSpPr>
          <p:nvPr>
            <p:ph sz="half" idx="1"/>
          </p:nvPr>
        </p:nvSpPr>
        <p:spPr>
          <a:xfrm>
            <a:off x="838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3706A9-D9EF-704C-8407-0A4E83A25B1D}"/>
              </a:ext>
            </a:extLst>
          </p:cNvPr>
          <p:cNvSpPr>
            <a:spLocks noGrp="1"/>
          </p:cNvSpPr>
          <p:nvPr>
            <p:ph sz="half" idx="2"/>
          </p:nvPr>
        </p:nvSpPr>
        <p:spPr>
          <a:xfrm>
            <a:off x="6172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44880770"/>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669928495"/>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3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535971"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1652B725-837C-3E50-9417-CA3B860F72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7757691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2_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10280"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AE3A654-AF8F-9C41-8CAA-D5D2E5FA68F3}"/>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C88EA027-8362-358A-10CE-32F6F5F08CD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0255043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2_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369627"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D1F5E3FD-9EE9-F543-BCED-F7397002C379}"/>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CEF64109-CB6D-527B-A2B6-3BC78FBE0F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3137306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_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642808"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1723D2C3-A3F8-5E47-8E0F-AFC4F9E60371}"/>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77DBC896-C298-998A-3389-17EF67379BBB}"/>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74450933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16565"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A858F422-8C5D-3295-FB0C-8A42C047D67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3534833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_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2" y="192361"/>
            <a:ext cx="8573679"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E66CFD98-370D-C349-8E75-45FD459F0A2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1A515063-0A6D-542A-5CAF-7DEAE6C042F4}"/>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2596974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2_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479411"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DDF1B54D-E97A-CF47-BE3E-CD6D03235A0D}"/>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E253508A-1B36-6B96-D6B2-2999D8F6253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6522610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60557"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C9B31F19-03A0-594D-B3E9-CD87376E36D4}"/>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BC9CEDA8-E21F-B7C9-2C54-C26E1A4E208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2126705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_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1"/>
            <a:ext cx="8451325"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endParaRPr lang="en-US"/>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921935"/>
            <a:ext cx="8451325"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endParaRPr lang="en-US"/>
          </a:p>
        </p:txBody>
      </p:sp>
      <p:pic>
        <p:nvPicPr>
          <p:cNvPr id="4" name="Graphic 3">
            <a:extLst>
              <a:ext uri="{FF2B5EF4-FFF2-40B4-BE49-F238E27FC236}">
                <a16:creationId xmlns:a16="http://schemas.microsoft.com/office/drawing/2014/main" id="{5F63B67D-C08A-41E5-7BC3-199B481110C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217761115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8202891"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userDrawn="1"/>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3" name="Graphic 2">
            <a:extLst>
              <a:ext uri="{FF2B5EF4-FFF2-40B4-BE49-F238E27FC236}">
                <a16:creationId xmlns:a16="http://schemas.microsoft.com/office/drawing/2014/main" id="{09A8DB4B-60FB-9B41-DB0A-8A90E30755CD}"/>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46891760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2_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2" name="Graphic 1">
            <a:extLst>
              <a:ext uri="{FF2B5EF4-FFF2-40B4-BE49-F238E27FC236}">
                <a16:creationId xmlns:a16="http://schemas.microsoft.com/office/drawing/2014/main" id="{C04F6A2B-A520-476A-FC0C-C85CC6253548}"/>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38375750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2_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2" name="Graphic 1">
            <a:extLst>
              <a:ext uri="{FF2B5EF4-FFF2-40B4-BE49-F238E27FC236}">
                <a16:creationId xmlns:a16="http://schemas.microsoft.com/office/drawing/2014/main" id="{3F0255F9-471F-75D3-F528-B6177452B91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73831" y="5953413"/>
            <a:ext cx="2845700" cy="703432"/>
          </a:xfrm>
          <a:prstGeom prst="rect">
            <a:avLst/>
          </a:prstGeom>
        </p:spPr>
      </p:pic>
    </p:spTree>
    <p:extLst>
      <p:ext uri="{BB962C8B-B14F-4D97-AF65-F5344CB8AC3E}">
        <p14:creationId xmlns:p14="http://schemas.microsoft.com/office/powerpoint/2010/main" val="14587357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_Content">
    <p:spTree>
      <p:nvGrpSpPr>
        <p:cNvPr id="1" name=""/>
        <p:cNvGrpSpPr/>
        <p:nvPr/>
      </p:nvGrpSpPr>
      <p:grpSpPr>
        <a:xfrm>
          <a:off x="0" y="0"/>
          <a:ext cx="0" cy="0"/>
          <a:chOff x="0" y="0"/>
          <a:chExt cx="0" cy="0"/>
        </a:xfrm>
      </p:grpSpPr>
      <p:sp>
        <p:nvSpPr>
          <p:cNvPr id="4" name="Content Placeholder 11"/>
          <p:cNvSpPr>
            <a:spLocks noGrp="1"/>
          </p:cNvSpPr>
          <p:nvPr>
            <p:ph sz="quarter" idx="14"/>
          </p:nvPr>
        </p:nvSpPr>
        <p:spPr>
          <a:xfrm>
            <a:off x="609603" y="1128891"/>
            <a:ext cx="10972799" cy="1554272"/>
          </a:xfrm>
          <a:prstGeom prst="rect">
            <a:avLst/>
          </a:prstGeom>
        </p:spPr>
        <p:txBody>
          <a:bodyPr lIns="0" tIns="0" rIns="0" bIns="0"/>
          <a:lstStyle>
            <a:lvl1pPr marL="182870" indent="-182870">
              <a:lnSpc>
                <a:spcPct val="100000"/>
              </a:lnSpc>
              <a:spcBef>
                <a:spcPts val="400"/>
              </a:spcBef>
              <a:defRPr sz="1800">
                <a:solidFill>
                  <a:schemeClr val="tx1"/>
                </a:solidFill>
              </a:defRPr>
            </a:lvl1pPr>
            <a:lvl2pPr marL="365742" indent="-182870">
              <a:lnSpc>
                <a:spcPct val="100000"/>
              </a:lnSpc>
              <a:spcBef>
                <a:spcPts val="400"/>
              </a:spcBef>
              <a:buFont typeface="Liberation Sans" panose="020B0604020202020204" pitchFamily="34" charset="0"/>
              <a:buChar char="–"/>
              <a:defRPr sz="1600">
                <a:solidFill>
                  <a:schemeClr val="tx1"/>
                </a:solidFill>
              </a:defRPr>
            </a:lvl2pPr>
            <a:lvl3pPr marL="548613" indent="-182870">
              <a:lnSpc>
                <a:spcPct val="100000"/>
              </a:lnSpc>
              <a:spcBef>
                <a:spcPts val="400"/>
              </a:spcBef>
              <a:buFont typeface="Courier New" panose="02070309020205020404" pitchFamily="49" charset="0"/>
              <a:buChar char="o"/>
              <a:defRPr sz="1400">
                <a:solidFill>
                  <a:schemeClr val="tx1"/>
                </a:solidFill>
              </a:defRPr>
            </a:lvl3pPr>
            <a:lvl4pPr marL="731484" indent="-182870">
              <a:lnSpc>
                <a:spcPct val="100000"/>
              </a:lnSpc>
              <a:spcBef>
                <a:spcPts val="400"/>
              </a:spcBef>
              <a:buFont typeface="Wingdings" panose="05000000000000000000" pitchFamily="2" charset="2"/>
              <a:buChar char="§"/>
              <a:defRPr sz="1200">
                <a:solidFill>
                  <a:schemeClr val="tx1"/>
                </a:solidFill>
              </a:defRPr>
            </a:lvl4pPr>
            <a:lvl5pPr marL="914354" indent="-182870">
              <a:lnSpc>
                <a:spcPct val="100000"/>
              </a:lnSpc>
              <a:spcBef>
                <a:spcPts val="400"/>
              </a:spcBef>
              <a:buFont typeface="Wingdings" panose="05000000000000000000" pitchFamily="2" charset="2"/>
              <a:buChar char="v"/>
              <a:defRPr sz="1100">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p:nvPr>
        </p:nvSpPr>
        <p:spPr/>
        <p:txBody>
          <a:bodyPr/>
          <a:lstStyle>
            <a:lvl1pP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2744795418"/>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7475FFD4-40DC-2340-9879-BB937094514D}"/>
              </a:ext>
            </a:extLst>
          </p:cNvPr>
          <p:cNvSpPr>
            <a:spLocks/>
          </p:cNvSpPr>
          <p:nvPr userDrawn="1"/>
        </p:nvSpPr>
        <p:spPr>
          <a:xfrm>
            <a:off x="4686531" y="8875"/>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4818843"/>
            <a:ext cx="9160412" cy="641701"/>
          </a:xfrm>
        </p:spPr>
        <p:txBody>
          <a:bodyPr lIns="0" tIns="0" rIns="0" bIns="0"/>
          <a:lstStyle>
            <a:lvl1pPr marL="0" indent="0" algn="l">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pic>
        <p:nvPicPr>
          <p:cNvPr id="12" name="Graphic 11">
            <a:extLst>
              <a:ext uri="{FF2B5EF4-FFF2-40B4-BE49-F238E27FC236}">
                <a16:creationId xmlns:a16="http://schemas.microsoft.com/office/drawing/2014/main" id="{1FE1D59E-B23B-EB40-95E5-ED140B58937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4569359" y="6159979"/>
            <a:ext cx="3070917" cy="508431"/>
          </a:xfrm>
          <a:prstGeom prst="rect">
            <a:avLst/>
          </a:prstGeom>
        </p:spPr>
      </p:pic>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p:spPr>
        <p:txBody>
          <a:bodyPr lIns="0" tIns="0" rIns="0" bIns="0" anchor="b"/>
          <a:lstStyle>
            <a:lvl1pPr algn="l">
              <a:defRPr sz="4267"/>
            </a:lvl1pPr>
          </a:lstStyle>
          <a:p>
            <a:r>
              <a:rPr lang="en-US"/>
              <a:t>Click to edit Master title style</a:t>
            </a:r>
          </a:p>
        </p:txBody>
      </p:sp>
    </p:spTree>
    <p:extLst>
      <p:ext uri="{BB962C8B-B14F-4D97-AF65-F5344CB8AC3E}">
        <p14:creationId xmlns:p14="http://schemas.microsoft.com/office/powerpoint/2010/main" val="101041951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293130"/>
            <a:ext cx="414867" cy="564871"/>
          </a:xfrm>
        </p:spPr>
        <p:txBody>
          <a:bodyPr/>
          <a:lstStyle>
            <a:lvl1pPr algn="ctr">
              <a:defRPr sz="800">
                <a:solidFill>
                  <a:schemeClr val="tx1"/>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4" name="Graphic 3">
            <a:extLst>
              <a:ext uri="{FF2B5EF4-FFF2-40B4-BE49-F238E27FC236}">
                <a16:creationId xmlns:a16="http://schemas.microsoft.com/office/drawing/2014/main" id="{8324AB91-2D33-CDCF-ADEE-A4EE075DB57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33011256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pic>
        <p:nvPicPr>
          <p:cNvPr id="21" name="Graphic 20">
            <a:extLst>
              <a:ext uri="{FF2B5EF4-FFF2-40B4-BE49-F238E27FC236}">
                <a16:creationId xmlns:a16="http://schemas.microsoft.com/office/drawing/2014/main" id="{E1AFEA42-3EE1-094B-87A5-A1149CFA17D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9" name="Freeform 18">
            <a:extLst>
              <a:ext uri="{FF2B5EF4-FFF2-40B4-BE49-F238E27FC236}">
                <a16:creationId xmlns:a16="http://schemas.microsoft.com/office/drawing/2014/main" id="{80C5F9C2-BCC4-4F46-B53F-F73C108C9E1F}"/>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5302165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7" y="6293130"/>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68203993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2_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0" name="Rectangle 19">
            <a:extLst>
              <a:ext uri="{FF2B5EF4-FFF2-40B4-BE49-F238E27FC236}">
                <a16:creationId xmlns:a16="http://schemas.microsoft.com/office/drawing/2014/main" id="{3FEA7481-30F1-CC4D-A84F-2128B87986F5}"/>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1" name="Graphic 20">
            <a:extLst>
              <a:ext uri="{FF2B5EF4-FFF2-40B4-BE49-F238E27FC236}">
                <a16:creationId xmlns:a16="http://schemas.microsoft.com/office/drawing/2014/main" id="{E1AFEA42-3EE1-094B-87A5-A1149CFA17D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9" name="Freeform 18">
            <a:extLst>
              <a:ext uri="{FF2B5EF4-FFF2-40B4-BE49-F238E27FC236}">
                <a16:creationId xmlns:a16="http://schemas.microsoft.com/office/drawing/2014/main" id="{80C5F9C2-BCC4-4F46-B53F-F73C108C9E1F}"/>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bjClassifierImageBottom">
            <a:extLst>
              <a:ext uri="{FF2B5EF4-FFF2-40B4-BE49-F238E27FC236}">
                <a16:creationId xmlns:a16="http://schemas.microsoft.com/office/drawing/2014/main" id="{1D8990EA-8C96-4A40-B1FD-742FC607ADCA}"/>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31337670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_Title and Content w/Picture no/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235E8CC7-D4EC-D441-8699-AB07804E984E}"/>
              </a:ext>
            </a:extLst>
          </p:cNvPr>
          <p:cNvGrpSpPr/>
          <p:nvPr userDrawn="1"/>
        </p:nvGrpSpPr>
        <p:grpSpPr>
          <a:xfrm>
            <a:off x="418835" y="6436346"/>
            <a:ext cx="1155965" cy="299525"/>
            <a:chOff x="326826" y="4827265"/>
            <a:chExt cx="866974" cy="224644"/>
          </a:xfrm>
        </p:grpSpPr>
        <p:grpSp>
          <p:nvGrpSpPr>
            <p:cNvPr id="10" name="Group 9">
              <a:extLst>
                <a:ext uri="{FF2B5EF4-FFF2-40B4-BE49-F238E27FC236}">
                  <a16:creationId xmlns:a16="http://schemas.microsoft.com/office/drawing/2014/main" id="{206DCB4D-AC9D-1A4B-A216-E63CF093D9C7}"/>
                </a:ext>
              </a:extLst>
            </p:cNvPr>
            <p:cNvGrpSpPr/>
            <p:nvPr userDrawn="1"/>
          </p:nvGrpSpPr>
          <p:grpSpPr>
            <a:xfrm>
              <a:off x="326826" y="4827265"/>
              <a:ext cx="241691" cy="224644"/>
              <a:chOff x="387151" y="4122415"/>
              <a:chExt cx="241691" cy="224644"/>
            </a:xfrm>
          </p:grpSpPr>
          <p:sp>
            <p:nvSpPr>
              <p:cNvPr id="12" name="Triangle 11">
                <a:extLst>
                  <a:ext uri="{FF2B5EF4-FFF2-40B4-BE49-F238E27FC236}">
                    <a16:creationId xmlns:a16="http://schemas.microsoft.com/office/drawing/2014/main" id="{753E3630-3FBE-6E4C-8743-7FC846DE057D}"/>
                  </a:ext>
                </a:extLst>
              </p:cNvPr>
              <p:cNvSpPr/>
              <p:nvPr userDrawn="1"/>
            </p:nvSpPr>
            <p:spPr>
              <a:xfrm>
                <a:off x="415727" y="4122415"/>
                <a:ext cx="203591" cy="215444"/>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3" name="TextBox 12">
                <a:extLst>
                  <a:ext uri="{FF2B5EF4-FFF2-40B4-BE49-F238E27FC236}">
                    <a16:creationId xmlns:a16="http://schemas.microsoft.com/office/drawing/2014/main" id="{1CEAEB9D-7ED7-2B40-9B9C-B5B10400E564}"/>
                  </a:ext>
                </a:extLst>
              </p:cNvPr>
              <p:cNvSpPr txBox="1"/>
              <p:nvPr userDrawn="1"/>
            </p:nvSpPr>
            <p:spPr>
              <a:xfrm>
                <a:off x="387151" y="4154650"/>
                <a:ext cx="241691" cy="192409"/>
              </a:xfrm>
              <a:prstGeom prst="rect">
                <a:avLst/>
              </a:prstGeom>
              <a:noFill/>
            </p:spPr>
            <p:txBody>
              <a:bodyPr wrap="square" rtlCol="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67" b="1" i="0">
                    <a:latin typeface="Arial Black" panose="020B0604020202020204" pitchFamily="34" charset="0"/>
                    <a:cs typeface="Arial Black" panose="020B0604020202020204" pitchFamily="34" charset="0"/>
                  </a:rPr>
                  <a:t>C</a:t>
                </a:r>
                <a:endParaRPr lang="en-US" sz="2400"/>
              </a:p>
            </p:txBody>
          </p:sp>
        </p:grpSp>
        <p:sp>
          <p:nvSpPr>
            <p:cNvPr id="11" name="TextBox 10">
              <a:extLst>
                <a:ext uri="{FF2B5EF4-FFF2-40B4-BE49-F238E27FC236}">
                  <a16:creationId xmlns:a16="http://schemas.microsoft.com/office/drawing/2014/main" id="{C3B01DB8-B751-024D-89C1-60E454AEDC32}"/>
                </a:ext>
              </a:extLst>
            </p:cNvPr>
            <p:cNvSpPr txBox="1"/>
            <p:nvPr userDrawn="1"/>
          </p:nvSpPr>
          <p:spPr>
            <a:xfrm>
              <a:off x="558601" y="4929481"/>
              <a:ext cx="635199" cy="70741"/>
            </a:xfrm>
            <a:prstGeom prst="rect">
              <a:avLst/>
            </a:prstGeom>
            <a:noFill/>
          </p:spPr>
          <p:txBody>
            <a:bodyPr wrap="square" lIns="0" tIns="0" rIns="0" bIns="0" rtlCol="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613" b="1" i="0">
                  <a:solidFill>
                    <a:schemeClr val="tx2"/>
                  </a:solidFill>
                  <a:latin typeface="Arial" panose="020B0604020202020204" pitchFamily="34" charset="0"/>
                  <a:cs typeface="Arial" panose="020B0604020202020204" pitchFamily="34" charset="0"/>
                </a:rPr>
                <a:t>Confidential</a:t>
              </a:r>
            </a:p>
          </p:txBody>
        </p:sp>
      </p:grpSp>
      <p:sp>
        <p:nvSpPr>
          <p:cNvPr id="14" name="Slide Number Placeholder 5">
            <a:extLst>
              <a:ext uri="{FF2B5EF4-FFF2-40B4-BE49-F238E27FC236}">
                <a16:creationId xmlns:a16="http://schemas.microsoft.com/office/drawing/2014/main" id="{F6C2E4E1-C590-2644-8C95-107E509DCB05}"/>
              </a:ext>
            </a:extLst>
          </p:cNvPr>
          <p:cNvSpPr>
            <a:spLocks noGrp="1"/>
          </p:cNvSpPr>
          <p:nvPr>
            <p:ph type="sldNum" sz="quarter" idx="12"/>
          </p:nvPr>
        </p:nvSpPr>
        <p:spPr>
          <a:xfrm>
            <a:off x="5888567" y="6293130"/>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6" y="1576553"/>
            <a:ext cx="4542641" cy="4351283"/>
          </a:xfrm>
        </p:spPr>
        <p:txBody>
          <a:bodyPr/>
          <a:lstStyle/>
          <a:p>
            <a:endParaRPr lang="en-US"/>
          </a:p>
        </p:txBody>
      </p:sp>
      <p:sp>
        <p:nvSpPr>
          <p:cNvPr id="21" name="Freeform 20">
            <a:extLst>
              <a:ext uri="{FF2B5EF4-FFF2-40B4-BE49-F238E27FC236}">
                <a16:creationId xmlns:a16="http://schemas.microsoft.com/office/drawing/2014/main" id="{C59BA2E4-1225-9E46-AE3D-23BB0E38630E}"/>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Oval 15">
            <a:extLst>
              <a:ext uri="{FF2B5EF4-FFF2-40B4-BE49-F238E27FC236}">
                <a16:creationId xmlns:a16="http://schemas.microsoft.com/office/drawing/2014/main" id="{623BEB02-8936-C64C-90E5-34C9FAD17301}"/>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20F1CE2F-F236-0D4F-8B3A-B0E6ECB7570C}"/>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9" name="Graphic 18">
            <a:extLst>
              <a:ext uri="{FF2B5EF4-FFF2-40B4-BE49-F238E27FC236}">
                <a16:creationId xmlns:a16="http://schemas.microsoft.com/office/drawing/2014/main" id="{3673E506-FF6F-1149-B70E-45234714224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pic>
        <p:nvPicPr>
          <p:cNvPr id="37" name="bjClassifierImageBottom">
            <a:extLst>
              <a:ext uri="{FF2B5EF4-FFF2-40B4-BE49-F238E27FC236}">
                <a16:creationId xmlns:a16="http://schemas.microsoft.com/office/drawing/2014/main" id="{D687813F-9E5F-4ECA-87CC-814169C268E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144364443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3" name="Content Placeholder 2"/>
          <p:cNvSpPr>
            <a:spLocks noGrp="1"/>
          </p:cNvSpPr>
          <p:nvPr>
            <p:ph idx="1"/>
          </p:nvPr>
        </p:nvSpPr>
        <p:spPr>
          <a:xfrm>
            <a:off x="457200" y="1576552"/>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5" name="Freeform 14">
            <a:extLst>
              <a:ext uri="{FF2B5EF4-FFF2-40B4-BE49-F238E27FC236}">
                <a16:creationId xmlns:a16="http://schemas.microsoft.com/office/drawing/2014/main" id="{A034FCA3-B9CF-4A46-902A-DE88D9E5DFD3}"/>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8">
            <a:extLst>
              <a:ext uri="{FF2B5EF4-FFF2-40B4-BE49-F238E27FC236}">
                <a16:creationId xmlns:a16="http://schemas.microsoft.com/office/drawing/2014/main" id="{57B04881-B00D-4BBF-A6CB-22548AB0299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35226310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1"/>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8" name="Graphic 7">
            <a:extLst>
              <a:ext uri="{FF2B5EF4-FFF2-40B4-BE49-F238E27FC236}">
                <a16:creationId xmlns:a16="http://schemas.microsoft.com/office/drawing/2014/main" id="{8DADC014-5FFE-4A38-82B3-BE10256E645D}"/>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3623514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4140863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9" name="Graphic 8">
            <a:extLst>
              <a:ext uri="{FF2B5EF4-FFF2-40B4-BE49-F238E27FC236}">
                <a16:creationId xmlns:a16="http://schemas.microsoft.com/office/drawing/2014/main" id="{25356831-4BEB-44F2-9E65-83FD3050DF9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34405" b="31086"/>
          <a:stretch/>
        </p:blipFill>
        <p:spPr>
          <a:xfrm>
            <a:off x="9982200" y="6417732"/>
            <a:ext cx="1783080" cy="369195"/>
          </a:xfrm>
          <a:prstGeom prst="rect">
            <a:avLst/>
          </a:prstGeom>
        </p:spPr>
      </p:pic>
    </p:spTree>
    <p:extLst>
      <p:ext uri="{BB962C8B-B14F-4D97-AF65-F5344CB8AC3E}">
        <p14:creationId xmlns:p14="http://schemas.microsoft.com/office/powerpoint/2010/main" val="253261091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7" name="bjClassifierImageBottom">
            <a:extLst>
              <a:ext uri="{FF2B5EF4-FFF2-40B4-BE49-F238E27FC236}">
                <a16:creationId xmlns:a16="http://schemas.microsoft.com/office/drawing/2014/main" id="{D21BF3C7-DC6B-4A9C-9ED7-05041694A53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386605010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endParaRPr lang="en-US"/>
          </a:p>
        </p:txBody>
      </p:sp>
      <p:sp>
        <p:nvSpPr>
          <p:cNvPr id="15" name="Rectangle 14">
            <a:extLst>
              <a:ext uri="{FF2B5EF4-FFF2-40B4-BE49-F238E27FC236}">
                <a16:creationId xmlns:a16="http://schemas.microsoft.com/office/drawing/2014/main" id="{7869CE8E-457C-2B44-A3C4-2AA4AC6914BD}"/>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E93BCCAD-04B1-844B-A3BA-B5565ADCB21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4" name="Freeform 13">
            <a:extLst>
              <a:ext uri="{FF2B5EF4-FFF2-40B4-BE49-F238E27FC236}">
                <a16:creationId xmlns:a16="http://schemas.microsoft.com/office/drawing/2014/main" id="{1EF87254-EEF3-1F43-9B4B-3F29E4659176}"/>
              </a:ext>
            </a:extLst>
          </p:cNvPr>
          <p:cNvSpPr/>
          <p:nvPr userDrawn="1"/>
        </p:nvSpPr>
        <p:spPr>
          <a:xfrm>
            <a:off x="11700459" y="446467"/>
            <a:ext cx="491543" cy="479013"/>
          </a:xfrm>
          <a:custGeom>
            <a:avLst/>
            <a:gdLst>
              <a:gd name="connsiteX0" fmla="*/ 0 w 368657"/>
              <a:gd name="connsiteY0" fmla="*/ 179629 h 359260"/>
              <a:gd name="connsiteX1" fmla="*/ 0 w 368657"/>
              <a:gd name="connsiteY1" fmla="*/ 179630 h 359260"/>
              <a:gd name="connsiteX2" fmla="*/ 0 w 368657"/>
              <a:gd name="connsiteY2" fmla="*/ 179630 h 359260"/>
              <a:gd name="connsiteX3" fmla="*/ 179630 w 368657"/>
              <a:gd name="connsiteY3" fmla="*/ 0 h 359260"/>
              <a:gd name="connsiteX4" fmla="*/ 368657 w 368657"/>
              <a:gd name="connsiteY4" fmla="*/ 0 h 359260"/>
              <a:gd name="connsiteX5" fmla="*/ 368657 w 368657"/>
              <a:gd name="connsiteY5" fmla="*/ 359260 h 359260"/>
              <a:gd name="connsiteX6" fmla="*/ 179630 w 368657"/>
              <a:gd name="connsiteY6" fmla="*/ 359259 h 359260"/>
              <a:gd name="connsiteX7" fmla="*/ 14116 w 368657"/>
              <a:gd name="connsiteY7" fmla="*/ 249549 h 359260"/>
              <a:gd name="connsiteX8" fmla="*/ 0 w 368657"/>
              <a:gd name="connsiteY8" fmla="*/ 179630 h 359260"/>
              <a:gd name="connsiteX9" fmla="*/ 14116 w 368657"/>
              <a:gd name="connsiteY9" fmla="*/ 109710 h 359260"/>
              <a:gd name="connsiteX10" fmla="*/ 179630 w 368657"/>
              <a:gd name="connsiteY10" fmla="*/ 0 h 359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68657" h="359260">
                <a:moveTo>
                  <a:pt x="0" y="179629"/>
                </a:moveTo>
                <a:lnTo>
                  <a:pt x="0" y="179630"/>
                </a:lnTo>
                <a:lnTo>
                  <a:pt x="0" y="179630"/>
                </a:lnTo>
                <a:close/>
                <a:moveTo>
                  <a:pt x="179630" y="0"/>
                </a:moveTo>
                <a:lnTo>
                  <a:pt x="368657" y="0"/>
                </a:lnTo>
                <a:lnTo>
                  <a:pt x="368657" y="359260"/>
                </a:lnTo>
                <a:lnTo>
                  <a:pt x="179630" y="359259"/>
                </a:lnTo>
                <a:cubicBezTo>
                  <a:pt x="105225" y="359259"/>
                  <a:pt x="41386" y="314021"/>
                  <a:pt x="14116" y="249549"/>
                </a:cubicBezTo>
                <a:lnTo>
                  <a:pt x="0" y="179630"/>
                </a:lnTo>
                <a:lnTo>
                  <a:pt x="14116" y="109710"/>
                </a:lnTo>
                <a:cubicBezTo>
                  <a:pt x="41386" y="45238"/>
                  <a:pt x="105225" y="0"/>
                  <a:pt x="17963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61" name="bjClassifierImageBottom">
            <a:extLst>
              <a:ext uri="{FF2B5EF4-FFF2-40B4-BE49-F238E27FC236}">
                <a16:creationId xmlns:a16="http://schemas.microsoft.com/office/drawing/2014/main" id="{317AD571-EA60-4A5D-8750-0938782DCEF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233617275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2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9" name="Graphic 18">
            <a:extLst>
              <a:ext uri="{FF2B5EF4-FFF2-40B4-BE49-F238E27FC236}">
                <a16:creationId xmlns:a16="http://schemas.microsoft.com/office/drawing/2014/main" id="{7FCDEFF4-4325-524C-80BC-4483EBD52E0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10062633" y="6451600"/>
            <a:ext cx="1627043" cy="269379"/>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293130"/>
            <a:ext cx="414867" cy="564871"/>
          </a:xfr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pic>
        <p:nvPicPr>
          <p:cNvPr id="27" name="bjClassifierImageBottom">
            <a:extLst>
              <a:ext uri="{FF2B5EF4-FFF2-40B4-BE49-F238E27FC236}">
                <a16:creationId xmlns:a16="http://schemas.microsoft.com/office/drawing/2014/main" id="{36E84A54-8981-4009-9FA8-E3B728371F4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3500" y="6468336"/>
            <a:ext cx="807790" cy="326164"/>
          </a:xfrm>
          <a:prstGeom prst="rect">
            <a:avLst/>
          </a:prstGeom>
        </p:spPr>
      </p:pic>
    </p:spTree>
    <p:extLst>
      <p:ext uri="{BB962C8B-B14F-4D97-AF65-F5344CB8AC3E}">
        <p14:creationId xmlns:p14="http://schemas.microsoft.com/office/powerpoint/2010/main" val="25171598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320773"/>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3" name="Rectangle 12">
            <a:extLst>
              <a:ext uri="{FF2B5EF4-FFF2-40B4-BE49-F238E27FC236}">
                <a16:creationId xmlns:a16="http://schemas.microsoft.com/office/drawing/2014/main" id="{2AB84457-27C7-B64B-B70A-AFA54AC59C9A}"/>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4" name="Graphic 23">
            <a:extLst>
              <a:ext uri="{FF2B5EF4-FFF2-40B4-BE49-F238E27FC236}">
                <a16:creationId xmlns:a16="http://schemas.microsoft.com/office/drawing/2014/main" id="{14B9BF78-85C2-6B49-B262-FE4EC24456B5}"/>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4687" t="37615" r="4486" b="37322"/>
          <a:stretch/>
        </p:blipFill>
        <p:spPr>
          <a:xfrm>
            <a:off x="4569359" y="6159979"/>
            <a:ext cx="3070917" cy="508431"/>
          </a:xfrm>
          <a:prstGeom prst="rect">
            <a:avLst/>
          </a:prstGeom>
        </p:spPr>
      </p:pic>
      <p:sp>
        <p:nvSpPr>
          <p:cNvPr id="16" name="TextBox 15">
            <a:extLst>
              <a:ext uri="{FF2B5EF4-FFF2-40B4-BE49-F238E27FC236}">
                <a16:creationId xmlns:a16="http://schemas.microsoft.com/office/drawing/2014/main" id="{D32E45E5-A33E-6849-A738-02AE42A5CCBF}"/>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DengXian" panose="02010600030101010101" pitchFamily="2" charset="-122"/>
                <a:ea typeface="DengXian" panose="02010600030101010101" pitchFamily="2" charset="-122"/>
                <a:cs typeface="Arial" panose="020B0604020202020204" pitchFamily="34" charset="0"/>
              </a:rPr>
              <a:t>Thank you</a:t>
            </a:r>
            <a:endParaRPr lang="en-US" sz="240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20105898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type="obj" preserve="1">
  <p:cSld name="Text and Content - Whit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658435522"/>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4" name="Object 3" hidden="1"/>
                      <p:cNvPicPr/>
                      <p:nvPr/>
                    </p:nvPicPr>
                    <p:blipFill>
                      <a:blip r:embed="rId5"/>
                      <a:stretch>
                        <a:fillRect/>
                      </a:stretch>
                    </p:blipFill>
                    <p:spPr>
                      <a:xfrm>
                        <a:off x="1589" y="1589"/>
                        <a:ext cx="1587" cy="1587"/>
                      </a:xfrm>
                      <a:prstGeom prst="rect">
                        <a:avLst/>
                      </a:prstGeom>
                    </p:spPr>
                  </p:pic>
                </p:oleObj>
              </mc:Fallback>
            </mc:AlternateContent>
          </a:graphicData>
        </a:graphic>
      </p:graphicFrame>
      <p:sp>
        <p:nvSpPr>
          <p:cNvPr id="6" name="Rectangle 5" hidden="1"/>
          <p:cNvSpPr/>
          <p:nvPr userDrawn="1">
            <p:custDataLst>
              <p:tags r:id="rId2"/>
            </p:custDataLst>
          </p:nvPr>
        </p:nvSpPr>
        <p:spPr>
          <a:xfrm>
            <a:off x="1" y="1"/>
            <a:ext cx="158751" cy="158751"/>
          </a:xfrm>
          <a:prstGeom prst="rect">
            <a:avLst/>
          </a:prstGeom>
          <a:solidFill>
            <a:schemeClr val="accent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marL="0" lvl="0" indent="0" algn="ctr" eaLnBrk="1">
              <a:lnSpc>
                <a:spcPct val="90000"/>
              </a:lnSpc>
              <a:spcBef>
                <a:spcPct val="0"/>
              </a:spcBef>
              <a:spcAft>
                <a:spcPct val="0"/>
              </a:spcAft>
            </a:pPr>
            <a:endParaRPr lang="en-US" sz="3200" b="0" i="0" kern="600" spc="31" baseline="0">
              <a:latin typeface="Arial Narrow" panose="020B0606020202030204" pitchFamily="34" charset="0"/>
              <a:ea typeface="+mj-ea"/>
              <a:cs typeface="+mj-cs"/>
              <a:sym typeface="Arial Narrow" panose="020B0606020202030204" pitchFamily="34" charset="0"/>
            </a:endParaRPr>
          </a:p>
        </p:txBody>
      </p:sp>
      <p:sp>
        <p:nvSpPr>
          <p:cNvPr id="2" name="Title 1"/>
          <p:cNvSpPr>
            <a:spLocks noGrp="1"/>
          </p:cNvSpPr>
          <p:nvPr>
            <p:ph type="title" hasCustomPrompt="1"/>
          </p:nvPr>
        </p:nvSpPr>
        <p:spPr>
          <a:xfrm>
            <a:off x="619547" y="446260"/>
            <a:ext cx="10962696" cy="1076155"/>
          </a:xfrm>
        </p:spPr>
        <p:txBody>
          <a:bodyPr/>
          <a:lstStyle>
            <a:lvl1pPr>
              <a:defRPr>
                <a:latin typeface="+mj-lt"/>
                <a:sym typeface="+mj-lt"/>
              </a:defRPr>
            </a:lvl1pPr>
          </a:lstStyle>
          <a:p>
            <a:r>
              <a:rPr lang="en-US"/>
              <a:t>&lt;Title &amp; content layout&gt;</a:t>
            </a:r>
          </a:p>
        </p:txBody>
      </p:sp>
      <p:sp>
        <p:nvSpPr>
          <p:cNvPr id="3" name="Content Placeholder 2"/>
          <p:cNvSpPr>
            <a:spLocks noGrp="1"/>
          </p:cNvSpPr>
          <p:nvPr>
            <p:ph idx="1"/>
          </p:nvPr>
        </p:nvSpPr>
        <p:spPr>
          <a:xfrm>
            <a:off x="619544" y="1853401"/>
            <a:ext cx="10963491" cy="4290227"/>
          </a:xfrm>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Beacon_IFL_grey RGB 1.6.png"/>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9826834" y="6177223"/>
            <a:ext cx="1435981" cy="511435"/>
          </a:xfrm>
          <a:prstGeom prst="rect">
            <a:avLst/>
          </a:prstGeom>
        </p:spPr>
      </p:pic>
      <p:sp>
        <p:nvSpPr>
          <p:cNvPr id="11" name="TextBox 10"/>
          <p:cNvSpPr txBox="1"/>
          <p:nvPr userDrawn="1"/>
        </p:nvSpPr>
        <p:spPr>
          <a:xfrm>
            <a:off x="11262815" y="6433585"/>
            <a:ext cx="372540" cy="289247"/>
          </a:xfrm>
          <a:prstGeom prst="rect">
            <a:avLst/>
          </a:prstGeom>
        </p:spPr>
        <p:txBody>
          <a:bodyPr vert="horz" lIns="0" tIns="0" rIns="0" bIns="0" rtlCol="0" anchor="t" anchorCtr="0"/>
          <a:lstStyle>
            <a:defPPr>
              <a:defRPr lang="en-US"/>
            </a:defPPr>
            <a:lvl1pPr algn="r" defTabSz="457200">
              <a:defRPr sz="900" kern="600" spc="10">
                <a:solidFill>
                  <a:srgbClr val="37424A"/>
                </a:solidFill>
                <a:latin typeface="Arial Narrow"/>
              </a:defRPr>
            </a:lvl1pPr>
          </a:lstStyle>
          <a:p>
            <a:fld id="{DFCF27A5-1A5B-48D3-A060-2758FFBB1ADD}" type="slidenum">
              <a:rPr lang="en-US" sz="900" smtClean="0">
                <a:sym typeface="Trebuchet MS" panose="020B0603020202020204" pitchFamily="34" charset="0"/>
              </a:rPr>
              <a:pPr/>
              <a:t>‹#›</a:t>
            </a:fld>
            <a:endParaRPr lang="en-US" sz="900">
              <a:sym typeface="Trebuchet MS" panose="020B0603020202020204" pitchFamily="34" charset="0"/>
            </a:endParaRPr>
          </a:p>
        </p:txBody>
      </p:sp>
      <p:sp>
        <p:nvSpPr>
          <p:cNvPr id="5" name="Footer Placeholder 4"/>
          <p:cNvSpPr>
            <a:spLocks noGrp="1"/>
          </p:cNvSpPr>
          <p:nvPr>
            <p:ph type="ftr" sz="quarter" idx="11"/>
          </p:nvPr>
        </p:nvSpPr>
        <p:spPr>
          <a:xfrm>
            <a:off x="619547" y="6433582"/>
            <a:ext cx="3860800" cy="272020"/>
          </a:xfrm>
          <a:prstGeom prst="rect">
            <a:avLst/>
          </a:prstGeom>
        </p:spPr>
        <p:txBody>
          <a:bodyPr/>
          <a:lstStyle>
            <a:lvl1pPr>
              <a:defRPr>
                <a:solidFill>
                  <a:srgbClr val="000000"/>
                </a:solidFill>
              </a:defRPr>
            </a:lvl1pPr>
          </a:lstStyle>
          <a:p>
            <a:endParaRPr lang="en-US"/>
          </a:p>
        </p:txBody>
      </p:sp>
      <p:pic>
        <p:nvPicPr>
          <p:cNvPr id="268" name="bjClassifierImageBottom">
            <a:extLst>
              <a:ext uri="{FF2B5EF4-FFF2-40B4-BE49-F238E27FC236}">
                <a16:creationId xmlns:a16="http://schemas.microsoft.com/office/drawing/2014/main" id="{53B0D29D-E83E-424D-A1DC-1A737B801E2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3500" y="6468337"/>
            <a:ext cx="792549" cy="326164"/>
          </a:xfrm>
          <a:prstGeom prst="rect">
            <a:avLst/>
          </a:prstGeom>
        </p:spPr>
      </p:pic>
    </p:spTree>
    <p:extLst>
      <p:ext uri="{BB962C8B-B14F-4D97-AF65-F5344CB8AC3E}">
        <p14:creationId xmlns:p14="http://schemas.microsoft.com/office/powerpoint/2010/main" val="3908649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685783">
              <a:defRPr/>
            </a:pPr>
            <a:endParaRPr lang="en-IN">
              <a:solidFill>
                <a:prstClr val="black">
                  <a:tint val="75000"/>
                </a:prstClr>
              </a:solidFill>
            </a:endParaRPr>
          </a:p>
        </p:txBody>
      </p:sp>
      <p:sp>
        <p:nvSpPr>
          <p:cNvPr id="3" name="Footer Placeholder 2"/>
          <p:cNvSpPr>
            <a:spLocks noGrp="1"/>
          </p:cNvSpPr>
          <p:nvPr>
            <p:ph type="ftr" sz="quarter" idx="11"/>
          </p:nvPr>
        </p:nvSpPr>
        <p:spPr/>
        <p:txBody>
          <a:bodyPr/>
          <a:lstStyle/>
          <a:p>
            <a:pPr defTabSz="685783">
              <a:defRPr/>
            </a:pPr>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pPr defTabSz="685783">
              <a:defRPr/>
            </a:pPr>
            <a:fld id="{C57AA887-85A7-4CAD-8D10-B378C2E1B4A8}" type="slidenum">
              <a:rPr lang="en-IN" smtClean="0">
                <a:solidFill>
                  <a:prstClr val="black">
                    <a:tint val="75000"/>
                  </a:prstClr>
                </a:solidFill>
              </a:rPr>
              <a:pPr defTabSz="685783">
                <a:defRPr/>
              </a:pPr>
              <a:t>‹#›</a:t>
            </a:fld>
            <a:endParaRPr lang="en-IN">
              <a:solidFill>
                <a:prstClr val="black">
                  <a:tint val="75000"/>
                </a:prstClr>
              </a:solidFill>
            </a:endParaRPr>
          </a:p>
        </p:txBody>
      </p:sp>
    </p:spTree>
    <p:extLst>
      <p:ext uri="{BB962C8B-B14F-4D97-AF65-F5344CB8AC3E}">
        <p14:creationId xmlns:p14="http://schemas.microsoft.com/office/powerpoint/2010/main" val="52976310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4" y="1359587"/>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293130"/>
            <a:ext cx="414867" cy="564871"/>
          </a:xfrm>
          <a:prstGeom prst="rect">
            <a:avLst/>
          </a:prstGeo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921934"/>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sp>
        <p:nvSpPr>
          <p:cNvPr id="10" name="Slide Number Placeholder 5">
            <a:extLst>
              <a:ext uri="{FF2B5EF4-FFF2-40B4-BE49-F238E27FC236}">
                <a16:creationId xmlns:a16="http://schemas.microsoft.com/office/drawing/2014/main" id="{9CAD874C-4135-2F4B-9AE3-45F976F86B77}"/>
              </a:ext>
            </a:extLst>
          </p:cNvPr>
          <p:cNvSpPr txBox="1">
            <a:spLocks/>
          </p:cNvSpPr>
          <p:nvPr userDrawn="1"/>
        </p:nvSpPr>
        <p:spPr>
          <a:xfrm>
            <a:off x="5888567" y="6454693"/>
            <a:ext cx="414867" cy="273304"/>
          </a:xfrm>
          <a:prstGeom prst="rect">
            <a:avLst/>
          </a:prstGeom>
        </p:spPr>
        <p:txBody>
          <a:bodyPr/>
          <a:lstStyle>
            <a:defPPr>
              <a:defRPr lang="en-US"/>
            </a:defPPr>
            <a:lvl1pPr marL="0" algn="ctr" defTabSz="457200" rtl="0" eaLnBrk="1" latinLnBrk="0" hangingPunct="1">
              <a:defRPr sz="600" kern="1200">
                <a:solidFill>
                  <a:schemeClr val="tx2">
                    <a:lumMod val="10000"/>
                    <a:lumOff val="90000"/>
                  </a:schemeClr>
                </a:solidFill>
                <a:latin typeface="Montserrat" pitchFamily="2" charset="77"/>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7D18A8FE-DFC8-4843-AEF2-DE4DB0CF7D65}" type="slidenum">
              <a:rPr lang="en-US" sz="800" smtClean="0"/>
              <a:pPr/>
              <a:t>‹#›</a:t>
            </a:fld>
            <a:endParaRPr lang="en-US" sz="800"/>
          </a:p>
        </p:txBody>
      </p:sp>
    </p:spTree>
    <p:extLst>
      <p:ext uri="{BB962C8B-B14F-4D97-AF65-F5344CB8AC3E}">
        <p14:creationId xmlns:p14="http://schemas.microsoft.com/office/powerpoint/2010/main" val="237289056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cSld name="1_Title and Content">
    <p:bg>
      <p:bgPr>
        <a:solidFill>
          <a:srgbClr val="FFFFFF"/>
        </a:solidFill>
        <a:effectLst/>
      </p:bgPr>
    </p:bg>
    <p:spTree>
      <p:nvGrpSpPr>
        <p:cNvPr id="1" name=""/>
        <p:cNvGrpSpPr/>
        <p:nvPr/>
      </p:nvGrpSpPr>
      <p:grpSpPr>
        <a:xfrm>
          <a:off x="0" y="0"/>
          <a:ext cx="0" cy="0"/>
          <a:chOff x="0" y="0"/>
          <a:chExt cx="0" cy="0"/>
        </a:xfrm>
      </p:grpSpPr>
      <p:sp>
        <p:nvSpPr>
          <p:cNvPr id="2" name="New shape"/>
          <p:cNvSpPr/>
          <p:nvPr/>
        </p:nvSpPr>
        <p:spPr>
          <a:xfrm>
            <a:off x="11032871" y="442849"/>
            <a:ext cx="486029" cy="486029"/>
          </a:xfrm>
          <a:prstGeom prst="ellipse">
            <a:avLst/>
          </a:prstGeom>
          <a:ln w="12700">
            <a:noFill/>
            <a:prstDash val="solid"/>
            <a:miter/>
          </a:ln>
        </p:spPr>
        <p:style>
          <a:lnRef idx="2">
            <a:schemeClr val="accent1">
              <a:shade val="50000"/>
            </a:schemeClr>
          </a:lnRef>
          <a:fillRef idx="1">
            <a:srgbClr val="54B948"/>
          </a:fillRef>
          <a:effectRef idx="0">
            <a:schemeClr val="accent1"/>
          </a:effectRef>
          <a:fontRef idx="minor">
            <a:schemeClr val="lt1"/>
          </a:fontRef>
        </p:style>
        <p:txBody>
          <a:bodyPr lIns="91440" tIns="53340" rIns="91440" bIns="91440" rtlCol="0" anchor="ctr"/>
          <a:lstStyle>
            <a:defPPr/>
          </a:lstStyle>
          <a:p>
            <a:endParaRPr/>
          </a:p>
        </p:txBody>
      </p:sp>
      <p:sp>
        <p:nvSpPr>
          <p:cNvPr id="3" name="New shape"/>
          <p:cNvSpPr/>
          <p:nvPr/>
        </p:nvSpPr>
        <p:spPr>
          <a:xfrm>
            <a:off x="0" y="442849"/>
            <a:ext cx="254254" cy="486029"/>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4" name="New picture"/>
          <p:cNvPicPr/>
          <p:nvPr/>
        </p:nvPicPr>
        <p:blipFill>
          <a:blip r:embed="rId2"/>
          <a:stretch>
            <a:fillRect/>
          </a:stretch>
        </p:blipFill>
        <p:spPr>
          <a:xfrm>
            <a:off x="0" y="442849"/>
            <a:ext cx="254254" cy="486029"/>
          </a:xfrm>
          <a:prstGeom prst="rect">
            <a:avLst/>
          </a:prstGeom>
        </p:spPr>
      </p:pic>
      <p:sp>
        <p:nvSpPr>
          <p:cNvPr id="5" name="New shape"/>
          <p:cNvSpPr/>
          <p:nvPr/>
        </p:nvSpPr>
        <p:spPr>
          <a:xfrm>
            <a:off x="11698224" y="446405"/>
            <a:ext cx="493649" cy="475361"/>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6" name="New picture"/>
          <p:cNvPicPr/>
          <p:nvPr/>
        </p:nvPicPr>
        <p:blipFill>
          <a:blip r:embed="rId3"/>
          <a:stretch>
            <a:fillRect/>
          </a:stretch>
        </p:blipFill>
        <p:spPr>
          <a:xfrm>
            <a:off x="11698224" y="446405"/>
            <a:ext cx="493649" cy="475361"/>
          </a:xfrm>
          <a:prstGeom prst="rect">
            <a:avLst/>
          </a:prstGeom>
        </p:spPr>
      </p:pic>
      <p:sp>
        <p:nvSpPr>
          <p:cNvPr id="7" name="New shape"/>
          <p:cNvSpPr/>
          <p:nvPr/>
        </p:nvSpPr>
        <p:spPr>
          <a:xfrm>
            <a:off x="9961499" y="6374892"/>
            <a:ext cx="2143125" cy="352425"/>
          </a:xfrm>
          <a:prstGeom prst="rect">
            <a:avLst/>
          </a:prstGeom>
          <a:noFill/>
          <a:ln>
            <a:noFill/>
            <a:miter/>
          </a:ln>
        </p:spPr>
        <p:style>
          <a:lnRef idx="2">
            <a:schemeClr val="accent1">
              <a:shade val="50000"/>
            </a:schemeClr>
          </a:lnRef>
          <a:fillRef idx="1">
            <a:schemeClr val="accent1"/>
          </a:fillRef>
          <a:effectRef idx="0">
            <a:schemeClr val="accent1"/>
          </a:effectRef>
          <a:fontRef idx="minor">
            <a:schemeClr val="lt1"/>
          </a:fontRef>
        </p:style>
        <p:txBody>
          <a:bodyPr lIns="91440" tIns="53340" rIns="91440" bIns="91440" rtlCol="0" anchor="ctr"/>
          <a:lstStyle>
            <a:defPPr/>
          </a:lstStyle>
          <a:p>
            <a:endParaRPr/>
          </a:p>
        </p:txBody>
      </p:sp>
      <p:pic>
        <p:nvPicPr>
          <p:cNvPr id="8" name="New picture"/>
          <p:cNvPicPr/>
          <p:nvPr/>
        </p:nvPicPr>
        <p:blipFill>
          <a:blip r:embed="rId4"/>
          <a:stretch>
            <a:fillRect/>
          </a:stretch>
        </p:blipFill>
        <p:spPr>
          <a:xfrm>
            <a:off x="9961499" y="6374892"/>
            <a:ext cx="2143125" cy="352425"/>
          </a:xfrm>
          <a:prstGeom prst="rect">
            <a:avLst/>
          </a:prstGeom>
        </p:spPr>
      </p:pic>
    </p:spTree>
    <p:extLst>
      <p:ext uri="{BB962C8B-B14F-4D97-AF65-F5344CB8AC3E}">
        <p14:creationId xmlns:p14="http://schemas.microsoft.com/office/powerpoint/2010/main" val="7192352"/>
      </p:ext>
    </p:extLst>
  </p:cSld>
  <p:clrMapOvr>
    <a:masterClrMapping/>
  </p:clrMapOvr>
  <p:transition/>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7475FFD4-40DC-2340-9879-BB937094514D}"/>
              </a:ext>
            </a:extLst>
          </p:cNvPr>
          <p:cNvSpPr>
            <a:spLocks/>
          </p:cNvSpPr>
          <p:nvPr/>
        </p:nvSpPr>
        <p:spPr>
          <a:xfrm>
            <a:off x="4686532" y="2"/>
            <a:ext cx="7505469" cy="3752604"/>
          </a:xfrm>
          <a:custGeom>
            <a:avLst/>
            <a:gdLst>
              <a:gd name="connsiteX0" fmla="*/ 610619 w 5629102"/>
              <a:gd name="connsiteY0" fmla="*/ 0 h 2814453"/>
              <a:gd name="connsiteX1" fmla="*/ 5629102 w 5629102"/>
              <a:gd name="connsiteY1" fmla="*/ 0 h 2814453"/>
              <a:gd name="connsiteX2" fmla="*/ 5629102 w 5629102"/>
              <a:gd name="connsiteY2" fmla="*/ 2814453 h 2814453"/>
              <a:gd name="connsiteX3" fmla="*/ 1572393 w 5629102"/>
              <a:gd name="connsiteY3" fmla="*/ 2814453 h 2814453"/>
              <a:gd name="connsiteX4" fmla="*/ 0 w 5629102"/>
              <a:gd name="connsiteY4" fmla="*/ 1242060 h 2814453"/>
              <a:gd name="connsiteX5" fmla="*/ 572205 w 5629102"/>
              <a:gd name="connsiteY5" fmla="*/ 28725 h 281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29102" h="2814453">
                <a:moveTo>
                  <a:pt x="610619" y="0"/>
                </a:moveTo>
                <a:lnTo>
                  <a:pt x="5629102" y="0"/>
                </a:lnTo>
                <a:lnTo>
                  <a:pt x="5629102" y="2814453"/>
                </a:lnTo>
                <a:lnTo>
                  <a:pt x="1572393" y="2814453"/>
                </a:lnTo>
                <a:cubicBezTo>
                  <a:pt x="703984" y="2814453"/>
                  <a:pt x="0" y="2110469"/>
                  <a:pt x="0" y="1242060"/>
                </a:cubicBezTo>
                <a:cubicBezTo>
                  <a:pt x="0" y="753580"/>
                  <a:pt x="222745" y="317125"/>
                  <a:pt x="572205" y="28725"/>
                </a:cubicBezTo>
                <a:close/>
              </a:path>
            </a:pathLst>
          </a:custGeom>
          <a:blipFill>
            <a:blip r:embed="rId2"/>
            <a:stretch>
              <a:fillRect l="-12786" r="-12936" b="-6277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3" name="Subtitle 2"/>
          <p:cNvSpPr>
            <a:spLocks noGrp="1"/>
          </p:cNvSpPr>
          <p:nvPr>
            <p:ph type="subTitle" idx="1"/>
          </p:nvPr>
        </p:nvSpPr>
        <p:spPr>
          <a:xfrm>
            <a:off x="457202" y="4818844"/>
            <a:ext cx="9160412" cy="641701"/>
          </a:xfrm>
        </p:spPr>
        <p:txBody>
          <a:bodyPr lIns="0" tIns="0" rIns="0" bIns="0"/>
          <a:lstStyle>
            <a:lvl1pPr marL="0" indent="0" algn="l">
              <a:buNone/>
              <a:defRPr sz="2400"/>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p:nvSpPr>
        <p:spPr>
          <a:xfrm>
            <a:off x="10342182" y="4709626"/>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p:nvSpPr>
        <p:spPr>
          <a:xfrm>
            <a:off x="2837792"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p:nvSpPr>
        <p:spPr>
          <a:xfrm>
            <a:off x="436179" y="1894703"/>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4"/>
            <a:ext cx="9144000" cy="1354081"/>
          </a:xfrm>
        </p:spPr>
        <p:txBody>
          <a:bodyPr lIns="0" tIns="0" rIns="0" bIns="0" anchor="b"/>
          <a:lstStyle>
            <a:lvl1pPr algn="l">
              <a:defRPr sz="4267"/>
            </a:lvl1pPr>
          </a:lstStyle>
          <a:p>
            <a:r>
              <a:rPr lang="en-US"/>
              <a:t>Click to edit Master title style</a:t>
            </a:r>
          </a:p>
        </p:txBody>
      </p:sp>
      <p:pic>
        <p:nvPicPr>
          <p:cNvPr id="10" name="Graphic 9">
            <a:extLst>
              <a:ext uri="{FF2B5EF4-FFF2-40B4-BE49-F238E27FC236}">
                <a16:creationId xmlns:a16="http://schemas.microsoft.com/office/drawing/2014/main" id="{AA79048B-771A-954F-BBD9-F77599C8B3C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52721" y="6158765"/>
            <a:ext cx="3086561" cy="514427"/>
          </a:xfrm>
          <a:prstGeom prst="rect">
            <a:avLst/>
          </a:prstGeom>
        </p:spPr>
      </p:pic>
    </p:spTree>
    <p:extLst>
      <p:ext uri="{BB962C8B-B14F-4D97-AF65-F5344CB8AC3E}">
        <p14:creationId xmlns:p14="http://schemas.microsoft.com/office/powerpoint/2010/main" val="50274573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p:nvSpPr>
        <p:spPr>
          <a:xfrm>
            <a:off x="2836648" y="5641961"/>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 name="Title 1"/>
          <p:cNvSpPr>
            <a:spLocks noGrp="1"/>
          </p:cNvSpPr>
          <p:nvPr>
            <p:ph type="title"/>
          </p:nvPr>
        </p:nvSpPr>
        <p:spPr>
          <a:xfrm>
            <a:off x="460464" y="2897304"/>
            <a:ext cx="10515600" cy="985648"/>
          </a:xfrm>
        </p:spPr>
        <p:txBody>
          <a:bodyPr lIns="0" tIns="0" rIns="0" bIns="0" anchor="b">
            <a:normAutofit/>
          </a:bodyPr>
          <a:lstStyle>
            <a:lvl1pPr>
              <a:defRPr sz="3733"/>
            </a:lvl1pPr>
          </a:lstStyle>
          <a:p>
            <a:r>
              <a:rPr lang="en-US"/>
              <a:t>Click to edit Master title style</a:t>
            </a:r>
          </a:p>
        </p:txBody>
      </p:sp>
      <p:sp>
        <p:nvSpPr>
          <p:cNvPr id="3" name="Text Placeholder 2"/>
          <p:cNvSpPr>
            <a:spLocks noGrp="1"/>
          </p:cNvSpPr>
          <p:nvPr>
            <p:ph type="body" idx="1"/>
          </p:nvPr>
        </p:nvSpPr>
        <p:spPr>
          <a:xfrm>
            <a:off x="457200" y="4025416"/>
            <a:ext cx="10538293" cy="684208"/>
          </a:xfrm>
        </p:spPr>
        <p:txBody>
          <a:bodyPr lIns="0" tIns="0" rIns="0" bIns="0"/>
          <a:lstStyle>
            <a:lvl1pPr marL="0" indent="0">
              <a:buNone/>
              <a:defRPr sz="2667">
                <a:solidFill>
                  <a:schemeClr val="tx1"/>
                </a:solidFill>
              </a:defRPr>
            </a:lvl1pPr>
            <a:lvl2pPr marL="457178" indent="0">
              <a:buNone/>
              <a:defRPr sz="2000">
                <a:solidFill>
                  <a:schemeClr val="tx1">
                    <a:tint val="75000"/>
                  </a:schemeClr>
                </a:solidFill>
              </a:defRPr>
            </a:lvl2pPr>
            <a:lvl3pPr marL="914354" indent="0">
              <a:buNone/>
              <a:defRPr sz="1800">
                <a:solidFill>
                  <a:schemeClr val="tx1">
                    <a:tint val="75000"/>
                  </a:schemeClr>
                </a:solidFill>
              </a:defRPr>
            </a:lvl3pPr>
            <a:lvl4pPr marL="1371532" indent="0">
              <a:buNone/>
              <a:defRPr sz="1600">
                <a:solidFill>
                  <a:schemeClr val="tx1">
                    <a:tint val="75000"/>
                  </a:schemeClr>
                </a:solidFill>
              </a:defRPr>
            </a:lvl4pPr>
            <a:lvl5pPr marL="1828709" indent="0">
              <a:buNone/>
              <a:defRPr sz="1600">
                <a:solidFill>
                  <a:schemeClr val="tx1">
                    <a:tint val="75000"/>
                  </a:schemeClr>
                </a:solidFill>
              </a:defRPr>
            </a:lvl5pPr>
            <a:lvl6pPr marL="2285886" indent="0">
              <a:buNone/>
              <a:defRPr sz="1600">
                <a:solidFill>
                  <a:schemeClr val="tx1">
                    <a:tint val="75000"/>
                  </a:schemeClr>
                </a:solidFill>
              </a:defRPr>
            </a:lvl6pPr>
            <a:lvl7pPr marL="2743062" indent="0">
              <a:buNone/>
              <a:defRPr sz="1600">
                <a:solidFill>
                  <a:schemeClr val="tx1">
                    <a:tint val="75000"/>
                  </a:schemeClr>
                </a:solidFill>
              </a:defRPr>
            </a:lvl7pPr>
            <a:lvl8pPr marL="3200240" indent="0">
              <a:buNone/>
              <a:defRPr sz="1600">
                <a:solidFill>
                  <a:schemeClr val="tx1">
                    <a:tint val="75000"/>
                  </a:schemeClr>
                </a:solidFill>
              </a:defRPr>
            </a:lvl8pPr>
            <a:lvl9pPr marL="3657418" indent="0">
              <a:buNone/>
              <a:defRPr sz="16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2" name="Freeform 21">
            <a:extLst>
              <a:ext uri="{FF2B5EF4-FFF2-40B4-BE49-F238E27FC236}">
                <a16:creationId xmlns:a16="http://schemas.microsoft.com/office/drawing/2014/main" id="{74AFD015-0D1F-3547-8CF1-90942E7ACF2E}"/>
              </a:ext>
            </a:extLst>
          </p:cNvPr>
          <p:cNvSpPr/>
          <p:nvPr/>
        </p:nvSpPr>
        <p:spPr>
          <a:xfrm>
            <a:off x="10342177" y="1"/>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D3FE0F32-6A39-2143-8C31-4818256ECAE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305547491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Freeform 13">
            <a:extLst>
              <a:ext uri="{FF2B5EF4-FFF2-40B4-BE49-F238E27FC236}">
                <a16:creationId xmlns:a16="http://schemas.microsoft.com/office/drawing/2014/main" id="{095D3818-F949-6A40-B96A-1EF1AE2FFA3E}"/>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CE7B9CF3-285F-B546-AEF3-9613CFF0358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38702416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6" name="Picture 15">
            <a:extLst>
              <a:ext uri="{FF2B5EF4-FFF2-40B4-BE49-F238E27FC236}">
                <a16:creationId xmlns:a16="http://schemas.microsoft.com/office/drawing/2014/main" id="{62A68AA7-1A5F-0D40-A050-282CD59E9A29}"/>
              </a:ext>
            </a:extLst>
          </p:cNvPr>
          <p:cNvPicPr>
            <a:picLocks noChangeAspect="1"/>
          </p:cNvPicPr>
          <p:nvPr/>
        </p:nvPicPr>
        <p:blipFill rotWithShape="1">
          <a:blip r:embed="rId2"/>
          <a:srcRect b="64683"/>
          <a:stretch/>
        </p:blipFill>
        <p:spPr>
          <a:xfrm>
            <a:off x="438397" y="6376974"/>
            <a:ext cx="875601" cy="481028"/>
          </a:xfrm>
          <a:prstGeom prst="rect">
            <a:avLst/>
          </a:prstGeom>
        </p:spPr>
      </p:pic>
      <p:sp>
        <p:nvSpPr>
          <p:cNvPr id="11" name="Freeform 10">
            <a:extLst>
              <a:ext uri="{FF2B5EF4-FFF2-40B4-BE49-F238E27FC236}">
                <a16:creationId xmlns:a16="http://schemas.microsoft.com/office/drawing/2014/main" id="{0AE3A654-AF8F-9C41-8CAA-D5D2E5FA68F3}"/>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3F7914E0-DD0A-7149-8457-7EA2B491BDA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319650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4" orient="horz" pos="3180">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6" name="Picture 15">
            <a:extLst>
              <a:ext uri="{FF2B5EF4-FFF2-40B4-BE49-F238E27FC236}">
                <a16:creationId xmlns:a16="http://schemas.microsoft.com/office/drawing/2014/main" id="{3E19D71C-12D7-D147-BD9F-5E37DC4B3B7C}"/>
              </a:ext>
            </a:extLst>
          </p:cNvPr>
          <p:cNvPicPr>
            <a:picLocks noChangeAspect="1"/>
          </p:cNvPicPr>
          <p:nvPr/>
        </p:nvPicPr>
        <p:blipFill rotWithShape="1">
          <a:blip r:embed="rId2"/>
          <a:srcRect t="33079" b="29362"/>
          <a:stretch/>
        </p:blipFill>
        <p:spPr>
          <a:xfrm>
            <a:off x="438397" y="6346433"/>
            <a:ext cx="875601" cy="511569"/>
          </a:xfrm>
          <a:prstGeom prst="rect">
            <a:avLst/>
          </a:prstGeom>
        </p:spPr>
      </p:pic>
      <p:sp>
        <p:nvSpPr>
          <p:cNvPr id="11" name="Freeform 10">
            <a:extLst>
              <a:ext uri="{FF2B5EF4-FFF2-40B4-BE49-F238E27FC236}">
                <a16:creationId xmlns:a16="http://schemas.microsoft.com/office/drawing/2014/main" id="{D1F5E3FD-9EE9-F543-BCED-F7397002C379}"/>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F8617F05-53D1-DA4B-84E3-704184D781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39970746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6178331"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147037" y="1576553"/>
            <a:ext cx="4542641" cy="4351283"/>
          </a:xfrm>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4" name="Picture 13">
            <a:extLst>
              <a:ext uri="{FF2B5EF4-FFF2-40B4-BE49-F238E27FC236}">
                <a16:creationId xmlns:a16="http://schemas.microsoft.com/office/drawing/2014/main" id="{C1498909-D434-1E45-95DB-0D4FD9B2EB6C}"/>
              </a:ext>
            </a:extLst>
          </p:cNvPr>
          <p:cNvPicPr>
            <a:picLocks noChangeAspect="1"/>
          </p:cNvPicPr>
          <p:nvPr/>
        </p:nvPicPr>
        <p:blipFill rotWithShape="1">
          <a:blip r:embed="rId2"/>
          <a:srcRect t="70280" b="-6870"/>
          <a:stretch/>
        </p:blipFill>
        <p:spPr>
          <a:xfrm>
            <a:off x="438397" y="6359611"/>
            <a:ext cx="875601" cy="498388"/>
          </a:xfrm>
          <a:prstGeom prst="rect">
            <a:avLst/>
          </a:prstGeom>
        </p:spPr>
      </p:pic>
      <p:sp>
        <p:nvSpPr>
          <p:cNvPr id="11" name="Freeform 10">
            <a:extLst>
              <a:ext uri="{FF2B5EF4-FFF2-40B4-BE49-F238E27FC236}">
                <a16:creationId xmlns:a16="http://schemas.microsoft.com/office/drawing/2014/main" id="{1723D2C3-A3F8-5E47-8E0F-AFC4F9E60371}"/>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Graphic 12">
            <a:extLst>
              <a:ext uri="{FF2B5EF4-FFF2-40B4-BE49-F238E27FC236}">
                <a16:creationId xmlns:a16="http://schemas.microsoft.com/office/drawing/2014/main" id="{7F71FB1B-7C3B-3E41-BD7E-680F09B8F0B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001731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8419006E-9FD3-FE49-85B6-81898F97EE8F}"/>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1" name="Graphic 10">
            <a:extLst>
              <a:ext uri="{FF2B5EF4-FFF2-40B4-BE49-F238E27FC236}">
                <a16:creationId xmlns:a16="http://schemas.microsoft.com/office/drawing/2014/main" id="{34026742-9308-FF42-829B-88EE7313509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77870031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80CB42AE-896D-DF4F-B972-EA9A9B95E77C}"/>
              </a:ext>
            </a:extLst>
          </p:cNvPr>
          <p:cNvPicPr>
            <a:picLocks noChangeAspect="1"/>
          </p:cNvPicPr>
          <p:nvPr/>
        </p:nvPicPr>
        <p:blipFill rotWithShape="1">
          <a:blip r:embed="rId2"/>
          <a:srcRect b="64683"/>
          <a:stretch/>
        </p:blipFill>
        <p:spPr>
          <a:xfrm>
            <a:off x="457202" y="6376974"/>
            <a:ext cx="875601" cy="481028"/>
          </a:xfrm>
          <a:prstGeom prst="rect">
            <a:avLst/>
          </a:prstGeom>
        </p:spPr>
      </p:pic>
      <p:sp>
        <p:nvSpPr>
          <p:cNvPr id="10" name="Freeform 9">
            <a:extLst>
              <a:ext uri="{FF2B5EF4-FFF2-40B4-BE49-F238E27FC236}">
                <a16:creationId xmlns:a16="http://schemas.microsoft.com/office/drawing/2014/main" id="{E66CFD98-370D-C349-8E75-45FD459F0A2D}"/>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F6E0B5D4-690A-7C48-8149-CD5B23AE69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6022430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3BA5D44A-C379-AA40-8B2A-549744F2562B}"/>
              </a:ext>
            </a:extLst>
          </p:cNvPr>
          <p:cNvPicPr>
            <a:picLocks noChangeAspect="1"/>
          </p:cNvPicPr>
          <p:nvPr/>
        </p:nvPicPr>
        <p:blipFill rotWithShape="1">
          <a:blip r:embed="rId2"/>
          <a:srcRect t="33079" b="29362"/>
          <a:stretch/>
        </p:blipFill>
        <p:spPr>
          <a:xfrm>
            <a:off x="438397" y="6346433"/>
            <a:ext cx="875601" cy="511569"/>
          </a:xfrm>
          <a:prstGeom prst="rect">
            <a:avLst/>
          </a:prstGeom>
        </p:spPr>
      </p:pic>
      <p:sp>
        <p:nvSpPr>
          <p:cNvPr id="10" name="Freeform 9">
            <a:extLst>
              <a:ext uri="{FF2B5EF4-FFF2-40B4-BE49-F238E27FC236}">
                <a16:creationId xmlns:a16="http://schemas.microsoft.com/office/drawing/2014/main" id="{DDF1B54D-E97A-CF47-BE3E-CD6D03235A0D}"/>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273B6AD2-F980-7A45-B71E-6CFFA1D9BCF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7707976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201" y="1576553"/>
            <a:ext cx="11243259" cy="4351283"/>
          </a:xfrm>
        </p:spPr>
        <p:txBody>
          <a:bodyPr lIns="0" tIns="0" rIns="0" bIns="0"/>
          <a:lstStyle>
            <a:lvl1pPr>
              <a:lnSpc>
                <a:spcPct val="100000"/>
              </a:lnSpc>
              <a:defRPr sz="2133"/>
            </a:lvl1pPr>
            <a:lvl2pPr>
              <a:lnSpc>
                <a:spcPct val="100000"/>
              </a:lnSpc>
              <a:defRPr sz="1867"/>
            </a:lvl2pPr>
            <a:lvl3pPr>
              <a:lnSpc>
                <a:spcPct val="100000"/>
              </a:lnSpc>
              <a:defRPr sz="1867"/>
            </a:lvl3pPr>
            <a:lvl4pPr>
              <a:lnSpc>
                <a:spcPct val="100000"/>
              </a:lnSpc>
              <a:defRPr sz="1867"/>
            </a:lvl4pPr>
            <a:lvl5pPr>
              <a:lnSpc>
                <a:spcPct val="100000"/>
              </a:lnSpc>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7" name="Oval 26">
            <a:extLst>
              <a:ext uri="{FF2B5EF4-FFF2-40B4-BE49-F238E27FC236}">
                <a16:creationId xmlns:a16="http://schemas.microsoft.com/office/drawing/2014/main" id="{FF4DD12C-CFDB-804A-A675-45DF5731EB30}"/>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3" name="Picture 12">
            <a:extLst>
              <a:ext uri="{FF2B5EF4-FFF2-40B4-BE49-F238E27FC236}">
                <a16:creationId xmlns:a16="http://schemas.microsoft.com/office/drawing/2014/main" id="{0F2D0EB9-631C-3041-A6F6-892C0505696C}"/>
              </a:ext>
            </a:extLst>
          </p:cNvPr>
          <p:cNvPicPr>
            <a:picLocks noChangeAspect="1"/>
          </p:cNvPicPr>
          <p:nvPr/>
        </p:nvPicPr>
        <p:blipFill rotWithShape="1">
          <a:blip r:embed="rId2"/>
          <a:srcRect t="70280" b="-6870"/>
          <a:stretch/>
        </p:blipFill>
        <p:spPr>
          <a:xfrm>
            <a:off x="438397" y="6359611"/>
            <a:ext cx="875601" cy="498388"/>
          </a:xfrm>
          <a:prstGeom prst="rect">
            <a:avLst/>
          </a:prstGeom>
        </p:spPr>
      </p:pic>
      <p:sp>
        <p:nvSpPr>
          <p:cNvPr id="10" name="Freeform 9">
            <a:extLst>
              <a:ext uri="{FF2B5EF4-FFF2-40B4-BE49-F238E27FC236}">
                <a16:creationId xmlns:a16="http://schemas.microsoft.com/office/drawing/2014/main" id="{C9B31F19-03A0-594D-B3E9-CD87376E36D4}"/>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2" name="Graphic 11">
            <a:extLst>
              <a:ext uri="{FF2B5EF4-FFF2-40B4-BE49-F238E27FC236}">
                <a16:creationId xmlns:a16="http://schemas.microsoft.com/office/drawing/2014/main" id="{00273CEF-BA73-6440-8762-0183D161BF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177800280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3" name="Content Placeholder 2"/>
          <p:cNvSpPr>
            <a:spLocks noGrp="1"/>
          </p:cNvSpPr>
          <p:nvPr>
            <p:ph idx="1"/>
          </p:nvPr>
        </p:nvSpPr>
        <p:spPr>
          <a:xfrm>
            <a:off x="457199" y="1359511"/>
            <a:ext cx="7141028" cy="4568324"/>
          </a:xfrm>
        </p:spPr>
        <p:txBody>
          <a:bodyPr lIns="0" tIns="0" rIns="0" bIns="0"/>
          <a:lstStyle>
            <a:lvl1pPr>
              <a:lnSpc>
                <a:spcPct val="100000"/>
              </a:lnSpc>
              <a:buNone/>
              <a:defRPr sz="2133"/>
            </a:lvl1pPr>
            <a:lvl2pPr>
              <a:lnSpc>
                <a:spcPct val="100000"/>
              </a:lnSpc>
              <a:buNone/>
              <a:defRPr sz="1867"/>
            </a:lvl2pPr>
            <a:lvl3pPr>
              <a:lnSpc>
                <a:spcPct val="100000"/>
              </a:lnSpc>
              <a:buNone/>
              <a:defRPr sz="1867"/>
            </a:lvl3pPr>
            <a:lvl4pPr>
              <a:lnSpc>
                <a:spcPct val="100000"/>
              </a:lnSpc>
              <a:buNone/>
              <a:defRPr sz="1867"/>
            </a:lvl4pPr>
            <a:lvl5pPr>
              <a:lnSpc>
                <a:spcPct val="100000"/>
              </a:lnSpc>
              <a:buNone/>
              <a:defRPr sz="1867"/>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p:nvPr>
        </p:nvSpPr>
        <p:spPr>
          <a:xfrm>
            <a:off x="7886115" y="1359588"/>
            <a:ext cx="3812197" cy="3812197"/>
          </a:xfrm>
          <a:prstGeom prst="ellipse">
            <a:avLst/>
          </a:prstGeom>
          <a:noFill/>
        </p:spPr>
        <p:txBody>
          <a:bodyPr/>
          <a:lstStyle/>
          <a:p>
            <a:r>
              <a:rPr lang="en-US"/>
              <a:t>Click icon to add picture</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8" name="Oval 27">
            <a:extLst>
              <a:ext uri="{FF2B5EF4-FFF2-40B4-BE49-F238E27FC236}">
                <a16:creationId xmlns:a16="http://schemas.microsoft.com/office/drawing/2014/main" id="{11B1BAF1-B750-344E-95E3-8EEA2675FB8E}"/>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1" y="921935"/>
            <a:ext cx="10396483" cy="407436"/>
          </a:xfrm>
        </p:spPr>
        <p:txBody>
          <a:bodyPr lIns="0" tIns="0" rIns="0" bIns="0">
            <a:noAutofit/>
          </a:bodyPr>
          <a:lstStyle>
            <a:lvl1pPr>
              <a:buNone/>
              <a:defRPr sz="1467"/>
            </a:lvl1pPr>
            <a:lvl2pPr>
              <a:buNone/>
              <a:defRPr/>
            </a:lvl2pPr>
            <a:lvl3pPr>
              <a:buNone/>
              <a:defRPr/>
            </a:lvl3pPr>
            <a:lvl4pPr>
              <a:buNone/>
              <a:defRPr/>
            </a:lvl4pPr>
            <a:lvl5pPr>
              <a:buNone/>
              <a:defRPr/>
            </a:lvl5pPr>
          </a:lstStyle>
          <a:p>
            <a:pPr lvl="0"/>
            <a:r>
              <a:rPr lang="en-US"/>
              <a:t>Click to edit Master text styles</a:t>
            </a:r>
          </a:p>
        </p:txBody>
      </p:sp>
      <p:pic>
        <p:nvPicPr>
          <p:cNvPr id="13" name="Graphic 12">
            <a:extLst>
              <a:ext uri="{FF2B5EF4-FFF2-40B4-BE49-F238E27FC236}">
                <a16:creationId xmlns:a16="http://schemas.microsoft.com/office/drawing/2014/main" id="{653E79F9-7B01-D041-ACD4-33CB057C9E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4616455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1" y="192361"/>
            <a:ext cx="10396483" cy="699433"/>
          </a:xfrm>
        </p:spPr>
        <p:txBody>
          <a:bodyPr lIns="0" tIns="0" rIns="0" bIns="0" anchor="b">
            <a:normAutofit/>
          </a:bodyPr>
          <a:lstStyle>
            <a:lvl1pPr>
              <a:defRPr sz="2933"/>
            </a:lvl1pPr>
          </a:lstStyle>
          <a:p>
            <a:r>
              <a:rPr lang="en-US"/>
              <a:t>Click to edit Master title style</a:t>
            </a:r>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solidFill>
                <a:schemeClr val="tx2"/>
              </a:solidFill>
            </a:endParaRPr>
          </a:p>
        </p:txBody>
      </p:sp>
      <p:sp>
        <p:nvSpPr>
          <p:cNvPr id="26" name="Oval 25">
            <a:extLst>
              <a:ext uri="{FF2B5EF4-FFF2-40B4-BE49-F238E27FC236}">
                <a16:creationId xmlns:a16="http://schemas.microsoft.com/office/drawing/2014/main" id="{4A0EEAD3-5327-AA4E-8829-661E2638DF2F}"/>
              </a:ext>
            </a:extLst>
          </p:cNvPr>
          <p:cNvSpPr/>
          <p:nvPr/>
        </p:nvSpPr>
        <p:spPr>
          <a:xfrm>
            <a:off x="11032947" y="442923"/>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Freeform 7">
            <a:extLst>
              <a:ext uri="{FF2B5EF4-FFF2-40B4-BE49-F238E27FC236}">
                <a16:creationId xmlns:a16="http://schemas.microsoft.com/office/drawing/2014/main" id="{70F3D363-33B2-1C4F-91D8-A055D064E0FA}"/>
              </a:ext>
            </a:extLst>
          </p:cNvPr>
          <p:cNvSpPr/>
          <p:nvPr/>
        </p:nvSpPr>
        <p:spPr>
          <a:xfrm>
            <a:off x="11698313" y="446468"/>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pic>
        <p:nvPicPr>
          <p:cNvPr id="10" name="Graphic 9">
            <a:extLst>
              <a:ext uri="{FF2B5EF4-FFF2-40B4-BE49-F238E27FC236}">
                <a16:creationId xmlns:a16="http://schemas.microsoft.com/office/drawing/2014/main" id="{95015CD8-BC94-7143-91D3-2AEA503EE18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20420072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Blank w/footer">
    <p:spTree>
      <p:nvGrpSpPr>
        <p:cNvPr id="1" name=""/>
        <p:cNvGrpSpPr/>
        <p:nvPr/>
      </p:nvGrpSpPr>
      <p:grpSpPr>
        <a:xfrm>
          <a:off x="0" y="0"/>
          <a:ext cx="0" cy="0"/>
          <a:chOff x="0" y="0"/>
          <a:chExt cx="0" cy="0"/>
        </a:xfrm>
      </p:grpSpPr>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8" y="6293131"/>
            <a:ext cx="414867" cy="564871"/>
          </a:xfrm>
        </p:spPr>
        <p:txBody>
          <a:bodyPr/>
          <a:lstStyle>
            <a:lvl1pPr algn="ctr">
              <a:defRPr sz="800">
                <a:solidFill>
                  <a:schemeClr val="tx2"/>
                </a:solidFill>
              </a:defRPr>
            </a:lvl1pPr>
          </a:lstStyle>
          <a:p>
            <a:fld id="{7D18A8FE-DFC8-4843-AEF2-DE4DB0CF7D65}" type="slidenum">
              <a:rPr lang="en-US" smtClean="0"/>
              <a:pPr/>
              <a:t>‹#›</a:t>
            </a:fld>
            <a:endParaRPr lang="en-US"/>
          </a:p>
        </p:txBody>
      </p:sp>
      <p:pic>
        <p:nvPicPr>
          <p:cNvPr id="4" name="Graphic 3">
            <a:extLst>
              <a:ext uri="{FF2B5EF4-FFF2-40B4-BE49-F238E27FC236}">
                <a16:creationId xmlns:a16="http://schemas.microsoft.com/office/drawing/2014/main" id="{22C35CE9-D192-D04E-B6EC-488A5CBC0B2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54167" y="6450459"/>
            <a:ext cx="1636728" cy="272788"/>
          </a:xfrm>
          <a:prstGeom prst="rect">
            <a:avLst/>
          </a:prstGeom>
        </p:spPr>
      </p:pic>
    </p:spTree>
    <p:extLst>
      <p:ext uri="{BB962C8B-B14F-4D97-AF65-F5344CB8AC3E}">
        <p14:creationId xmlns:p14="http://schemas.microsoft.com/office/powerpoint/2010/main" val="110500550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Thank You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p:nvSpPr>
        <p:spPr>
          <a:xfrm>
            <a:off x="2836648" y="5320774"/>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0" name="Freeform 19">
            <a:extLst>
              <a:ext uri="{FF2B5EF4-FFF2-40B4-BE49-F238E27FC236}">
                <a16:creationId xmlns:a16="http://schemas.microsoft.com/office/drawing/2014/main" id="{64DE4D37-4BCA-5F44-81D2-B08FB55C913C}"/>
              </a:ext>
            </a:extLst>
          </p:cNvPr>
          <p:cNvSpPr/>
          <p:nvPr/>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8" name="Freeform 17">
            <a:extLst>
              <a:ext uri="{FF2B5EF4-FFF2-40B4-BE49-F238E27FC236}">
                <a16:creationId xmlns:a16="http://schemas.microsoft.com/office/drawing/2014/main" id="{5F974661-8C9E-C54D-8F2E-68B306C23B70}"/>
              </a:ext>
            </a:extLst>
          </p:cNvPr>
          <p:cNvSpPr/>
          <p:nvPr/>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TextBox 15">
            <a:extLst>
              <a:ext uri="{FF2B5EF4-FFF2-40B4-BE49-F238E27FC236}">
                <a16:creationId xmlns:a16="http://schemas.microsoft.com/office/drawing/2014/main" id="{D32E45E5-A33E-6849-A738-02AE42A5CCBF}"/>
              </a:ext>
            </a:extLst>
          </p:cNvPr>
          <p:cNvSpPr txBox="1"/>
          <p:nvPr/>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Arial" panose="020B0604020202020204" pitchFamily="34" charset="0"/>
                <a:ea typeface="+mj-ea"/>
                <a:cs typeface="Arial" panose="020B0604020202020204" pitchFamily="34" charset="0"/>
              </a:rPr>
              <a:t>Thank you</a:t>
            </a:r>
            <a:endParaRPr lang="en-US" sz="2400"/>
          </a:p>
        </p:txBody>
      </p:sp>
      <p:pic>
        <p:nvPicPr>
          <p:cNvPr id="7" name="Graphic 6">
            <a:extLst>
              <a:ext uri="{FF2B5EF4-FFF2-40B4-BE49-F238E27FC236}">
                <a16:creationId xmlns:a16="http://schemas.microsoft.com/office/drawing/2014/main" id="{CED9E700-D112-DA41-BB71-D718751A784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552721" y="6158765"/>
            <a:ext cx="3086561" cy="514427"/>
          </a:xfrm>
          <a:prstGeom prst="rect">
            <a:avLst/>
          </a:prstGeom>
        </p:spPr>
      </p:pic>
    </p:spTree>
    <p:extLst>
      <p:ext uri="{BB962C8B-B14F-4D97-AF65-F5344CB8AC3E}">
        <p14:creationId xmlns:p14="http://schemas.microsoft.com/office/powerpoint/2010/main" val="4049146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8" name="Object 7" hidden="1"/>
          <p:cNvGraphicFramePr>
            <a:graphicFrameLocks noChangeAspect="1"/>
          </p:cNvGraphicFramePr>
          <p:nvPr userDrawn="1">
            <p:custDataLst>
              <p:tags r:id="rId1"/>
            </p:custDataLst>
            <p:extLst>
              <p:ext uri="{D42A27DB-BD31-4B8C-83A1-F6EECF244321}">
                <p14:modId xmlns:p14="http://schemas.microsoft.com/office/powerpoint/2010/main" val="3175752558"/>
              </p:ext>
            </p:ext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383" imgH="384" progId="TCLayout.ActiveDocument.1">
                  <p:embed/>
                </p:oleObj>
              </mc:Choice>
              <mc:Fallback>
                <p:oleObj name="think-cell Slide" r:id="rId3" imgW="383" imgH="384" progId="TCLayout.ActiveDocument.1">
                  <p:embed/>
                  <p:pic>
                    <p:nvPicPr>
                      <p:cNvPr id="8" name="Object 7" hidden="1"/>
                      <p:cNvPicPr/>
                      <p:nvPr/>
                    </p:nvPicPr>
                    <p:blipFill>
                      <a:blip r:embed="rId4"/>
                      <a:stretch>
                        <a:fillRect/>
                      </a:stretch>
                    </p:blipFill>
                    <p:spPr>
                      <a:xfrm>
                        <a:off x="1589" y="1589"/>
                        <a:ext cx="1587" cy="1587"/>
                      </a:xfrm>
                      <a:prstGeom prst="rect">
                        <a:avLst/>
                      </a:prstGeom>
                    </p:spPr>
                  </p:pic>
                </p:oleObj>
              </mc:Fallback>
            </mc:AlternateContent>
          </a:graphicData>
        </a:graphic>
      </p:graphicFrame>
      <p:sp>
        <p:nvSpPr>
          <p:cNvPr id="13" name="Rectangle 12"/>
          <p:cNvSpPr/>
          <p:nvPr userDrawn="1"/>
        </p:nvSpPr>
        <p:spPr>
          <a:xfrm>
            <a:off x="11465057" y="6385301"/>
            <a:ext cx="391937" cy="4726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335008" y="510387"/>
            <a:ext cx="11521987" cy="498483"/>
          </a:xfrm>
        </p:spPr>
        <p:txBody>
          <a:bodyPr lIns="0" tIns="0" rIns="0" bIns="0" anchor="t" anchorCtr="0">
            <a:spAutoFit/>
          </a:bodyPr>
          <a:lstStyle>
            <a:lvl1pPr>
              <a:defRPr sz="3599" b="0">
                <a:solidFill>
                  <a:schemeClr val="accent4"/>
                </a:solidFill>
                <a:latin typeface="+mn-lt"/>
              </a:defRPr>
            </a:lvl1pPr>
          </a:lstStyle>
          <a:p>
            <a:r>
              <a:rPr lang="en-US"/>
              <a:t>Click to edit Master title style</a:t>
            </a:r>
          </a:p>
        </p:txBody>
      </p:sp>
      <p:sp>
        <p:nvSpPr>
          <p:cNvPr id="3" name="Content Placeholder 2"/>
          <p:cNvSpPr>
            <a:spLocks noGrp="1"/>
          </p:cNvSpPr>
          <p:nvPr>
            <p:ph idx="1"/>
          </p:nvPr>
        </p:nvSpPr>
        <p:spPr>
          <a:xfrm>
            <a:off x="335008" y="1616113"/>
            <a:ext cx="11521987" cy="4560851"/>
          </a:xfrm>
        </p:spPr>
        <p:txBody>
          <a:bodyPr>
            <a:normAutofit/>
          </a:bodyPr>
          <a:lstStyle>
            <a:lvl1pPr>
              <a:defRPr sz="1400">
                <a:latin typeface="+mn-lt"/>
              </a:defRPr>
            </a:lvl1pPr>
            <a:lvl2pPr>
              <a:defRPr sz="1400">
                <a:latin typeface="+mn-lt"/>
              </a:defRPr>
            </a:lvl2pPr>
            <a:lvl3pPr>
              <a:defRPr sz="1400">
                <a:latin typeface="+mn-lt"/>
              </a:defRPr>
            </a:lvl3pPr>
            <a:lvl4pPr>
              <a:defRPr sz="14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335007" y="6452190"/>
            <a:ext cx="2743200" cy="365125"/>
          </a:xfrm>
        </p:spPr>
        <p:txBody>
          <a:bodyPr/>
          <a:lstStyle>
            <a:lvl1pPr>
              <a:defRPr sz="1000"/>
            </a:lvl1pPr>
          </a:lstStyle>
          <a:p>
            <a:fld id="{C8EAA725-CC0B-4A16-AE77-83A5B67A2992}" type="datetime1">
              <a:rPr lang="en-US" smtClean="0"/>
              <a:t>9/17/2025</a:t>
            </a:fld>
            <a:endParaRPr lang="en-US"/>
          </a:p>
        </p:txBody>
      </p:sp>
      <p:sp>
        <p:nvSpPr>
          <p:cNvPr id="5" name="Footer Placeholder 4"/>
          <p:cNvSpPr>
            <a:spLocks noGrp="1"/>
          </p:cNvSpPr>
          <p:nvPr>
            <p:ph type="ftr" sz="quarter" idx="11"/>
          </p:nvPr>
        </p:nvSpPr>
        <p:spPr>
          <a:xfrm>
            <a:off x="4038601" y="6452190"/>
            <a:ext cx="4114800" cy="365125"/>
          </a:xfrm>
        </p:spPr>
        <p:txBody>
          <a:bodyPr/>
          <a:lstStyle>
            <a:lvl1pPr>
              <a:defRPr sz="1000"/>
            </a:lvl1pPr>
          </a:lstStyle>
          <a:p>
            <a:endParaRPr lang="en-US"/>
          </a:p>
        </p:txBody>
      </p:sp>
      <p:sp>
        <p:nvSpPr>
          <p:cNvPr id="6" name="Slide Number Placeholder 5"/>
          <p:cNvSpPr>
            <a:spLocks noGrp="1"/>
          </p:cNvSpPr>
          <p:nvPr>
            <p:ph type="sldNum" sz="quarter" idx="12"/>
          </p:nvPr>
        </p:nvSpPr>
        <p:spPr>
          <a:xfrm>
            <a:off x="11465057" y="6452190"/>
            <a:ext cx="391937" cy="365125"/>
          </a:xfrm>
        </p:spPr>
        <p:txBody>
          <a:bodyPr/>
          <a:lstStyle>
            <a:lvl1pPr algn="ctr">
              <a:defRPr sz="1000">
                <a:solidFill>
                  <a:schemeClr val="accent4"/>
                </a:solidFill>
              </a:defRPr>
            </a:lvl1pPr>
          </a:lstStyle>
          <a:p>
            <a:fld id="{B1EEA229-0096-49BD-81C1-58B039421B74}" type="slidenum">
              <a:rPr lang="en-US" smtClean="0"/>
              <a:pPr/>
              <a:t>‹#›</a:t>
            </a:fld>
            <a:endParaRPr lang="en-US"/>
          </a:p>
        </p:txBody>
      </p:sp>
      <p:sp>
        <p:nvSpPr>
          <p:cNvPr id="9" name="Text Placeholder 8"/>
          <p:cNvSpPr>
            <a:spLocks noGrp="1"/>
          </p:cNvSpPr>
          <p:nvPr userDrawn="1">
            <p:ph type="body" sz="quarter" idx="13"/>
          </p:nvPr>
        </p:nvSpPr>
        <p:spPr>
          <a:xfrm>
            <a:off x="335008" y="1001704"/>
            <a:ext cx="11521987" cy="317427"/>
          </a:xfrm>
        </p:spPr>
        <p:txBody>
          <a:bodyPr lIns="0" tIns="0" rIns="0" bIns="0">
            <a:noAutofit/>
          </a:bodyPr>
          <a:lstStyle>
            <a:lvl1pPr marL="0" indent="0" algn="l" defTabSz="914104" rtl="0" eaLnBrk="1" latinLnBrk="0" hangingPunct="1">
              <a:lnSpc>
                <a:spcPct val="90000"/>
              </a:lnSpc>
              <a:spcBef>
                <a:spcPct val="0"/>
              </a:spcBef>
              <a:buNone/>
              <a:defRPr lang="en-US" sz="2000" b="0" kern="1200" dirty="0" smtClean="0">
                <a:solidFill>
                  <a:schemeClr val="accent5"/>
                </a:solidFill>
                <a:latin typeface="+mn-lt"/>
                <a:ea typeface="+mj-ea"/>
                <a:cs typeface="+mj-cs"/>
              </a:defRPr>
            </a:lvl1pPr>
            <a:lvl2pPr marL="457051"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2pPr>
            <a:lvl3pPr marL="914104"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3pPr>
            <a:lvl4pPr marL="1371155" indent="0" algn="l" defTabSz="914104" rtl="0" eaLnBrk="1" latinLnBrk="0" hangingPunct="1">
              <a:lnSpc>
                <a:spcPct val="90000"/>
              </a:lnSpc>
              <a:spcBef>
                <a:spcPct val="0"/>
              </a:spcBef>
              <a:buNone/>
              <a:defRPr lang="en-US" sz="2799" b="0" kern="1200" dirty="0" smtClean="0">
                <a:solidFill>
                  <a:schemeClr val="accent4"/>
                </a:solidFill>
                <a:latin typeface="+mn-lt"/>
                <a:ea typeface="+mj-ea"/>
                <a:cs typeface="+mj-cs"/>
              </a:defRPr>
            </a:lvl4pPr>
            <a:lvl5pPr marL="1828205" indent="0" algn="l" defTabSz="914104" rtl="0" eaLnBrk="1" latinLnBrk="0" hangingPunct="1">
              <a:lnSpc>
                <a:spcPct val="90000"/>
              </a:lnSpc>
              <a:spcBef>
                <a:spcPct val="0"/>
              </a:spcBef>
              <a:buNone/>
              <a:defRPr lang="en-US" sz="2799" b="0" kern="1200" dirty="0">
                <a:solidFill>
                  <a:schemeClr val="accent4"/>
                </a:solidFill>
                <a:latin typeface="+mn-lt"/>
                <a:ea typeface="+mj-ea"/>
                <a:cs typeface="+mj-cs"/>
              </a:defRPr>
            </a:lvl5pPr>
          </a:lstStyle>
          <a:p>
            <a:pPr lvl="0"/>
            <a:r>
              <a:rPr lang="en-US"/>
              <a:t>Click to edit Master text styles</a:t>
            </a:r>
          </a:p>
        </p:txBody>
      </p:sp>
    </p:spTree>
    <p:extLst>
      <p:ext uri="{BB962C8B-B14F-4D97-AF65-F5344CB8AC3E}">
        <p14:creationId xmlns:p14="http://schemas.microsoft.com/office/powerpoint/2010/main" val="494564047"/>
      </p:ext>
    </p:extLst>
  </p:cSld>
  <p:clrMapOvr>
    <a:masterClrMapping/>
  </p:clrMapOvr>
  <p:extLst>
    <p:ext uri="{DCECCB84-F9BA-43D5-87BE-67443E8EF086}">
      <p15:sldGuideLst xmlns:p15="http://schemas.microsoft.com/office/powerpoint/2012/main">
        <p15:guide id="1" orient="horz" pos="686">
          <p15:clr>
            <a:srgbClr val="FBAE40"/>
          </p15:clr>
        </p15:guide>
        <p15:guide id="2" pos="211">
          <p15:clr>
            <a:srgbClr val="FBAE40"/>
          </p15:clr>
        </p15:guide>
        <p15:guide id="3" pos="7468">
          <p15:clr>
            <a:srgbClr val="FBAE40"/>
          </p15:clr>
        </p15:guide>
        <p15:guide id="4" orient="horz" pos="913">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userDrawn="1">
  <p:cSld name="3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704AC849-851E-464C-BB32-1A63AE5C5BCB}"/>
              </a:ext>
            </a:extLst>
          </p:cNvPr>
          <p:cNvSpPr/>
          <p:nvPr userDrawn="1"/>
        </p:nvSpPr>
        <p:spPr>
          <a:xfrm>
            <a:off x="1" y="6293131"/>
            <a:ext cx="12192000" cy="5648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de-DE"/>
              <a:t>Bild durch Klicken auf Symbol hinzufügen</a:t>
            </a:r>
            <a:endParaRPr lang="en-US"/>
          </a:p>
        </p:txBody>
      </p:sp>
      <p:pic>
        <p:nvPicPr>
          <p:cNvPr id="6" name="Graphic 12">
            <a:extLst>
              <a:ext uri="{FF2B5EF4-FFF2-40B4-BE49-F238E27FC236}">
                <a16:creationId xmlns:a16="http://schemas.microsoft.com/office/drawing/2014/main" id="{C29D1352-8422-4F4E-A99D-FAB5A11FC5B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10237942" y="6393756"/>
            <a:ext cx="1451813" cy="362953"/>
          </a:xfrm>
          <a:prstGeom prst="rect">
            <a:avLst/>
          </a:prstGeom>
        </p:spPr>
      </p:pic>
    </p:spTree>
    <p:extLst>
      <p:ext uri="{BB962C8B-B14F-4D97-AF65-F5344CB8AC3E}">
        <p14:creationId xmlns:p14="http://schemas.microsoft.com/office/powerpoint/2010/main" val="415575077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showMasterSp="0" preserve="1" userDrawn="1">
  <p:cSld name="Title Slide w/ Imag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latin typeface="Montserrat" pitchFamily="2" charset="77"/>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13" name="Graphic 12">
            <a:extLst>
              <a:ext uri="{FF2B5EF4-FFF2-40B4-BE49-F238E27FC236}">
                <a16:creationId xmlns:a16="http://schemas.microsoft.com/office/drawing/2014/main" id="{4B195F15-6C9D-BF45-98B2-25703312DD26}"/>
              </a:ext>
            </a:extLst>
          </p:cNvPr>
          <p:cNvPicPr>
            <a:picLocks noChangeAspect="1"/>
          </p:cNvPicPr>
          <p:nvPr userDrawn="1"/>
        </p:nvPicPr>
        <p:blipFill>
          <a:blip r:embed="rId2"/>
          <a:srcRect/>
          <a:stretch/>
        </p:blipFill>
        <p:spPr>
          <a:xfrm>
            <a:off x="4870315" y="6060351"/>
            <a:ext cx="2451372" cy="612843"/>
          </a:xfrm>
          <a:prstGeom prst="rect">
            <a:avLst/>
          </a:prstGeom>
        </p:spPr>
      </p:pic>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atin typeface="Montserrat" pitchFamily="2" charset="77"/>
              </a:defRPr>
            </a:lvl1pPr>
          </a:lstStyle>
          <a:p>
            <a:r>
              <a:rPr lang="en-US"/>
              <a:t>Click icon to add picture</a:t>
            </a:r>
          </a:p>
        </p:txBody>
      </p:sp>
    </p:spTree>
    <p:extLst>
      <p:ext uri="{BB962C8B-B14F-4D97-AF65-F5344CB8AC3E}">
        <p14:creationId xmlns:p14="http://schemas.microsoft.com/office/powerpoint/2010/main" val="412527685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Title Slide - no imag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457201" y="2787299"/>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3848286"/>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1336729"/>
            <a:ext cx="9144000" cy="1354081"/>
          </a:xfrm>
          <a:prstGeom prst="rect">
            <a:avLst/>
          </a:prstGeom>
        </p:spPr>
        <p:txBody>
          <a:bodyPr lIns="0" tIns="0" rIns="0" bIns="0" anchor="b"/>
          <a:lstStyle>
            <a:lvl1pPr algn="l">
              <a:defRPr sz="4267">
                <a:latin typeface="+mj-lt"/>
              </a:defRPr>
            </a:lvl1pPr>
          </a:lstStyle>
          <a:p>
            <a:r>
              <a:rPr lang="en-US"/>
              <a:t>Click to edit Master title style</a:t>
            </a:r>
          </a:p>
        </p:txBody>
      </p:sp>
      <p:pic>
        <p:nvPicPr>
          <p:cNvPr id="9" name="Graphic 12">
            <a:extLst>
              <a:ext uri="{FF2B5EF4-FFF2-40B4-BE49-F238E27FC236}">
                <a16:creationId xmlns:a16="http://schemas.microsoft.com/office/drawing/2014/main" id="{C6219213-CB4F-B848-9FFC-001E1F149546}"/>
              </a:ext>
            </a:extLst>
          </p:cNvPr>
          <p:cNvPicPr>
            <a:picLocks noChangeAspect="1"/>
          </p:cNvPicPr>
          <p:nvPr userDrawn="1"/>
        </p:nvPicPr>
        <p:blipFill>
          <a:blip r:embed="rId2"/>
          <a:srcRect/>
          <a:stretch/>
        </p:blipFill>
        <p:spPr>
          <a:xfrm>
            <a:off x="4870315" y="6060351"/>
            <a:ext cx="2451372" cy="612843"/>
          </a:xfrm>
          <a:prstGeom prst="rect">
            <a:avLst/>
          </a:prstGeom>
        </p:spPr>
      </p:pic>
    </p:spTree>
    <p:extLst>
      <p:ext uri="{BB962C8B-B14F-4D97-AF65-F5344CB8AC3E}">
        <p14:creationId xmlns:p14="http://schemas.microsoft.com/office/powerpoint/2010/main" val="363502157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preserve="1" userDrawn="1">
  <p:cSld name="Title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5915056"/>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22" name="Rectangle 21">
            <a:extLst>
              <a:ext uri="{FF2B5EF4-FFF2-40B4-BE49-F238E27FC236}">
                <a16:creationId xmlns:a16="http://schemas.microsoft.com/office/drawing/2014/main" id="{AE552F7F-5002-C341-BB47-A22086A095D9}"/>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pic>
        <p:nvPicPr>
          <p:cNvPr id="8" name="Graphic 12">
            <a:extLst>
              <a:ext uri="{FF2B5EF4-FFF2-40B4-BE49-F238E27FC236}">
                <a16:creationId xmlns:a16="http://schemas.microsoft.com/office/drawing/2014/main" id="{948D3E60-DAA4-1D4C-BB9D-5B629BEA747F}"/>
              </a:ext>
            </a:extLst>
          </p:cNvPr>
          <p:cNvPicPr>
            <a:picLocks noChangeAspect="1"/>
          </p:cNvPicPr>
          <p:nvPr userDrawn="1"/>
        </p:nvPicPr>
        <p:blipFill>
          <a:blip r:embed="rId2"/>
          <a:srcRect/>
          <a:stretch/>
        </p:blipFill>
        <p:spPr>
          <a:xfrm>
            <a:off x="4870315" y="6060351"/>
            <a:ext cx="2451372" cy="612843"/>
          </a:xfrm>
          <a:prstGeom prst="rect">
            <a:avLst/>
          </a:prstGeom>
        </p:spPr>
      </p:pic>
    </p:spTree>
    <p:extLst>
      <p:ext uri="{BB962C8B-B14F-4D97-AF65-F5344CB8AC3E}">
        <p14:creationId xmlns:p14="http://schemas.microsoft.com/office/powerpoint/2010/main" val="301618097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BC3BA54-B2B6-4576-A4DD-A3A892F3D27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Graphic 12">
            <a:extLst>
              <a:ext uri="{FF2B5EF4-FFF2-40B4-BE49-F238E27FC236}">
                <a16:creationId xmlns:a16="http://schemas.microsoft.com/office/drawing/2014/main" id="{8E0C513D-380B-4D32-B4A1-6DB4FD0F6D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Freeform 24">
            <a:extLst>
              <a:ext uri="{FF2B5EF4-FFF2-40B4-BE49-F238E27FC236}">
                <a16:creationId xmlns:a16="http://schemas.microsoft.com/office/drawing/2014/main" id="{A4991716-09B9-F64E-83D9-0061B1AFB6AE}"/>
              </a:ext>
            </a:extLst>
          </p:cNvPr>
          <p:cNvSpPr/>
          <p:nvPr userDrawn="1"/>
        </p:nvSpPr>
        <p:spPr>
          <a:xfrm flipH="1">
            <a:off x="1" y="303001"/>
            <a:ext cx="6006052" cy="5784361"/>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6" name="Title 1">
            <a:extLst>
              <a:ext uri="{FF2B5EF4-FFF2-40B4-BE49-F238E27FC236}">
                <a16:creationId xmlns:a16="http://schemas.microsoft.com/office/drawing/2014/main" id="{DFE91F92-DB73-544B-BDA2-B92A4AA8E93F}"/>
              </a:ext>
            </a:extLst>
          </p:cNvPr>
          <p:cNvSpPr>
            <a:spLocks noGrp="1"/>
          </p:cNvSpPr>
          <p:nvPr>
            <p:ph type="ctrTitle" hasCustomPrompt="1"/>
          </p:nvPr>
        </p:nvSpPr>
        <p:spPr>
          <a:xfrm>
            <a:off x="806765" y="2516136"/>
            <a:ext cx="4849175" cy="1190949"/>
          </a:xfrm>
          <a:prstGeom prst="rect">
            <a:avLst/>
          </a:prstGeom>
        </p:spPr>
        <p:txBody>
          <a:bodyPr lIns="0" tIns="0" rIns="0" bIns="0" anchor="ctr">
            <a:noAutofit/>
          </a:bodyPr>
          <a:lstStyle>
            <a:lvl1pPr algn="l">
              <a:defRPr sz="8000">
                <a:solidFill>
                  <a:schemeClr val="bg1"/>
                </a:solidFill>
              </a:defRPr>
            </a:lvl1pPr>
          </a:lstStyle>
          <a:p>
            <a:r>
              <a:rPr lang="en-US"/>
              <a:t>Agenda</a:t>
            </a:r>
          </a:p>
        </p:txBody>
      </p:sp>
      <p:sp>
        <p:nvSpPr>
          <p:cNvPr id="27" name="Content Placeholder 2">
            <a:extLst>
              <a:ext uri="{FF2B5EF4-FFF2-40B4-BE49-F238E27FC236}">
                <a16:creationId xmlns:a16="http://schemas.microsoft.com/office/drawing/2014/main" id="{47BB16EF-5084-734D-ADED-AB7E02187756}"/>
              </a:ext>
            </a:extLst>
          </p:cNvPr>
          <p:cNvSpPr>
            <a:spLocks noGrp="1"/>
          </p:cNvSpPr>
          <p:nvPr>
            <p:ph idx="1"/>
          </p:nvPr>
        </p:nvSpPr>
        <p:spPr>
          <a:xfrm>
            <a:off x="7192113" y="973840"/>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Slide Number Placeholder 1">
            <a:extLst>
              <a:ext uri="{FF2B5EF4-FFF2-40B4-BE49-F238E27FC236}">
                <a16:creationId xmlns:a16="http://schemas.microsoft.com/office/drawing/2014/main" id="{06252D9D-0971-C24C-9545-B5F03FDE24B6}"/>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94778351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4E842926-97FE-FE49-B035-46F50CFF0A0F}"/>
              </a:ext>
            </a:extLst>
          </p:cNvPr>
          <p:cNvSpPr>
            <a:spLocks noGrp="1"/>
          </p:cNvSpPr>
          <p:nvPr>
            <p:ph type="body" sz="quarter" idx="13"/>
          </p:nvPr>
        </p:nvSpPr>
        <p:spPr>
          <a:xfrm>
            <a:off x="457201" y="1569462"/>
            <a:ext cx="11241111" cy="4352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4403420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0" name="Freeform 9">
            <a:extLst>
              <a:ext uri="{FF2B5EF4-FFF2-40B4-BE49-F238E27FC236}">
                <a16:creationId xmlns:a16="http://schemas.microsoft.com/office/drawing/2014/main" id="{AE00B763-DE7E-044D-A945-0FE19D231DD8}"/>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9EB482E0-6F56-CB4E-8202-06CABEF8F541}"/>
              </a:ext>
            </a:extLst>
          </p:cNvPr>
          <p:cNvSpPr>
            <a:spLocks noGrp="1"/>
          </p:cNvSpPr>
          <p:nvPr>
            <p:ph type="body" sz="quarter" idx="13"/>
          </p:nvPr>
        </p:nvSpPr>
        <p:spPr>
          <a:xfrm>
            <a:off x="457201" y="1569462"/>
            <a:ext cx="11241617" cy="4352972"/>
          </a:xfrm>
        </p:spPr>
        <p:txBody>
          <a:bodyPr numCol="2" spcCol="36576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295937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AADC39F7-C004-42C8-8747-8DBBB40A4094}"/>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9" name="Graphic 12">
            <a:extLst>
              <a:ext uri="{FF2B5EF4-FFF2-40B4-BE49-F238E27FC236}">
                <a16:creationId xmlns:a16="http://schemas.microsoft.com/office/drawing/2014/main" id="{C0F5C8E5-F253-40D4-9060-CFA80746CAE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6" name="Freeform 25">
            <a:extLst>
              <a:ext uri="{FF2B5EF4-FFF2-40B4-BE49-F238E27FC236}">
                <a16:creationId xmlns:a16="http://schemas.microsoft.com/office/drawing/2014/main" id="{37728E0E-A727-3344-B4A0-02F610225340}"/>
              </a:ext>
            </a:extLst>
          </p:cNvPr>
          <p:cNvSpPr/>
          <p:nvPr userDrawn="1"/>
        </p:nvSpPr>
        <p:spPr>
          <a:xfrm>
            <a:off x="-26214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Picture Placeholder 34">
            <a:extLst>
              <a:ext uri="{FF2B5EF4-FFF2-40B4-BE49-F238E27FC236}">
                <a16:creationId xmlns:a16="http://schemas.microsoft.com/office/drawing/2014/main" id="{981ADB33-36C2-4B41-9424-2D0E0E629A69}"/>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5754545" y="61892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52201" y="149095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45263" y="24272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58426" y="3522341"/>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638209" y="448551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708599" y="534385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94021"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41558"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55300" y="2427567"/>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68461"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227566"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48074" y="5344181"/>
            <a:ext cx="3689452" cy="406400"/>
          </a:xfrm>
        </p:spPr>
        <p:txBody>
          <a:bodyPr anchor="ctr"/>
          <a:lstStyle/>
          <a:p>
            <a:pPr lvl="0"/>
            <a:r>
              <a:rPr lang="en-US"/>
              <a:t>Click to edit Master text styles</a:t>
            </a:r>
          </a:p>
        </p:txBody>
      </p:sp>
      <p:sp>
        <p:nvSpPr>
          <p:cNvPr id="2" name="Slide Number Placeholder 1">
            <a:extLst>
              <a:ext uri="{FF2B5EF4-FFF2-40B4-BE49-F238E27FC236}">
                <a16:creationId xmlns:a16="http://schemas.microsoft.com/office/drawing/2014/main" id="{984C82C6-579B-3242-983A-EE336D54136A}"/>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729714111"/>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E205B56B-8584-4D06-89CD-E6F57E5C9028}"/>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9" name="Graphic 12">
            <a:extLst>
              <a:ext uri="{FF2B5EF4-FFF2-40B4-BE49-F238E27FC236}">
                <a16:creationId xmlns:a16="http://schemas.microsoft.com/office/drawing/2014/main" id="{9CF1D0CB-25DE-4DB1-946B-E3FD4F8898C6}"/>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Freeform 24">
            <a:extLst>
              <a:ext uri="{FF2B5EF4-FFF2-40B4-BE49-F238E27FC236}">
                <a16:creationId xmlns:a16="http://schemas.microsoft.com/office/drawing/2014/main" id="{CED53280-3164-824A-8AA0-5CA6139715BA}"/>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7" name="Freeform 26">
            <a:extLst>
              <a:ext uri="{FF2B5EF4-FFF2-40B4-BE49-F238E27FC236}">
                <a16:creationId xmlns:a16="http://schemas.microsoft.com/office/drawing/2014/main" id="{3B6753E6-29D3-694C-9B47-66001F631396}"/>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8" name="Slide Number Placeholder 1">
            <a:extLst>
              <a:ext uri="{FF2B5EF4-FFF2-40B4-BE49-F238E27FC236}">
                <a16:creationId xmlns:a16="http://schemas.microsoft.com/office/drawing/2014/main" id="{6437396B-10D1-774E-9AE7-704156B3B8E1}"/>
              </a:ext>
            </a:extLst>
          </p:cNvPr>
          <p:cNvSpPr>
            <a:spLocks noGrp="1"/>
          </p:cNvSpPr>
          <p:nvPr>
            <p:ph type="sldNum" sz="quarter" idx="17"/>
          </p:nvPr>
        </p:nvSpPr>
        <p:spPr>
          <a:xfrm>
            <a:off x="5888567" y="6454693"/>
            <a:ext cx="414867" cy="273304"/>
          </a:xfrm>
        </p:spPr>
        <p:txBody>
          <a:bodyPr/>
          <a:lstStyle/>
          <a:p>
            <a:fld id="{7D18A8FE-DFC8-4843-AEF2-DE4DB0CF7D65}" type="slidenum">
              <a:rPr lang="en-US" smtClean="0"/>
              <a:pPr/>
              <a:t>‹#›</a:t>
            </a:fld>
            <a:endParaRPr lang="en-US"/>
          </a:p>
        </p:txBody>
      </p:sp>
      <p:sp>
        <p:nvSpPr>
          <p:cNvPr id="11" name="Oval 10">
            <a:extLst>
              <a:ext uri="{FF2B5EF4-FFF2-40B4-BE49-F238E27FC236}">
                <a16:creationId xmlns:a16="http://schemas.microsoft.com/office/drawing/2014/main" id="{339B9D6A-F5CA-C347-BC53-A21EB0BA6D14}"/>
              </a:ext>
            </a:extLst>
          </p:cNvPr>
          <p:cNvSpPr/>
          <p:nvPr userDrawn="1"/>
        </p:nvSpPr>
        <p:spPr>
          <a:xfrm>
            <a:off x="5688946" y="6189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617726" y="1490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6998181" y="2393838"/>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7024781" y="3522341"/>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591126" y="448551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Oval 15">
            <a:extLst>
              <a:ext uri="{FF2B5EF4-FFF2-40B4-BE49-F238E27FC236}">
                <a16:creationId xmlns:a16="http://schemas.microsoft.com/office/drawing/2014/main" id="{68E5A7B6-8EDC-E247-96FE-94990C14B37F}"/>
              </a:ext>
            </a:extLst>
          </p:cNvPr>
          <p:cNvSpPr/>
          <p:nvPr userDrawn="1"/>
        </p:nvSpPr>
        <p:spPr>
          <a:xfrm>
            <a:off x="5688946" y="5343855"/>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328422" y="61924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207083" y="149127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08217" y="2394164"/>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634816" y="3522667"/>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7180483" y="4485512"/>
            <a:ext cx="3689452" cy="406400"/>
          </a:xfrm>
        </p:spPr>
        <p:txBody>
          <a:bodyPr anchor="ctr"/>
          <a:lstStyle/>
          <a:p>
            <a:pPr lvl="0"/>
            <a:r>
              <a:rPr lang="en-US"/>
              <a:t>Click to edit Master text styles</a:t>
            </a:r>
          </a:p>
        </p:txBody>
      </p:sp>
      <p:sp>
        <p:nvSpPr>
          <p:cNvPr id="23" name="Text Placeholder 17">
            <a:extLst>
              <a:ext uri="{FF2B5EF4-FFF2-40B4-BE49-F238E27FC236}">
                <a16:creationId xmlns:a16="http://schemas.microsoft.com/office/drawing/2014/main" id="{524C2451-9287-FD48-B032-D09424DB2174}"/>
              </a:ext>
            </a:extLst>
          </p:cNvPr>
          <p:cNvSpPr>
            <a:spLocks noGrp="1"/>
          </p:cNvSpPr>
          <p:nvPr>
            <p:ph type="body" sz="quarter" idx="15"/>
          </p:nvPr>
        </p:nvSpPr>
        <p:spPr>
          <a:xfrm>
            <a:off x="6328421" y="5344181"/>
            <a:ext cx="3689452" cy="406400"/>
          </a:xfrm>
        </p:spPr>
        <p:txBody>
          <a:bodyPr anchor="ctr"/>
          <a:lstStyle/>
          <a:p>
            <a:pPr lvl="0"/>
            <a:r>
              <a:rPr lang="en-US"/>
              <a:t>Click to edit Master text styles</a:t>
            </a:r>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420342"/>
            <a:ext cx="4518121" cy="3399367"/>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181422"/>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3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A5AE62E4-8A72-4A2A-988A-0520905FA72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Graphic 12">
            <a:extLst>
              <a:ext uri="{FF2B5EF4-FFF2-40B4-BE49-F238E27FC236}">
                <a16:creationId xmlns:a16="http://schemas.microsoft.com/office/drawing/2014/main" id="{1B225DFB-BE69-4F3F-B201-3BA5DD121C13}"/>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2" name="Freeform 31">
            <a:extLst>
              <a:ext uri="{FF2B5EF4-FFF2-40B4-BE49-F238E27FC236}">
                <a16:creationId xmlns:a16="http://schemas.microsoft.com/office/drawing/2014/main" id="{03C1C5D1-536D-AD42-ADF1-44F2EFD99432}"/>
              </a:ext>
            </a:extLst>
          </p:cNvPr>
          <p:cNvSpPr/>
          <p:nvPr userDrawn="1"/>
        </p:nvSpPr>
        <p:spPr>
          <a:xfrm>
            <a:off x="-253797" y="335795"/>
            <a:ext cx="7585276"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8" name="Title 7">
            <a:extLst>
              <a:ext uri="{FF2B5EF4-FFF2-40B4-BE49-F238E27FC236}">
                <a16:creationId xmlns:a16="http://schemas.microsoft.com/office/drawing/2014/main" id="{9C6B559C-6BA8-2744-9FFD-AC23A0A1BCDA}"/>
              </a:ext>
            </a:extLst>
          </p:cNvPr>
          <p:cNvSpPr>
            <a:spLocks noGrp="1"/>
          </p:cNvSpPr>
          <p:nvPr>
            <p:ph type="title"/>
          </p:nvPr>
        </p:nvSpPr>
        <p:spPr>
          <a:xfrm>
            <a:off x="571018" y="1365061"/>
            <a:ext cx="4629873" cy="3603529"/>
          </a:xfrm>
        </p:spPr>
        <p:txBody>
          <a:bodyPr anchor="ctr"/>
          <a:lstStyle>
            <a:lvl1pPr>
              <a:defRPr>
                <a:solidFill>
                  <a:schemeClr val="bg1"/>
                </a:solidFill>
              </a:defRPr>
            </a:lvl1pPr>
          </a:lstStyle>
          <a:p>
            <a:r>
              <a:rPr lang="en-US"/>
              <a:t>Click to edit Master title style</a:t>
            </a:r>
          </a:p>
        </p:txBody>
      </p:sp>
      <p:sp>
        <p:nvSpPr>
          <p:cNvPr id="11" name="Oval 10">
            <a:extLst>
              <a:ext uri="{FF2B5EF4-FFF2-40B4-BE49-F238E27FC236}">
                <a16:creationId xmlns:a16="http://schemas.microsoft.com/office/drawing/2014/main" id="{339B9D6A-F5CA-C347-BC53-A21EB0BA6D14}"/>
              </a:ext>
            </a:extLst>
          </p:cNvPr>
          <p:cNvSpPr/>
          <p:nvPr userDrawn="1"/>
        </p:nvSpPr>
        <p:spPr>
          <a:xfrm>
            <a:off x="6375723" y="1134503"/>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101405" y="2993905"/>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377877" y="4765062"/>
            <a:ext cx="407055" cy="407055"/>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7015199" y="113482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711441" y="2994231"/>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967234" y="4765061"/>
            <a:ext cx="3689452" cy="406400"/>
          </a:xfrm>
        </p:spPr>
        <p:txBody>
          <a:bodyPr anchor="ctr"/>
          <a:lstStyle/>
          <a:p>
            <a:pPr lvl="0"/>
            <a:r>
              <a:rPr lang="en-US"/>
              <a:t>Click to edit Master text styles</a:t>
            </a:r>
          </a:p>
        </p:txBody>
      </p:sp>
      <p:sp>
        <p:nvSpPr>
          <p:cNvPr id="35" name="Picture Placeholder 34">
            <a:extLst>
              <a:ext uri="{FF2B5EF4-FFF2-40B4-BE49-F238E27FC236}">
                <a16:creationId xmlns:a16="http://schemas.microsoft.com/office/drawing/2014/main" id="{DB06BBE2-9184-784A-BD49-15A7348C7260}"/>
              </a:ext>
            </a:extLst>
          </p:cNvPr>
          <p:cNvSpPr>
            <a:spLocks noGrp="1"/>
          </p:cNvSpPr>
          <p:nvPr>
            <p:ph type="pic" sz="quarter" idx="16"/>
          </p:nvPr>
        </p:nvSpPr>
        <p:spPr>
          <a:xfrm rot="10800000" flipH="1" flipV="1">
            <a:off x="-6972" y="807640"/>
            <a:ext cx="6588376" cy="4699859"/>
          </a:xfrm>
          <a:custGeom>
            <a:avLst/>
            <a:gdLst>
              <a:gd name="connsiteX0" fmla="*/ 0 w 4941282"/>
              <a:gd name="connsiteY0" fmla="*/ 0 h 3877383"/>
              <a:gd name="connsiteX1" fmla="*/ 3153638 w 4941282"/>
              <a:gd name="connsiteY1" fmla="*/ 0 h 3877383"/>
              <a:gd name="connsiteX2" fmla="*/ 4941282 w 4941282"/>
              <a:gd name="connsiteY2" fmla="*/ 1936127 h 3877383"/>
              <a:gd name="connsiteX3" fmla="*/ 3153638 w 4941282"/>
              <a:gd name="connsiteY3" fmla="*/ 3872253 h 3877383"/>
              <a:gd name="connsiteX4" fmla="*/ 0 w 4941282"/>
              <a:gd name="connsiteY4" fmla="*/ 3877383 h 38773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41282" h="3877383">
                <a:moveTo>
                  <a:pt x="0" y="0"/>
                </a:moveTo>
                <a:lnTo>
                  <a:pt x="3153638" y="0"/>
                </a:lnTo>
                <a:cubicBezTo>
                  <a:pt x="4140926" y="0"/>
                  <a:pt x="4941282" y="866833"/>
                  <a:pt x="4941282" y="1936127"/>
                </a:cubicBezTo>
                <a:cubicBezTo>
                  <a:pt x="4941282" y="3005420"/>
                  <a:pt x="4140926" y="3872253"/>
                  <a:pt x="3153638" y="3872253"/>
                </a:cubicBezTo>
                <a:lnTo>
                  <a:pt x="0" y="3877383"/>
                </a:lnTo>
                <a:close/>
              </a:path>
            </a:pathLst>
          </a:custGeom>
          <a:solidFill>
            <a:schemeClr val="bg2"/>
          </a:solidFill>
        </p:spPr>
        <p:txBody>
          <a:bodyPr vert="horz" wrap="square" lIns="0" tIns="914400" rIns="0" anchor="t" anchorCtr="0">
            <a:no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288B998B-CC89-3840-B310-6D92165A7878}"/>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1895050006"/>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4_Custom Layout">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14FEE92A-34E2-45DA-9629-6CBFE66DDA0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25" name="Graphic 12">
            <a:extLst>
              <a:ext uri="{FF2B5EF4-FFF2-40B4-BE49-F238E27FC236}">
                <a16:creationId xmlns:a16="http://schemas.microsoft.com/office/drawing/2014/main" id="{CCA2786B-901C-4285-95EC-35CBC584433A}"/>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6" name="Freeform 25">
            <a:extLst>
              <a:ext uri="{FF2B5EF4-FFF2-40B4-BE49-F238E27FC236}">
                <a16:creationId xmlns:a16="http://schemas.microsoft.com/office/drawing/2014/main" id="{9A5FF9B7-D734-F44B-B6EB-90019FA057EB}"/>
              </a:ext>
            </a:extLst>
          </p:cNvPr>
          <p:cNvSpPr/>
          <p:nvPr userDrawn="1"/>
        </p:nvSpPr>
        <p:spPr>
          <a:xfrm>
            <a:off x="1" y="835265"/>
            <a:ext cx="6546455" cy="4706913"/>
          </a:xfrm>
          <a:custGeom>
            <a:avLst/>
            <a:gdLst>
              <a:gd name="connsiteX0" fmla="*/ 0 w 4909841"/>
              <a:gd name="connsiteY0" fmla="*/ 0 h 3883204"/>
              <a:gd name="connsiteX1" fmla="*/ 2968240 w 4909841"/>
              <a:gd name="connsiteY1" fmla="*/ 0 h 3883204"/>
              <a:gd name="connsiteX2" fmla="*/ 4909841 w 4909841"/>
              <a:gd name="connsiteY2" fmla="*/ 1941603 h 3883204"/>
              <a:gd name="connsiteX3" fmla="*/ 4909835 w 4909841"/>
              <a:gd name="connsiteY3" fmla="*/ 1941603 h 3883204"/>
              <a:gd name="connsiteX4" fmla="*/ 2968234 w 4909841"/>
              <a:gd name="connsiteY4" fmla="*/ 3883204 h 3883204"/>
              <a:gd name="connsiteX5" fmla="*/ 0 w 4909841"/>
              <a:gd name="connsiteY5" fmla="*/ 3883202 h 3883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9841" h="3883204">
                <a:moveTo>
                  <a:pt x="0" y="0"/>
                </a:moveTo>
                <a:lnTo>
                  <a:pt x="2968240" y="0"/>
                </a:lnTo>
                <a:cubicBezTo>
                  <a:pt x="4040554" y="0"/>
                  <a:pt x="4909841" y="869287"/>
                  <a:pt x="4909841" y="1941603"/>
                </a:cubicBezTo>
                <a:lnTo>
                  <a:pt x="4909835" y="1941603"/>
                </a:lnTo>
                <a:cubicBezTo>
                  <a:pt x="4909835" y="3013917"/>
                  <a:pt x="4040548" y="3883204"/>
                  <a:pt x="2968234" y="3883204"/>
                </a:cubicBezTo>
                <a:lnTo>
                  <a:pt x="0" y="388320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Oval 10">
            <a:extLst>
              <a:ext uri="{FF2B5EF4-FFF2-40B4-BE49-F238E27FC236}">
                <a16:creationId xmlns:a16="http://schemas.microsoft.com/office/drawing/2014/main" id="{339B9D6A-F5CA-C347-BC53-A21EB0BA6D14}"/>
              </a:ext>
            </a:extLst>
          </p:cNvPr>
          <p:cNvSpPr/>
          <p:nvPr userDrawn="1"/>
        </p:nvSpPr>
        <p:spPr>
          <a:xfrm>
            <a:off x="6055955" y="92995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Oval 11">
            <a:extLst>
              <a:ext uri="{FF2B5EF4-FFF2-40B4-BE49-F238E27FC236}">
                <a16:creationId xmlns:a16="http://schemas.microsoft.com/office/drawing/2014/main" id="{C22B8E1F-1A49-F44B-B445-F30027BF6B64}"/>
              </a:ext>
            </a:extLst>
          </p:cNvPr>
          <p:cNvSpPr/>
          <p:nvPr userDrawn="1"/>
        </p:nvSpPr>
        <p:spPr>
          <a:xfrm>
            <a:off x="6776922" y="1900623"/>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3" name="Oval 12">
            <a:extLst>
              <a:ext uri="{FF2B5EF4-FFF2-40B4-BE49-F238E27FC236}">
                <a16:creationId xmlns:a16="http://schemas.microsoft.com/office/drawing/2014/main" id="{833616C0-A98D-F84E-9AE1-2325A3AA5A5E}"/>
              </a:ext>
            </a:extLst>
          </p:cNvPr>
          <p:cNvSpPr/>
          <p:nvPr userDrawn="1"/>
        </p:nvSpPr>
        <p:spPr>
          <a:xfrm>
            <a:off x="7035391" y="299322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4" name="Oval 13">
            <a:extLst>
              <a:ext uri="{FF2B5EF4-FFF2-40B4-BE49-F238E27FC236}">
                <a16:creationId xmlns:a16="http://schemas.microsoft.com/office/drawing/2014/main" id="{772D6C16-A0F8-4D41-844F-C821BC401C2B}"/>
              </a:ext>
            </a:extLst>
          </p:cNvPr>
          <p:cNvSpPr/>
          <p:nvPr userDrawn="1"/>
        </p:nvSpPr>
        <p:spPr>
          <a:xfrm>
            <a:off x="6831863" y="4083389"/>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5" name="Oval 14">
            <a:extLst>
              <a:ext uri="{FF2B5EF4-FFF2-40B4-BE49-F238E27FC236}">
                <a16:creationId xmlns:a16="http://schemas.microsoft.com/office/drawing/2014/main" id="{756721C0-3553-3F40-876F-B5A0E7232000}"/>
              </a:ext>
            </a:extLst>
          </p:cNvPr>
          <p:cNvSpPr/>
          <p:nvPr userDrawn="1"/>
        </p:nvSpPr>
        <p:spPr>
          <a:xfrm>
            <a:off x="6119885" y="5054387"/>
            <a:ext cx="407055" cy="40705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8" name="Text Placeholder 17">
            <a:extLst>
              <a:ext uri="{FF2B5EF4-FFF2-40B4-BE49-F238E27FC236}">
                <a16:creationId xmlns:a16="http://schemas.microsoft.com/office/drawing/2014/main" id="{CAC1D68C-6478-F94E-A5B3-624183D3ECC7}"/>
              </a:ext>
            </a:extLst>
          </p:cNvPr>
          <p:cNvSpPr>
            <a:spLocks noGrp="1"/>
          </p:cNvSpPr>
          <p:nvPr>
            <p:ph type="body" sz="quarter" idx="10"/>
          </p:nvPr>
        </p:nvSpPr>
        <p:spPr>
          <a:xfrm>
            <a:off x="6695431" y="930279"/>
            <a:ext cx="3689452" cy="406400"/>
          </a:xfrm>
        </p:spPr>
        <p:txBody>
          <a:bodyPr anchor="ctr"/>
          <a:lstStyle/>
          <a:p>
            <a:pPr lvl="0"/>
            <a:r>
              <a:rPr lang="en-US"/>
              <a:t>Click to edit Master text styles</a:t>
            </a:r>
          </a:p>
        </p:txBody>
      </p:sp>
      <p:sp>
        <p:nvSpPr>
          <p:cNvPr id="19" name="Text Placeholder 17">
            <a:extLst>
              <a:ext uri="{FF2B5EF4-FFF2-40B4-BE49-F238E27FC236}">
                <a16:creationId xmlns:a16="http://schemas.microsoft.com/office/drawing/2014/main" id="{ECDF4812-B64B-D945-A9E6-0F74CF7E6F1A}"/>
              </a:ext>
            </a:extLst>
          </p:cNvPr>
          <p:cNvSpPr>
            <a:spLocks noGrp="1"/>
          </p:cNvSpPr>
          <p:nvPr>
            <p:ph type="body" sz="quarter" idx="11"/>
          </p:nvPr>
        </p:nvSpPr>
        <p:spPr>
          <a:xfrm>
            <a:off x="7366279" y="1900949"/>
            <a:ext cx="3689452" cy="406400"/>
          </a:xfrm>
        </p:spPr>
        <p:txBody>
          <a:bodyPr anchor="ctr"/>
          <a:lstStyle/>
          <a:p>
            <a:pPr lvl="0"/>
            <a:r>
              <a:rPr lang="en-US"/>
              <a:t>Click to edit Master text styles</a:t>
            </a:r>
          </a:p>
        </p:txBody>
      </p:sp>
      <p:sp>
        <p:nvSpPr>
          <p:cNvPr id="20" name="Text Placeholder 17">
            <a:extLst>
              <a:ext uri="{FF2B5EF4-FFF2-40B4-BE49-F238E27FC236}">
                <a16:creationId xmlns:a16="http://schemas.microsoft.com/office/drawing/2014/main" id="{A25D3975-8720-2641-AE51-525091C83EE5}"/>
              </a:ext>
            </a:extLst>
          </p:cNvPr>
          <p:cNvSpPr>
            <a:spLocks noGrp="1"/>
          </p:cNvSpPr>
          <p:nvPr>
            <p:ph type="body" sz="quarter" idx="12"/>
          </p:nvPr>
        </p:nvSpPr>
        <p:spPr>
          <a:xfrm>
            <a:off x="7645428" y="2993553"/>
            <a:ext cx="3689451" cy="406400"/>
          </a:xfrm>
        </p:spPr>
        <p:txBody>
          <a:bodyPr anchor="ctr"/>
          <a:lstStyle/>
          <a:p>
            <a:pPr lvl="0"/>
            <a:r>
              <a:rPr lang="en-US"/>
              <a:t>Click to edit Master text styles</a:t>
            </a:r>
          </a:p>
        </p:txBody>
      </p:sp>
      <p:sp>
        <p:nvSpPr>
          <p:cNvPr id="21" name="Text Placeholder 17">
            <a:extLst>
              <a:ext uri="{FF2B5EF4-FFF2-40B4-BE49-F238E27FC236}">
                <a16:creationId xmlns:a16="http://schemas.microsoft.com/office/drawing/2014/main" id="{1B7C7AAD-FB1D-5B4F-8CC1-DEFA4A39FCE6}"/>
              </a:ext>
            </a:extLst>
          </p:cNvPr>
          <p:cNvSpPr>
            <a:spLocks noGrp="1"/>
          </p:cNvSpPr>
          <p:nvPr>
            <p:ph type="body" sz="quarter" idx="13"/>
          </p:nvPr>
        </p:nvSpPr>
        <p:spPr>
          <a:xfrm>
            <a:off x="7441899" y="4083715"/>
            <a:ext cx="3689451" cy="406400"/>
          </a:xfrm>
        </p:spPr>
        <p:txBody>
          <a:bodyPr anchor="ctr"/>
          <a:lstStyle/>
          <a:p>
            <a:pPr lvl="0"/>
            <a:r>
              <a:rPr lang="en-US"/>
              <a:t>Click to edit Master text styles</a:t>
            </a:r>
          </a:p>
        </p:txBody>
      </p:sp>
      <p:sp>
        <p:nvSpPr>
          <p:cNvPr id="22" name="Text Placeholder 17">
            <a:extLst>
              <a:ext uri="{FF2B5EF4-FFF2-40B4-BE49-F238E27FC236}">
                <a16:creationId xmlns:a16="http://schemas.microsoft.com/office/drawing/2014/main" id="{53ABE012-3FC3-4D41-9E94-6DB0E4AA9234}"/>
              </a:ext>
            </a:extLst>
          </p:cNvPr>
          <p:cNvSpPr>
            <a:spLocks noGrp="1"/>
          </p:cNvSpPr>
          <p:nvPr>
            <p:ph type="body" sz="quarter" idx="14"/>
          </p:nvPr>
        </p:nvSpPr>
        <p:spPr>
          <a:xfrm>
            <a:off x="6709242" y="5054387"/>
            <a:ext cx="3689452" cy="406400"/>
          </a:xfrm>
        </p:spPr>
        <p:txBody>
          <a:bodyPr anchor="ctr"/>
          <a:lstStyle/>
          <a:p>
            <a:pPr lvl="0"/>
            <a:r>
              <a:rPr lang="en-US"/>
              <a:t>Click to edit Master text styles</a:t>
            </a:r>
          </a:p>
        </p:txBody>
      </p:sp>
      <p:sp>
        <p:nvSpPr>
          <p:cNvPr id="32" name="Freeform 31">
            <a:extLst>
              <a:ext uri="{FF2B5EF4-FFF2-40B4-BE49-F238E27FC236}">
                <a16:creationId xmlns:a16="http://schemas.microsoft.com/office/drawing/2014/main" id="{03C1C5D1-536D-AD42-ADF1-44F2EFD99432}"/>
              </a:ext>
            </a:extLst>
          </p:cNvPr>
          <p:cNvSpPr/>
          <p:nvPr userDrawn="1"/>
        </p:nvSpPr>
        <p:spPr>
          <a:xfrm>
            <a:off x="-8350" y="370770"/>
            <a:ext cx="7265465" cy="5651967"/>
          </a:xfrm>
          <a:custGeom>
            <a:avLst/>
            <a:gdLst>
              <a:gd name="connsiteX0" fmla="*/ 0 w 5688957"/>
              <a:gd name="connsiteY0" fmla="*/ 0 h 4662873"/>
              <a:gd name="connsiteX1" fmla="*/ 3357521 w 5688957"/>
              <a:gd name="connsiteY1" fmla="*/ 0 h 4662873"/>
              <a:gd name="connsiteX2" fmla="*/ 5688957 w 5688957"/>
              <a:gd name="connsiteY2" fmla="*/ 2331438 h 4662873"/>
              <a:gd name="connsiteX3" fmla="*/ 5688950 w 5688957"/>
              <a:gd name="connsiteY3" fmla="*/ 2331438 h 4662873"/>
              <a:gd name="connsiteX4" fmla="*/ 3357514 w 5688957"/>
              <a:gd name="connsiteY4" fmla="*/ 4662873 h 4662873"/>
              <a:gd name="connsiteX5" fmla="*/ 0 w 5688957"/>
              <a:gd name="connsiteY5" fmla="*/ 4662871 h 4662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88957" h="4662873">
                <a:moveTo>
                  <a:pt x="0" y="0"/>
                </a:moveTo>
                <a:lnTo>
                  <a:pt x="3357521" y="0"/>
                </a:lnTo>
                <a:cubicBezTo>
                  <a:pt x="4645135" y="0"/>
                  <a:pt x="5688957" y="1043822"/>
                  <a:pt x="5688957" y="2331438"/>
                </a:cubicBezTo>
                <a:lnTo>
                  <a:pt x="5688950" y="2331438"/>
                </a:lnTo>
                <a:cubicBezTo>
                  <a:pt x="5688950" y="3619051"/>
                  <a:pt x="4645128" y="4662873"/>
                  <a:pt x="3357514" y="4662873"/>
                </a:cubicBezTo>
                <a:lnTo>
                  <a:pt x="0" y="4662871"/>
                </a:lnTo>
                <a:close/>
              </a:path>
            </a:pathLst>
          </a:cu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Text Placeholder 4">
            <a:extLst>
              <a:ext uri="{FF2B5EF4-FFF2-40B4-BE49-F238E27FC236}">
                <a16:creationId xmlns:a16="http://schemas.microsoft.com/office/drawing/2014/main" id="{2E9C3374-2761-FA4E-8E97-DB8C2B7D86F8}"/>
              </a:ext>
            </a:extLst>
          </p:cNvPr>
          <p:cNvSpPr>
            <a:spLocks noGrp="1"/>
          </p:cNvSpPr>
          <p:nvPr>
            <p:ph type="body" sz="quarter" idx="16"/>
          </p:nvPr>
        </p:nvSpPr>
        <p:spPr>
          <a:xfrm>
            <a:off x="717046" y="1543699"/>
            <a:ext cx="4518121" cy="3090333"/>
          </a:xfrm>
        </p:spPr>
        <p:txBody>
          <a:bodyPr anchor="ctr">
            <a:normAutofit/>
          </a:bodyPr>
          <a:lstStyle>
            <a:lvl1pPr>
              <a:defRPr sz="3733" b="1">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
        <p:nvSpPr>
          <p:cNvPr id="2" name="Slide Number Placeholder 1">
            <a:extLst>
              <a:ext uri="{FF2B5EF4-FFF2-40B4-BE49-F238E27FC236}">
                <a16:creationId xmlns:a16="http://schemas.microsoft.com/office/drawing/2014/main" id="{6B5FCE06-47E5-7F4F-A101-9C9BF7B1C09B}"/>
              </a:ext>
            </a:extLst>
          </p:cNvPr>
          <p:cNvSpPr>
            <a:spLocks noGrp="1"/>
          </p:cNvSpPr>
          <p:nvPr>
            <p:ph type="sldNum" sz="quarter" idx="17"/>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054838905"/>
      </p:ext>
    </p:extLst>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type="secHead" preserve="1">
  <p:cSld name="Divider Slide">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00E93B47-1235-C54B-81D2-D02E94505843}"/>
              </a:ext>
            </a:extLst>
          </p:cNvPr>
          <p:cNvSpPr/>
          <p:nvPr userDrawn="1"/>
        </p:nvSpPr>
        <p:spPr>
          <a:xfrm>
            <a:off x="2836647" y="5641959"/>
            <a:ext cx="909295" cy="90929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Rectangle 9">
            <a:extLst>
              <a:ext uri="{FF2B5EF4-FFF2-40B4-BE49-F238E27FC236}">
                <a16:creationId xmlns:a16="http://schemas.microsoft.com/office/drawing/2014/main" id="{C03DB85C-E318-4432-80E3-72F32C67905D}"/>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 name="Graphic 12">
            <a:extLst>
              <a:ext uri="{FF2B5EF4-FFF2-40B4-BE49-F238E27FC236}">
                <a16:creationId xmlns:a16="http://schemas.microsoft.com/office/drawing/2014/main" id="{19809693-F2E3-42A1-87E3-A2739FFDAD82}"/>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 name="Title 1"/>
          <p:cNvSpPr>
            <a:spLocks noGrp="1"/>
          </p:cNvSpPr>
          <p:nvPr>
            <p:ph type="title"/>
          </p:nvPr>
        </p:nvSpPr>
        <p:spPr>
          <a:xfrm>
            <a:off x="460464" y="2897304"/>
            <a:ext cx="10515600" cy="985648"/>
          </a:xfrm>
          <a:prstGeom prst="rect">
            <a:avLst/>
          </a:prstGeom>
        </p:spPr>
        <p:txBody>
          <a:bodyPr lIns="0" tIns="0" rIns="0" bIns="0" anchor="b">
            <a:normAutofit/>
          </a:bodyPr>
          <a:lstStyle>
            <a:lvl1pPr>
              <a:defRPr sz="3733"/>
            </a:lvl1pPr>
          </a:lstStyle>
          <a:p>
            <a:endParaRPr lang="en-US"/>
          </a:p>
        </p:txBody>
      </p:sp>
      <p:sp>
        <p:nvSpPr>
          <p:cNvPr id="3" name="Text Placeholder 2"/>
          <p:cNvSpPr>
            <a:spLocks noGrp="1"/>
          </p:cNvSpPr>
          <p:nvPr>
            <p:ph type="body" idx="1"/>
          </p:nvPr>
        </p:nvSpPr>
        <p:spPr>
          <a:xfrm>
            <a:off x="457200" y="4025416"/>
            <a:ext cx="10538293" cy="684208"/>
          </a:xfrm>
          <a:prstGeom prst="rect">
            <a:avLst/>
          </a:prstGeom>
        </p:spPr>
        <p:txBody>
          <a:bodyPr lIns="0" tIns="0" rIns="0" bIns="0"/>
          <a:lstStyle>
            <a:lvl1pPr marL="0" indent="0">
              <a:buNone/>
              <a:defRPr sz="2667">
                <a:solidFill>
                  <a:schemeClr val="accent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endParaRPr lang="en-US"/>
          </a:p>
        </p:txBody>
      </p:sp>
      <p:sp>
        <p:nvSpPr>
          <p:cNvPr id="6" name="Slide Number Placeholder 5"/>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2" name="Freeform 21">
            <a:extLst>
              <a:ext uri="{FF2B5EF4-FFF2-40B4-BE49-F238E27FC236}">
                <a16:creationId xmlns:a16="http://schemas.microsoft.com/office/drawing/2014/main" id="{74AFD015-0D1F-3547-8CF1-90942E7ACF2E}"/>
              </a:ext>
            </a:extLst>
          </p:cNvPr>
          <p:cNvSpPr/>
          <p:nvPr userDrawn="1"/>
        </p:nvSpPr>
        <p:spPr>
          <a:xfrm>
            <a:off x="10342177"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Freeform 20">
            <a:extLst>
              <a:ext uri="{FF2B5EF4-FFF2-40B4-BE49-F238E27FC236}">
                <a16:creationId xmlns:a16="http://schemas.microsoft.com/office/drawing/2014/main" id="{B74D8618-1342-4C42-94BD-C150DF3C1928}"/>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9347670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2_Divider Slide_Imag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AF5E5E-6EA4-4A43-983D-0C48CA9B0753}"/>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4" name="Graphic 12">
            <a:extLst>
              <a:ext uri="{FF2B5EF4-FFF2-40B4-BE49-F238E27FC236}">
                <a16:creationId xmlns:a16="http://schemas.microsoft.com/office/drawing/2014/main" id="{B0DFB78E-CD69-4F4C-AE45-6F40FCF86C6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 name="Subtitle 2"/>
          <p:cNvSpPr>
            <a:spLocks noGrp="1"/>
          </p:cNvSpPr>
          <p:nvPr>
            <p:ph type="subTitle" idx="1"/>
          </p:nvPr>
        </p:nvSpPr>
        <p:spPr>
          <a:xfrm>
            <a:off x="457201" y="4818843"/>
            <a:ext cx="9160412" cy="641701"/>
          </a:xfrm>
          <a:prstGeom prst="rect">
            <a:avLst/>
          </a:prstGeom>
        </p:spPr>
        <p:txBody>
          <a:bodyPr lIns="0" tIns="0" rIns="0" bIns="0"/>
          <a:lstStyle>
            <a:lvl1pPr marL="0" indent="0" algn="l">
              <a:buNone/>
              <a:defRPr sz="2400" b="0">
                <a:solidFill>
                  <a:schemeClr val="accent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19" name="Oval 18">
            <a:extLst>
              <a:ext uri="{FF2B5EF4-FFF2-40B4-BE49-F238E27FC236}">
                <a16:creationId xmlns:a16="http://schemas.microsoft.com/office/drawing/2014/main" id="{75CB116E-FCFF-B84C-8DDA-6401B7A0A3B9}"/>
              </a:ext>
            </a:extLst>
          </p:cNvPr>
          <p:cNvSpPr/>
          <p:nvPr userDrawn="1"/>
        </p:nvSpPr>
        <p:spPr>
          <a:xfrm>
            <a:off x="10342181" y="4709625"/>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5" name="Freeform 24">
            <a:extLst>
              <a:ext uri="{FF2B5EF4-FFF2-40B4-BE49-F238E27FC236}">
                <a16:creationId xmlns:a16="http://schemas.microsoft.com/office/drawing/2014/main" id="{4B394081-5EE4-324E-B115-5061B4B6B09C}"/>
              </a:ext>
            </a:extLst>
          </p:cNvPr>
          <p:cNvSpPr/>
          <p:nvPr userDrawn="1"/>
        </p:nvSpPr>
        <p:spPr>
          <a:xfrm>
            <a:off x="2837792"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21" name="Rounded Rectangle 20">
            <a:extLst>
              <a:ext uri="{FF2B5EF4-FFF2-40B4-BE49-F238E27FC236}">
                <a16:creationId xmlns:a16="http://schemas.microsoft.com/office/drawing/2014/main" id="{827D105A-509D-A74A-9A2E-5C0427623FA6}"/>
              </a:ext>
            </a:extLst>
          </p:cNvPr>
          <p:cNvSpPr/>
          <p:nvPr userDrawn="1"/>
        </p:nvSpPr>
        <p:spPr>
          <a:xfrm>
            <a:off x="436179" y="1894702"/>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456936" y="3368273"/>
            <a:ext cx="9144000" cy="1354081"/>
          </a:xfrm>
          <a:prstGeom prst="rect">
            <a:avLst/>
          </a:prstGeom>
        </p:spPr>
        <p:txBody>
          <a:bodyPr lIns="0" tIns="0" rIns="0" bIns="0" anchor="b"/>
          <a:lstStyle>
            <a:lvl1pPr algn="l">
              <a:defRPr sz="4267"/>
            </a:lvl1pPr>
          </a:lstStyle>
          <a:p>
            <a:r>
              <a:rPr lang="en-US"/>
              <a:t>Click to edit Master title style</a:t>
            </a:r>
          </a:p>
        </p:txBody>
      </p:sp>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4876800" y="1"/>
            <a:ext cx="7315200" cy="3272359"/>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2" name="Slide Number Placeholder 1">
            <a:extLst>
              <a:ext uri="{FF2B5EF4-FFF2-40B4-BE49-F238E27FC236}">
                <a16:creationId xmlns:a16="http://schemas.microsoft.com/office/drawing/2014/main" id="{80F8139F-D3FB-6848-B5A2-E54BDCB7E90D}"/>
              </a:ext>
            </a:extLst>
          </p:cNvPr>
          <p:cNvSpPr>
            <a:spLocks noGrp="1"/>
          </p:cNvSpPr>
          <p:nvPr>
            <p:ph type="sldNum" sz="quarter" idx="11"/>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64277586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1_Divider Slide - Full Photo">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B8821F7-D5AA-584A-B8D6-4FD8CACCB38E}"/>
              </a:ext>
            </a:extLst>
          </p:cNvPr>
          <p:cNvSpPr>
            <a:spLocks noGrp="1"/>
          </p:cNvSpPr>
          <p:nvPr>
            <p:ph type="pic" sz="quarter" idx="10"/>
          </p:nvPr>
        </p:nvSpPr>
        <p:spPr>
          <a:xfrm rot="10800000" flipV="1">
            <a:off x="0" y="0"/>
            <a:ext cx="12192000" cy="6292464"/>
          </a:xfrm>
          <a:prstGeom prst="rect">
            <a:avLst/>
          </a:pr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10" name="Rectangle 9">
            <a:extLst>
              <a:ext uri="{FF2B5EF4-FFF2-40B4-BE49-F238E27FC236}">
                <a16:creationId xmlns:a16="http://schemas.microsoft.com/office/drawing/2014/main" id="{74B4345B-A524-488C-A063-AB52E74E7720}"/>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3" name="Graphic 12">
            <a:extLst>
              <a:ext uri="{FF2B5EF4-FFF2-40B4-BE49-F238E27FC236}">
                <a16:creationId xmlns:a16="http://schemas.microsoft.com/office/drawing/2014/main" id="{00BDBE5C-FAEC-4355-B53C-CB04DD0C3F3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11" name="Content Placeholder 9">
            <a:extLst>
              <a:ext uri="{FF2B5EF4-FFF2-40B4-BE49-F238E27FC236}">
                <a16:creationId xmlns:a16="http://schemas.microsoft.com/office/drawing/2014/main" id="{20A3A4E7-56B1-0B44-98D4-AC2327493BF0}"/>
              </a:ext>
            </a:extLst>
          </p:cNvPr>
          <p:cNvSpPr>
            <a:spLocks noGrp="1"/>
          </p:cNvSpPr>
          <p:nvPr>
            <p:ph sz="quarter" idx="14" hasCustomPrompt="1"/>
          </p:nvPr>
        </p:nvSpPr>
        <p:spPr>
          <a:xfrm>
            <a:off x="587881" y="2070570"/>
            <a:ext cx="3411097" cy="3323383"/>
          </a:xfrm>
          <a:prstGeom prst="ellipse">
            <a:avLst/>
          </a:prstGeom>
          <a:solidFill>
            <a:schemeClr val="accent1"/>
          </a:solidFill>
        </p:spPr>
        <p:txBody>
          <a:bodyPr tIns="0" anchor="ctr">
            <a:normAutofit/>
          </a:bodyPr>
          <a:lstStyle>
            <a:lvl1pPr marL="0" indent="0" algn="ctr">
              <a:buNone/>
              <a:defRPr sz="1867" b="1">
                <a:noFill/>
              </a:defRPr>
            </a:lvl1pPr>
            <a:lvl2pPr algn="ctr">
              <a:defRPr/>
            </a:lvl2pPr>
            <a:lvl3pPr algn="ctr">
              <a:defRPr/>
            </a:lvl3pPr>
            <a:lvl4pPr algn="ctr">
              <a:defRPr/>
            </a:lvl4pPr>
            <a:lvl5pPr marL="1151438" indent="0" algn="ctr">
              <a:buNone/>
              <a:defRPr/>
            </a:lvl5pPr>
          </a:lstStyle>
          <a:p>
            <a:pPr lvl="0"/>
            <a:r>
              <a:rPr lang="en-US"/>
              <a:t> </a:t>
            </a:r>
          </a:p>
        </p:txBody>
      </p:sp>
      <p:sp>
        <p:nvSpPr>
          <p:cNvPr id="3" name="Subtitle 2"/>
          <p:cNvSpPr>
            <a:spLocks noGrp="1"/>
          </p:cNvSpPr>
          <p:nvPr>
            <p:ph type="subTitle" idx="1"/>
          </p:nvPr>
        </p:nvSpPr>
        <p:spPr>
          <a:xfrm>
            <a:off x="1430807" y="4230109"/>
            <a:ext cx="2060139" cy="474891"/>
          </a:xfrm>
          <a:prstGeom prst="rect">
            <a:avLst/>
          </a:prstGeom>
        </p:spPr>
        <p:txBody>
          <a:bodyPr lIns="0" tIns="0" rIns="0" bIns="0">
            <a:noAutofit/>
          </a:bodyPr>
          <a:lstStyle>
            <a:lvl1pPr marL="0" indent="0" algn="l">
              <a:buNone/>
              <a:defRPr sz="1333" b="1">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37" name="Title 1">
            <a:extLst>
              <a:ext uri="{FF2B5EF4-FFF2-40B4-BE49-F238E27FC236}">
                <a16:creationId xmlns:a16="http://schemas.microsoft.com/office/drawing/2014/main" id="{20E3BCA6-1B33-1D4B-B19F-C16316226386}"/>
              </a:ext>
            </a:extLst>
          </p:cNvPr>
          <p:cNvSpPr>
            <a:spLocks noGrp="1"/>
          </p:cNvSpPr>
          <p:nvPr>
            <p:ph type="ctrTitle"/>
          </p:nvPr>
        </p:nvSpPr>
        <p:spPr>
          <a:xfrm>
            <a:off x="1430541" y="2957880"/>
            <a:ext cx="4849175" cy="1190949"/>
          </a:xfrm>
          <a:prstGeom prst="rect">
            <a:avLst/>
          </a:prstGeom>
        </p:spPr>
        <p:txBody>
          <a:bodyPr lIns="0" tIns="0" rIns="0" bIns="0" anchor="b">
            <a:noAutofit/>
          </a:bodyPr>
          <a:lstStyle>
            <a:lvl1pPr algn="l">
              <a:defRPr sz="4267">
                <a:solidFill>
                  <a:schemeClr val="bg1"/>
                </a:solidFill>
              </a:defRPr>
            </a:lvl1pPr>
          </a:lstStyle>
          <a:p>
            <a:r>
              <a:rPr lang="en-US"/>
              <a:t>Click to edit Master title style</a:t>
            </a:r>
          </a:p>
        </p:txBody>
      </p:sp>
      <p:sp>
        <p:nvSpPr>
          <p:cNvPr id="2" name="Slide Number Placeholder 1">
            <a:extLst>
              <a:ext uri="{FF2B5EF4-FFF2-40B4-BE49-F238E27FC236}">
                <a16:creationId xmlns:a16="http://schemas.microsoft.com/office/drawing/2014/main" id="{BEDB81BC-F9B1-D74F-B19E-0D8326A820AA}"/>
              </a:ext>
            </a:extLst>
          </p:cNvPr>
          <p:cNvSpPr>
            <a:spLocks noGrp="1"/>
          </p:cNvSpPr>
          <p:nvPr>
            <p:ph type="sldNum" sz="quarter" idx="15"/>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775833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sz="2133">
                <a:latin typeface="Montserrat" pitchFamily="2" charset="77"/>
              </a:defRPr>
            </a:lvl1pPr>
            <a:lvl2pPr marL="609585" marR="0" indent="-243834" algn="l" defTabSz="914377" rtl="0" eaLnBrk="1" fontAlgn="auto" latinLnBrk="0" hangingPunct="1">
              <a:lnSpc>
                <a:spcPct val="100000"/>
              </a:lnSpc>
              <a:spcBef>
                <a:spcPts val="500"/>
              </a:spcBef>
              <a:spcAft>
                <a:spcPts val="0"/>
              </a:spcAft>
              <a:buClr>
                <a:srgbClr val="E20177"/>
              </a:buClr>
              <a:buSzPct val="120000"/>
              <a:buFont typeface="Arial" panose="020B0604020202020204" pitchFamily="34" charset="0"/>
              <a:buChar char="•"/>
              <a:tabLst/>
              <a:defRPr sz="1867">
                <a:latin typeface="Montserrat" pitchFamily="2" charset="77"/>
              </a:defRPr>
            </a:lvl2pPr>
            <a:lvl3pPr marL="853419" marR="0" indent="-243834" algn="l" defTabSz="914377" rtl="0" eaLnBrk="1" fontAlgn="auto" latinLnBrk="0" hangingPunct="1">
              <a:lnSpc>
                <a:spcPct val="100000"/>
              </a:lnSpc>
              <a:spcBef>
                <a:spcPts val="500"/>
              </a:spcBef>
              <a:spcAft>
                <a:spcPts val="0"/>
              </a:spcAft>
              <a:buClr>
                <a:srgbClr val="E20177"/>
              </a:buClr>
              <a:buSzPct val="100000"/>
              <a:buFont typeface="Courier New" panose="02070309020205020404" pitchFamily="49" charset="0"/>
              <a:buChar char="o"/>
              <a:tabLst/>
              <a:defRPr sz="1867">
                <a:latin typeface="Montserrat" pitchFamily="2" charset="77"/>
              </a:defRPr>
            </a:lvl3pPr>
            <a:lvl4pPr marL="1219170" marR="0" indent="-243834" algn="l" defTabSz="914377" rtl="0" eaLnBrk="1" fontAlgn="auto" latinLnBrk="0" hangingPunct="1">
              <a:lnSpc>
                <a:spcPct val="100000"/>
              </a:lnSpc>
              <a:spcBef>
                <a:spcPts val="500"/>
              </a:spcBef>
              <a:spcAft>
                <a:spcPts val="0"/>
              </a:spcAft>
              <a:buClr>
                <a:srgbClr val="171717"/>
              </a:buClr>
              <a:buSzPct val="100000"/>
              <a:buFont typeface="Arial" panose="020B0604020202020204" pitchFamily="34" charset="0"/>
              <a:buChar char="•"/>
              <a:tabLst/>
              <a:defRPr sz="1867">
                <a:latin typeface="Montserrat" pitchFamily="2" charset="77"/>
              </a:defRPr>
            </a:lvl4pPr>
            <a:lvl5pPr marL="0" marR="0" indent="0" algn="l" defTabSz="914377" rtl="0" eaLnBrk="1" fontAlgn="auto" latinLnBrk="0" hangingPunct="1">
              <a:lnSpc>
                <a:spcPct val="100000"/>
              </a:lnSpc>
              <a:spcBef>
                <a:spcPts val="500"/>
              </a:spcBef>
              <a:spcAft>
                <a:spcPts val="200"/>
              </a:spcAft>
              <a:buClr>
                <a:srgbClr val="E20177"/>
              </a:buClr>
              <a:buSzTx/>
              <a:buFont typeface="Arial" panose="020B0604020202020204" pitchFamily="34" charset="0"/>
              <a:buNone/>
              <a:tabLst/>
              <a:defRPr sz="1867">
                <a:latin typeface="Montserrat" pitchFamily="2" charset="77"/>
              </a:defRPr>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27243476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Confidential—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BDDDF61E-FD84-D34B-9DB5-46D76844A80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6" name="Picture Placeholder 14">
            <a:extLst>
              <a:ext uri="{FF2B5EF4-FFF2-40B4-BE49-F238E27FC236}">
                <a16:creationId xmlns:a16="http://schemas.microsoft.com/office/drawing/2014/main" id="{58E796D9-DAF5-D74D-8402-673E835AE59B}"/>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05104656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Proprietary—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0935410A-4452-764D-8477-13AF6ADB360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3DB5542F-9D9E-F141-A555-16DFFDE653E4}"/>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48512227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Sensitive—Title and Content w/Picture footer">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6E90D1E2-3FBB-1041-A715-785BFD621F5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Picture Placeholder 14">
            <a:extLst>
              <a:ext uri="{FF2B5EF4-FFF2-40B4-BE49-F238E27FC236}">
                <a16:creationId xmlns:a16="http://schemas.microsoft.com/office/drawing/2014/main" id="{D959CE95-45F1-114D-AF89-17853692DC90}"/>
              </a:ext>
            </a:extLst>
          </p:cNvPr>
          <p:cNvSpPr>
            <a:spLocks noGrp="1"/>
          </p:cNvSpPr>
          <p:nvPr>
            <p:ph type="pic" sz="quarter" idx="13" hasCustomPrompt="1"/>
          </p:nvPr>
        </p:nvSpPr>
        <p:spPr>
          <a:xfrm>
            <a:off x="7147036" y="1576553"/>
            <a:ext cx="4542641" cy="4351283"/>
          </a:xfrm>
          <a:prstGeom prst="ellipse">
            <a:avLst/>
          </a:prstGeom>
          <a:solidFill>
            <a:schemeClr val="bg2"/>
          </a:solidFill>
        </p:spPr>
        <p:txBody>
          <a:bodyPr tIns="731520">
            <a:normAutofit/>
          </a:bodyPr>
          <a:lstStyle>
            <a:lvl1pPr marL="0" indent="0" algn="ctr">
              <a:buNone/>
              <a:defRPr sz="1867"/>
            </a:lvl1pPr>
          </a:lstStyle>
          <a:p>
            <a:r>
              <a:rPr lang="en-US"/>
              <a:t>Click icon to add photo</a:t>
            </a:r>
          </a:p>
        </p:txBody>
      </p:sp>
    </p:spTree>
    <p:extLst>
      <p:ext uri="{BB962C8B-B14F-4D97-AF65-F5344CB8AC3E}">
        <p14:creationId xmlns:p14="http://schemas.microsoft.com/office/powerpoint/2010/main" val="3531102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Confidential—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a:noFill/>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a:noFill/>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9E242888-0328-0E4A-98EE-9774852A1A73}"/>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104139433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Proprietary—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BF67232A-40F8-1A47-9CDC-7290008F23C1}"/>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3406301086"/>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Sensitiv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11243259"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6" name="Slide Number Placeholder 5">
            <a:extLst>
              <a:ext uri="{FF2B5EF4-FFF2-40B4-BE49-F238E27FC236}">
                <a16:creationId xmlns:a16="http://schemas.microsoft.com/office/drawing/2014/main" id="{695A276D-B054-0E40-A662-596DD871F97C}"/>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7" name="Oval 26">
            <a:extLst>
              <a:ext uri="{FF2B5EF4-FFF2-40B4-BE49-F238E27FC236}">
                <a16:creationId xmlns:a16="http://schemas.microsoft.com/office/drawing/2014/main" id="{FF4DD12C-CFDB-804A-A675-45DF5731EB30}"/>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8" name="Freeform 27">
            <a:extLst>
              <a:ext uri="{FF2B5EF4-FFF2-40B4-BE49-F238E27FC236}">
                <a16:creationId xmlns:a16="http://schemas.microsoft.com/office/drawing/2014/main" id="{9B5E5E75-A19A-E040-B15A-7EE942510BE0}"/>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0263CF2F-B018-3343-B44E-89447650A7B9}"/>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289070404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Bio Template">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15" name="Picture Placeholder 14">
            <a:extLst>
              <a:ext uri="{FF2B5EF4-FFF2-40B4-BE49-F238E27FC236}">
                <a16:creationId xmlns:a16="http://schemas.microsoft.com/office/drawing/2014/main" id="{C6CAC789-545E-DA4E-82BE-AB562EC6E740}"/>
              </a:ext>
            </a:extLst>
          </p:cNvPr>
          <p:cNvSpPr>
            <a:spLocks noGrp="1"/>
          </p:cNvSpPr>
          <p:nvPr>
            <p:ph type="pic" sz="quarter" idx="13" hasCustomPrompt="1"/>
          </p:nvPr>
        </p:nvSpPr>
        <p:spPr>
          <a:xfrm>
            <a:off x="7833486" y="1578866"/>
            <a:ext cx="4130463" cy="4130463"/>
          </a:xfrm>
          <a:prstGeom prst="ellipse">
            <a:avLst/>
          </a:prstGeom>
          <a:solidFill>
            <a:schemeClr val="bg2"/>
          </a:solidFill>
        </p:spPr>
        <p:txBody>
          <a:bodyPr tIns="640080">
            <a:normAutofit/>
          </a:bodyPr>
          <a:lstStyle>
            <a:lvl1pPr marL="0" indent="0" algn="ctr">
              <a:buNone/>
              <a:defRPr sz="1867"/>
            </a:lvl1pPr>
          </a:lstStyle>
          <a:p>
            <a:r>
              <a:rPr lang="en-US"/>
              <a:t>Click icon to add photo</a:t>
            </a:r>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7" name="Text Placeholder 6">
            <a:extLst>
              <a:ext uri="{FF2B5EF4-FFF2-40B4-BE49-F238E27FC236}">
                <a16:creationId xmlns:a16="http://schemas.microsoft.com/office/drawing/2014/main" id="{42AB9BBF-A7FA-394D-A2E2-93323B4F3A38}"/>
              </a:ext>
            </a:extLst>
          </p:cNvPr>
          <p:cNvSpPr>
            <a:spLocks noGrp="1"/>
          </p:cNvSpPr>
          <p:nvPr>
            <p:ph type="body" sz="quarter" idx="14"/>
          </p:nvPr>
        </p:nvSpPr>
        <p:spPr>
          <a:xfrm>
            <a:off x="457200" y="1031611"/>
            <a:ext cx="10396483" cy="407436"/>
          </a:xfrm>
          <a:prstGeom prst="rect">
            <a:avLst/>
          </a:prstGeom>
        </p:spPr>
        <p:txBody>
          <a:bodyPr lIns="0" tIns="0" rIns="0" bIns="0">
            <a:noAutofit/>
          </a:bodyPr>
          <a:lstStyle>
            <a:lvl1pPr>
              <a:buNone/>
              <a:defRPr sz="1867" b="1">
                <a:solidFill>
                  <a:schemeClr val="accent1"/>
                </a:solidFill>
              </a:defRPr>
            </a:lvl1pPr>
            <a:lvl2pPr>
              <a:buNone/>
              <a:defRPr/>
            </a:lvl2pPr>
            <a:lvl3pPr>
              <a:buNone/>
              <a:defRPr/>
            </a:lvl3pPr>
            <a:lvl4pPr>
              <a:buNone/>
              <a:defRPr/>
            </a:lvl4pPr>
            <a:lvl5pPr>
              <a:buNone/>
              <a:defRPr/>
            </a:lvl5pPr>
          </a:lstStyle>
          <a:p>
            <a:pPr lvl="0"/>
            <a:endParaRPr lang="en-US"/>
          </a:p>
        </p:txBody>
      </p:sp>
      <p:sp>
        <p:nvSpPr>
          <p:cNvPr id="13" name="Content Placeholder 2">
            <a:extLst>
              <a:ext uri="{FF2B5EF4-FFF2-40B4-BE49-F238E27FC236}">
                <a16:creationId xmlns:a16="http://schemas.microsoft.com/office/drawing/2014/main" id="{10427BEF-5B47-724A-9C16-0A84E9E3CE09}"/>
              </a:ext>
            </a:extLst>
          </p:cNvPr>
          <p:cNvSpPr>
            <a:spLocks noGrp="1"/>
          </p:cNvSpPr>
          <p:nvPr>
            <p:ph idx="15" hasCustomPrompt="1"/>
          </p:nvPr>
        </p:nvSpPr>
        <p:spPr>
          <a:xfrm>
            <a:off x="457200" y="1576552"/>
            <a:ext cx="7141027"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14" name="Slide Number Placeholder 5">
            <a:extLst>
              <a:ext uri="{FF2B5EF4-FFF2-40B4-BE49-F238E27FC236}">
                <a16:creationId xmlns:a16="http://schemas.microsoft.com/office/drawing/2014/main" id="{C8A6CFA9-BBCE-4882-8617-533B5B4809FE}"/>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988386853"/>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5" name="Slide Number Placeholder 5">
            <a:extLst>
              <a:ext uri="{FF2B5EF4-FFF2-40B4-BE49-F238E27FC236}">
                <a16:creationId xmlns:a16="http://schemas.microsoft.com/office/drawing/2014/main" id="{158CE639-514C-2A4F-986C-11AB4BAB7D0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Tree>
    <p:extLst>
      <p:ext uri="{BB962C8B-B14F-4D97-AF65-F5344CB8AC3E}">
        <p14:creationId xmlns:p14="http://schemas.microsoft.com/office/powerpoint/2010/main" val="424348685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Blank w/footer">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84282AEE-1FD5-402C-88B0-E25AE9E6C74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407554717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showMasterSp="0" preserve="1" userDrawn="1">
  <p:cSld name="5_Blank w/foot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1554E-EAE4-4B4F-BD0C-EE22B6F11A1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2EA73D7A-E2A4-4A3A-85B0-9E9498CAF8E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6" name="Slide Number Placeholder 5">
            <a:extLst>
              <a:ext uri="{FF2B5EF4-FFF2-40B4-BE49-F238E27FC236}">
                <a16:creationId xmlns:a16="http://schemas.microsoft.com/office/drawing/2014/main" id="{1D14F37A-76DE-4025-85E4-675016AEFF62}"/>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94552655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8" name="Text Placeholder 70">
            <a:extLst>
              <a:ext uri="{FF2B5EF4-FFF2-40B4-BE49-F238E27FC236}">
                <a16:creationId xmlns:a16="http://schemas.microsoft.com/office/drawing/2014/main" id="{AE067FBA-294B-D849-BC89-744E5234FFE1}"/>
              </a:ext>
            </a:extLst>
          </p:cNvPr>
          <p:cNvSpPr>
            <a:spLocks noGrp="1"/>
          </p:cNvSpPr>
          <p:nvPr>
            <p:ph type="body" sz="quarter" idx="19" hasCustomPrompt="1"/>
          </p:nvPr>
        </p:nvSpPr>
        <p:spPr>
          <a:xfrm>
            <a:off x="9386152" y="49508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26" name="Oval 25">
            <a:extLst>
              <a:ext uri="{FF2B5EF4-FFF2-40B4-BE49-F238E27FC236}">
                <a16:creationId xmlns:a16="http://schemas.microsoft.com/office/drawing/2014/main" id="{4A0EEAD3-5327-AA4E-8829-661E2638DF2F}"/>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7" name="Freeform 26">
            <a:extLst>
              <a:ext uri="{FF2B5EF4-FFF2-40B4-BE49-F238E27FC236}">
                <a16:creationId xmlns:a16="http://schemas.microsoft.com/office/drawing/2014/main" id="{658CC07A-450B-3844-A1D7-5AC272D99489}"/>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9" name="Freeform 8">
            <a:extLst>
              <a:ext uri="{FF2B5EF4-FFF2-40B4-BE49-F238E27FC236}">
                <a16:creationId xmlns:a16="http://schemas.microsoft.com/office/drawing/2014/main" id="{5CC28A6F-B179-B644-B0A5-418F10E7689D}"/>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48" name="TextBox 47">
            <a:extLst>
              <a:ext uri="{FF2B5EF4-FFF2-40B4-BE49-F238E27FC236}">
                <a16:creationId xmlns:a16="http://schemas.microsoft.com/office/drawing/2014/main" id="{B5E443A4-60AC-C04E-BE44-345D6D5A23F9}"/>
              </a:ext>
            </a:extLst>
          </p:cNvPr>
          <p:cNvSpPr txBox="1"/>
          <p:nvPr userDrawn="1"/>
        </p:nvSpPr>
        <p:spPr>
          <a:xfrm>
            <a:off x="2931199" y="2239734"/>
            <a:ext cx="881336" cy="545017"/>
          </a:xfrm>
          <a:prstGeom prst="rect">
            <a:avLst/>
          </a:prstGeom>
          <a:noFill/>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71" name="Text Placeholder 70">
            <a:extLst>
              <a:ext uri="{FF2B5EF4-FFF2-40B4-BE49-F238E27FC236}">
                <a16:creationId xmlns:a16="http://schemas.microsoft.com/office/drawing/2014/main" id="{092A9FE5-AC61-9C4F-9115-8820A7F6F322}"/>
              </a:ext>
            </a:extLst>
          </p:cNvPr>
          <p:cNvSpPr>
            <a:spLocks noGrp="1"/>
          </p:cNvSpPr>
          <p:nvPr>
            <p:ph type="body" sz="quarter" idx="13" hasCustomPrompt="1"/>
          </p:nvPr>
        </p:nvSpPr>
        <p:spPr>
          <a:xfrm>
            <a:off x="647504" y="1208667"/>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2" name="Text Placeholder 70">
            <a:extLst>
              <a:ext uri="{FF2B5EF4-FFF2-40B4-BE49-F238E27FC236}">
                <a16:creationId xmlns:a16="http://schemas.microsoft.com/office/drawing/2014/main" id="{88F3E9C3-1356-0F46-8E31-5920A6ED2A3B}"/>
              </a:ext>
            </a:extLst>
          </p:cNvPr>
          <p:cNvSpPr>
            <a:spLocks noGrp="1"/>
          </p:cNvSpPr>
          <p:nvPr>
            <p:ph type="body" sz="quarter" idx="14" hasCustomPrompt="1"/>
          </p:nvPr>
        </p:nvSpPr>
        <p:spPr>
          <a:xfrm>
            <a:off x="4986928" y="1414860"/>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3" name="Text Placeholder 70">
            <a:extLst>
              <a:ext uri="{FF2B5EF4-FFF2-40B4-BE49-F238E27FC236}">
                <a16:creationId xmlns:a16="http://schemas.microsoft.com/office/drawing/2014/main" id="{45FA2D97-99A3-9848-B80E-50776252DE48}"/>
              </a:ext>
            </a:extLst>
          </p:cNvPr>
          <p:cNvSpPr>
            <a:spLocks noGrp="1"/>
          </p:cNvSpPr>
          <p:nvPr>
            <p:ph type="body" sz="quarter" idx="15" hasCustomPrompt="1"/>
          </p:nvPr>
        </p:nvSpPr>
        <p:spPr>
          <a:xfrm>
            <a:off x="8112521" y="1466982"/>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4" name="Text Placeholder 70">
            <a:extLst>
              <a:ext uri="{FF2B5EF4-FFF2-40B4-BE49-F238E27FC236}">
                <a16:creationId xmlns:a16="http://schemas.microsoft.com/office/drawing/2014/main" id="{FD4E0504-7DED-1845-BEBD-63B64826B6C8}"/>
              </a:ext>
            </a:extLst>
          </p:cNvPr>
          <p:cNvSpPr>
            <a:spLocks noGrp="1"/>
          </p:cNvSpPr>
          <p:nvPr>
            <p:ph type="body" sz="quarter" idx="16" hasCustomPrompt="1"/>
          </p:nvPr>
        </p:nvSpPr>
        <p:spPr>
          <a:xfrm>
            <a:off x="117920" y="4935463"/>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6" name="Text Placeholder 70">
            <a:extLst>
              <a:ext uri="{FF2B5EF4-FFF2-40B4-BE49-F238E27FC236}">
                <a16:creationId xmlns:a16="http://schemas.microsoft.com/office/drawing/2014/main" id="{EEED8497-B848-8E4D-857D-F800BDB3F150}"/>
              </a:ext>
            </a:extLst>
          </p:cNvPr>
          <p:cNvSpPr>
            <a:spLocks noGrp="1"/>
          </p:cNvSpPr>
          <p:nvPr>
            <p:ph type="body" sz="quarter" idx="17" hasCustomPrompt="1"/>
          </p:nvPr>
        </p:nvSpPr>
        <p:spPr>
          <a:xfrm>
            <a:off x="2962355" y="4893427"/>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7" name="Text Placeholder 70">
            <a:extLst>
              <a:ext uri="{FF2B5EF4-FFF2-40B4-BE49-F238E27FC236}">
                <a16:creationId xmlns:a16="http://schemas.microsoft.com/office/drawing/2014/main" id="{5AC7E6E0-E467-6C42-8D1C-BFF258C40292}"/>
              </a:ext>
            </a:extLst>
          </p:cNvPr>
          <p:cNvSpPr>
            <a:spLocks noGrp="1"/>
          </p:cNvSpPr>
          <p:nvPr>
            <p:ph type="body" sz="quarter" idx="18" hasCustomPrompt="1"/>
          </p:nvPr>
        </p:nvSpPr>
        <p:spPr>
          <a:xfrm>
            <a:off x="6413189" y="4815496"/>
            <a:ext cx="2639483" cy="836083"/>
          </a:xfrm>
        </p:spPr>
        <p:txBody>
          <a:bodyPr anchor="t"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79" name="Text Placeholder 70">
            <a:extLst>
              <a:ext uri="{FF2B5EF4-FFF2-40B4-BE49-F238E27FC236}">
                <a16:creationId xmlns:a16="http://schemas.microsoft.com/office/drawing/2014/main" id="{E8710EE9-E0AD-2140-925B-C4CFA5A005E9}"/>
              </a:ext>
            </a:extLst>
          </p:cNvPr>
          <p:cNvSpPr>
            <a:spLocks noGrp="1"/>
          </p:cNvSpPr>
          <p:nvPr>
            <p:ph type="body" sz="quarter" idx="20" hasCustomPrompt="1"/>
          </p:nvPr>
        </p:nvSpPr>
        <p:spPr>
          <a:xfrm>
            <a:off x="2249372" y="2061185"/>
            <a:ext cx="2639483" cy="836083"/>
          </a:xfrm>
        </p:spPr>
        <p:txBody>
          <a:bodyPr anchor="b" anchorCtr="0">
            <a:noAutofit/>
          </a:bodyPr>
          <a:lstStyle>
            <a:lvl1pPr marL="0" marR="0" indent="0" algn="l" defTabSz="1219170" rtl="0" eaLnBrk="1" fontAlgn="auto" latinLnBrk="0" hangingPunct="1">
              <a:lnSpc>
                <a:spcPct val="100000"/>
              </a:lnSpc>
              <a:spcBef>
                <a:spcPts val="0"/>
              </a:spcBef>
              <a:spcAft>
                <a:spcPts val="0"/>
              </a:spcAft>
              <a:buClrTx/>
              <a:buSzTx/>
              <a:buFontTx/>
              <a:buNone/>
              <a:tabLst/>
              <a:defRPr sz="1333">
                <a:latin typeface="+mn-lt"/>
              </a:defRPr>
            </a:lvl1pPr>
            <a:lvl2pPr>
              <a:lnSpc>
                <a:spcPct val="100000"/>
              </a:lnSpc>
              <a:defRPr sz="12666"/>
            </a:lvl2pPr>
            <a:lvl3pPr>
              <a:defRPr sz="133"/>
            </a:lvl3pPr>
            <a:lvl4pPr>
              <a:defRPr sz="8733"/>
            </a:lvl4pPr>
            <a:lvl5pPr>
              <a:defRPr sz="1933"/>
            </a:lvl5pPr>
            <a:lvl6pPr>
              <a:defRPr sz="5267"/>
            </a:lvl6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4800"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rPr>
              <a:t>Topic</a:t>
            </a:r>
            <a:endParaRPr kumimoji="0" lang="en-US" sz="5333" b="1" i="0" u="none" strike="noStrike" kern="1200" cap="none" spc="0" normalizeH="0" baseline="0" noProof="0">
              <a:ln>
                <a:noFill/>
              </a:ln>
              <a:solidFill>
                <a:srgbClr val="E20177"/>
              </a:solidFill>
              <a:effectLst/>
              <a:uLnTx/>
              <a:uFillTx/>
              <a:latin typeface="+mn-lt"/>
              <a:ea typeface="+mn-ea"/>
              <a:cs typeface="Arial" panose="020B0604020202020204" pitchFamily="34" charset="0"/>
              <a:sym typeface="+mn-lt"/>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3200"/>
              <a:t>Lorem ipsum dolor sit </a:t>
            </a:r>
            <a:r>
              <a:rPr lang="en-US" sz="3200" err="1"/>
              <a:t>amet</a:t>
            </a:r>
            <a:r>
              <a:rPr lang="en-US" sz="3200"/>
              <a:t>. Lorem ipsum dolor sit </a:t>
            </a:r>
            <a:r>
              <a:rPr lang="en-US" sz="3200" err="1"/>
              <a:t>amet</a:t>
            </a:r>
            <a:r>
              <a:rPr lang="en-US" sz="3200"/>
              <a:t>. Lorem ipsum dolor sit </a:t>
            </a:r>
            <a:r>
              <a:rPr lang="en-US" sz="3200" err="1"/>
              <a:t>amet</a:t>
            </a:r>
            <a:r>
              <a:rPr lang="en-US" sz="3200"/>
              <a:t>. </a:t>
            </a:r>
            <a:endParaRPr kumimoji="0" lang="en-US" sz="3200" b="0" i="0" u="none" strike="noStrike" kern="1200" cap="none" spc="0" normalizeH="0" baseline="0" noProof="0">
              <a:ln>
                <a:noFill/>
              </a:ln>
              <a:solidFill>
                <a:srgbClr val="171717"/>
              </a:solidFill>
              <a:effectLst/>
              <a:uLnTx/>
              <a:uFillTx/>
              <a:latin typeface="+mn-lt"/>
              <a:ea typeface="+mn-ea"/>
              <a:cs typeface="Arial" panose="020B0604020202020204" pitchFamily="34" charset="0"/>
            </a:endParaRPr>
          </a:p>
        </p:txBody>
      </p:sp>
      <p:sp>
        <p:nvSpPr>
          <p:cNvPr id="18" name="Slide Number Placeholder 5">
            <a:extLst>
              <a:ext uri="{FF2B5EF4-FFF2-40B4-BE49-F238E27FC236}">
                <a16:creationId xmlns:a16="http://schemas.microsoft.com/office/drawing/2014/main" id="{584715DF-8F1D-4D98-BA52-64772637FED5}"/>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9183862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showMasterSp="0" preserve="1" userDrawn="1">
  <p:cSld name="4_Blank w/foot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3B465F0-03D2-4F19-9B30-B7B390891A57}"/>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7" name="Graphic 12">
            <a:extLst>
              <a:ext uri="{FF2B5EF4-FFF2-40B4-BE49-F238E27FC236}">
                <a16:creationId xmlns:a16="http://schemas.microsoft.com/office/drawing/2014/main" id="{3AFC19FE-03FC-4EBC-AEA3-3ABC9FD67FBD}"/>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grpSp>
        <p:nvGrpSpPr>
          <p:cNvPr id="8" name="Group 7">
            <a:extLst>
              <a:ext uri="{FF2B5EF4-FFF2-40B4-BE49-F238E27FC236}">
                <a16:creationId xmlns:a16="http://schemas.microsoft.com/office/drawing/2014/main" id="{369F67A3-A1B4-004B-8E2A-D755FB56451E}"/>
              </a:ext>
            </a:extLst>
          </p:cNvPr>
          <p:cNvGrpSpPr/>
          <p:nvPr userDrawn="1"/>
        </p:nvGrpSpPr>
        <p:grpSpPr>
          <a:xfrm>
            <a:off x="5442875" y="3948753"/>
            <a:ext cx="1317148" cy="246432"/>
            <a:chOff x="4109656" y="2961565"/>
            <a:chExt cx="987861" cy="184824"/>
          </a:xfrm>
        </p:grpSpPr>
        <p:sp>
          <p:nvSpPr>
            <p:cNvPr id="9" name="Rounded Rectangle 8">
              <a:extLst>
                <a:ext uri="{FF2B5EF4-FFF2-40B4-BE49-F238E27FC236}">
                  <a16:creationId xmlns:a16="http://schemas.microsoft.com/office/drawing/2014/main" id="{FDBDE7F3-AA3F-3A4B-BC96-C29300461749}"/>
                </a:ext>
              </a:extLst>
            </p:cNvPr>
            <p:cNvSpPr/>
            <p:nvPr/>
          </p:nvSpPr>
          <p:spPr>
            <a:xfrm>
              <a:off x="4667796" y="2962913"/>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0" name="Oval 9">
              <a:extLst>
                <a:ext uri="{FF2B5EF4-FFF2-40B4-BE49-F238E27FC236}">
                  <a16:creationId xmlns:a16="http://schemas.microsoft.com/office/drawing/2014/main" id="{86320228-23E0-0846-A6B6-2CDCBCC664C0}"/>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Oval 10">
              <a:extLst>
                <a:ext uri="{FF2B5EF4-FFF2-40B4-BE49-F238E27FC236}">
                  <a16:creationId xmlns:a16="http://schemas.microsoft.com/office/drawing/2014/main" id="{5C63AE92-D943-E046-8F35-C31BF9B9109C}"/>
                </a:ext>
              </a:extLst>
            </p:cNvPr>
            <p:cNvSpPr/>
            <p:nvPr/>
          </p:nvSpPr>
          <p:spPr>
            <a:xfrm>
              <a:off x="4109656" y="2961565"/>
              <a:ext cx="184824" cy="18482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grpSp>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1719048999"/>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showMasterSp="0" preserve="1" userDrawn="1">
  <p:cSld name="6_Blank w/foot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C4351FD-D03E-466B-A677-D6028D5A69E5}"/>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12">
            <a:extLst>
              <a:ext uri="{FF2B5EF4-FFF2-40B4-BE49-F238E27FC236}">
                <a16:creationId xmlns:a16="http://schemas.microsoft.com/office/drawing/2014/main" id="{328294B2-3E88-4EB3-A138-8B2BD56994A7}"/>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3" name="Text Placeholder 2">
            <a:extLst>
              <a:ext uri="{FF2B5EF4-FFF2-40B4-BE49-F238E27FC236}">
                <a16:creationId xmlns:a16="http://schemas.microsoft.com/office/drawing/2014/main" id="{84AFC75D-C55C-1B4D-9FF5-B13158C16C4E}"/>
              </a:ext>
            </a:extLst>
          </p:cNvPr>
          <p:cNvSpPr>
            <a:spLocks noGrp="1"/>
          </p:cNvSpPr>
          <p:nvPr>
            <p:ph type="body" sz="quarter" idx="13"/>
          </p:nvPr>
        </p:nvSpPr>
        <p:spPr>
          <a:xfrm>
            <a:off x="485775" y="1489629"/>
            <a:ext cx="11220451" cy="2222500"/>
          </a:xfrm>
        </p:spPr>
        <p:txBody>
          <a:bodyPr anchor="b">
            <a:normAutofit/>
          </a:bodyPr>
          <a:lstStyle>
            <a:lvl1pPr algn="ctr">
              <a:defRPr sz="4267" b="1"/>
            </a:lvl1pPr>
            <a:lvl2pPr>
              <a:defRPr b="1"/>
            </a:lvl2pPr>
            <a:lvl3pPr>
              <a:defRPr b="1"/>
            </a:lvl3pPr>
            <a:lvl4pPr>
              <a:defRPr b="1"/>
            </a:lvl4pPr>
            <a:lvl5pPr>
              <a:defRPr b="1"/>
            </a:lvl5pPr>
          </a:lstStyle>
          <a:p>
            <a:pPr lvl="0"/>
            <a:r>
              <a:rPr lang="en-US"/>
              <a:t>Click to edit Master text styles</a:t>
            </a:r>
          </a:p>
        </p:txBody>
      </p:sp>
      <p:sp>
        <p:nvSpPr>
          <p:cNvPr id="12" name="Text Placeholder 11">
            <a:extLst>
              <a:ext uri="{FF2B5EF4-FFF2-40B4-BE49-F238E27FC236}">
                <a16:creationId xmlns:a16="http://schemas.microsoft.com/office/drawing/2014/main" id="{BF8F45B8-CB91-6945-BA1F-F5EC5287380A}"/>
              </a:ext>
            </a:extLst>
          </p:cNvPr>
          <p:cNvSpPr>
            <a:spLocks noGrp="1"/>
          </p:cNvSpPr>
          <p:nvPr>
            <p:ph type="body" sz="quarter" idx="14" hasCustomPrompt="1"/>
          </p:nvPr>
        </p:nvSpPr>
        <p:spPr>
          <a:xfrm>
            <a:off x="4923367" y="4440929"/>
            <a:ext cx="2345267" cy="493183"/>
          </a:xfrm>
        </p:spPr>
        <p:txBody>
          <a:bodyPr/>
          <a:lstStyle>
            <a:lvl1pPr marL="0" marR="0" indent="0" algn="ctr" defTabSz="609585" rtl="0" eaLnBrk="1" fontAlgn="auto" latinLnBrk="0" hangingPunct="1">
              <a:lnSpc>
                <a:spcPct val="100000"/>
              </a:lnSpc>
              <a:spcBef>
                <a:spcPts val="0"/>
              </a:spcBef>
              <a:spcAft>
                <a:spcPts val="0"/>
              </a:spcAft>
              <a:buClrTx/>
              <a:buSzTx/>
              <a:buFontTx/>
              <a:buNone/>
              <a:tabLst/>
              <a:defRPr/>
            </a:lvl1p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a:ln>
                  <a:noFill/>
                </a:ln>
                <a:solidFill>
                  <a:srgbClr val="E20177"/>
                </a:solidFill>
                <a:effectLst/>
                <a:uLnTx/>
                <a:uFillTx/>
                <a:latin typeface="Arial" panose="020B0604020202020204" pitchFamily="34" charset="0"/>
                <a:ea typeface="+mn-ea"/>
                <a:cs typeface="Arial" panose="020B0604020202020204" pitchFamily="34" charset="0"/>
              </a:rPr>
              <a:t>Name Here</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171717"/>
                </a:solidFill>
                <a:effectLst/>
                <a:uLnTx/>
                <a:uFillTx/>
                <a:latin typeface="+mn-lt"/>
                <a:ea typeface="+mn-ea"/>
                <a:cs typeface="+mn-cs"/>
              </a:rPr>
              <a:t>Title Goes Here</a:t>
            </a:r>
          </a:p>
        </p:txBody>
      </p:sp>
      <p:sp>
        <p:nvSpPr>
          <p:cNvPr id="14" name="Slide Number Placeholder 5">
            <a:extLst>
              <a:ext uri="{FF2B5EF4-FFF2-40B4-BE49-F238E27FC236}">
                <a16:creationId xmlns:a16="http://schemas.microsoft.com/office/drawing/2014/main" id="{9E17FAC0-3DB1-4023-854C-C5EAE614B89A}"/>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0345459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457200"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6911856" y="1576917"/>
            <a:ext cx="4822944" cy="4351867"/>
          </a:xfrm>
        </p:spPr>
        <p:txBody>
          <a:bodyPr/>
          <a:lstStyle/>
          <a:p>
            <a:pPr lvl="0"/>
            <a:endParaRPr lang="en-US"/>
          </a:p>
        </p:txBody>
      </p:sp>
    </p:spTree>
    <p:extLst>
      <p:ext uri="{BB962C8B-B14F-4D97-AF65-F5344CB8AC3E}">
        <p14:creationId xmlns:p14="http://schemas.microsoft.com/office/powerpoint/2010/main" val="1373185505"/>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1_Title with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92360"/>
            <a:ext cx="10396483" cy="699433"/>
          </a:xfrm>
          <a:prstGeom prst="rect">
            <a:avLst/>
          </a:prstGeom>
        </p:spPr>
        <p:txBody>
          <a:bodyPr lIns="0" tIns="0" rIns="0" bIns="0" anchor="b">
            <a:normAutofit/>
          </a:bodyPr>
          <a:lstStyle>
            <a:lvl1pPr>
              <a:defRPr sz="2933"/>
            </a:lvl1pPr>
          </a:lstStyle>
          <a:p>
            <a:endParaRPr lang="en-US"/>
          </a:p>
        </p:txBody>
      </p:sp>
      <p:sp>
        <p:nvSpPr>
          <p:cNvPr id="3" name="Content Placeholder 2"/>
          <p:cNvSpPr>
            <a:spLocks noGrp="1"/>
          </p:cNvSpPr>
          <p:nvPr>
            <p:ph idx="1" hasCustomPrompt="1"/>
          </p:nvPr>
        </p:nvSpPr>
        <p:spPr>
          <a:xfrm>
            <a:off x="5556469" y="1576552"/>
            <a:ext cx="6178331" cy="4351283"/>
          </a:xfrm>
          <a:prstGeom prst="rect">
            <a:avLst/>
          </a:prstGeom>
        </p:spPr>
        <p:txBody>
          <a:bodyPr lIns="0" tIns="0" rIns="0" bIns="0"/>
          <a:lstStyle>
            <a:lvl1pPr marL="0" marR="0" indent="0" algn="l" defTabSz="914377" rtl="0" eaLnBrk="1" fontAlgn="auto" latinLnBrk="0" hangingPunct="1">
              <a:lnSpc>
                <a:spcPct val="90000"/>
              </a:lnSpc>
              <a:spcBef>
                <a:spcPts val="1000"/>
              </a:spcBef>
              <a:spcAft>
                <a:spcPts val="0"/>
              </a:spcAft>
              <a:buClr>
                <a:srgbClr val="E20177"/>
              </a:buClr>
              <a:buSzPct val="120000"/>
              <a:buFont typeface="Arial" panose="020B0604020202020204" pitchFamily="34" charset="0"/>
              <a:buNone/>
              <a:tabLst/>
              <a:defRPr sz="2133"/>
            </a:lvl1pPr>
            <a:lvl2pPr marL="609585" marR="0" indent="-243834" algn="l" defTabSz="914377" rtl="0" eaLnBrk="1" fontAlgn="auto" latinLnBrk="0" hangingPunct="1">
              <a:lnSpc>
                <a:spcPct val="90000"/>
              </a:lnSpc>
              <a:spcBef>
                <a:spcPts val="500"/>
              </a:spcBef>
              <a:spcAft>
                <a:spcPts val="0"/>
              </a:spcAft>
              <a:buClr>
                <a:srgbClr val="E20177"/>
              </a:buClr>
              <a:buSzPct val="120000"/>
              <a:buFont typeface="Arial" panose="020B0604020202020204" pitchFamily="34" charset="0"/>
              <a:buChar char="•"/>
              <a:tabLst/>
              <a:defRPr sz="1867"/>
            </a:lvl2pPr>
            <a:lvl3pPr marL="853419" marR="0" indent="-243834" algn="l" defTabSz="914377" rtl="0" eaLnBrk="1" fontAlgn="auto" latinLnBrk="0" hangingPunct="1">
              <a:lnSpc>
                <a:spcPct val="90000"/>
              </a:lnSpc>
              <a:spcBef>
                <a:spcPts val="500"/>
              </a:spcBef>
              <a:spcAft>
                <a:spcPts val="0"/>
              </a:spcAft>
              <a:buClr>
                <a:srgbClr val="E20177"/>
              </a:buClr>
              <a:buSzPct val="100000"/>
              <a:buFont typeface="Courier New" panose="02070309020205020404" pitchFamily="49" charset="0"/>
              <a:buChar char="o"/>
              <a:tabLst/>
              <a:defRPr sz="1867"/>
            </a:lvl3pPr>
            <a:lvl4pPr marL="1219170" marR="0" indent="-243834" algn="l" defTabSz="914377" rtl="0" eaLnBrk="1" fontAlgn="auto" latinLnBrk="0" hangingPunct="1">
              <a:lnSpc>
                <a:spcPct val="90000"/>
              </a:lnSpc>
              <a:spcBef>
                <a:spcPts val="500"/>
              </a:spcBef>
              <a:spcAft>
                <a:spcPts val="0"/>
              </a:spcAft>
              <a:buClr>
                <a:srgbClr val="171717"/>
              </a:buClr>
              <a:buSzPct val="100000"/>
              <a:buFont typeface="Arial" panose="020B0604020202020204" pitchFamily="34" charset="0"/>
              <a:buChar char="•"/>
              <a:tabLst/>
              <a:defRPr sz="1867"/>
            </a:lvl4pPr>
            <a:lvl5pPr marL="0" marR="0" indent="0" algn="l" defTabSz="914377" rtl="0" eaLnBrk="1" fontAlgn="auto" latinLnBrk="0" hangingPunct="1">
              <a:lnSpc>
                <a:spcPct val="90000"/>
              </a:lnSpc>
              <a:spcBef>
                <a:spcPts val="500"/>
              </a:spcBef>
              <a:spcAft>
                <a:spcPts val="200"/>
              </a:spcAft>
              <a:buClr>
                <a:srgbClr val="E20177"/>
              </a:buClr>
              <a:buSzTx/>
              <a:buFont typeface="Arial" panose="020B0604020202020204" pitchFamily="34" charset="0"/>
              <a:buNone/>
              <a:tabLst/>
              <a:defRPr sz="1867"/>
            </a:lvl5p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5">
            <a:extLst>
              <a:ext uri="{FF2B5EF4-FFF2-40B4-BE49-F238E27FC236}">
                <a16:creationId xmlns:a16="http://schemas.microsoft.com/office/drawing/2014/main" id="{A9EF697A-B8EA-6A44-ADD8-584930F9FE6F}"/>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28" name="Oval 27">
            <a:extLst>
              <a:ext uri="{FF2B5EF4-FFF2-40B4-BE49-F238E27FC236}">
                <a16:creationId xmlns:a16="http://schemas.microsoft.com/office/drawing/2014/main" id="{11B1BAF1-B750-344E-95E3-8EEA2675FB8E}"/>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29" name="Freeform 28">
            <a:extLst>
              <a:ext uri="{FF2B5EF4-FFF2-40B4-BE49-F238E27FC236}">
                <a16:creationId xmlns:a16="http://schemas.microsoft.com/office/drawing/2014/main" id="{2C5A79AF-C975-7E42-AB3A-E4BC95DBC67E}"/>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FC1F9475-1E8B-F349-86C4-AF19BC661C4C}"/>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5" name="Content Placeholder 4">
            <a:extLst>
              <a:ext uri="{FF2B5EF4-FFF2-40B4-BE49-F238E27FC236}">
                <a16:creationId xmlns:a16="http://schemas.microsoft.com/office/drawing/2014/main" id="{8C57874F-97D7-894B-AAB7-0363CD80351B}"/>
              </a:ext>
            </a:extLst>
          </p:cNvPr>
          <p:cNvSpPr>
            <a:spLocks noGrp="1"/>
          </p:cNvSpPr>
          <p:nvPr>
            <p:ph sz="quarter" idx="13"/>
          </p:nvPr>
        </p:nvSpPr>
        <p:spPr>
          <a:xfrm>
            <a:off x="457200" y="1576917"/>
            <a:ext cx="4822944" cy="4351867"/>
          </a:xfrm>
        </p:spPr>
        <p:txBody>
          <a:bodyPr/>
          <a:lstStyle/>
          <a:p>
            <a:pPr lvl="0"/>
            <a:endParaRPr lang="en-US"/>
          </a:p>
        </p:txBody>
      </p:sp>
    </p:spTree>
    <p:extLst>
      <p:ext uri="{BB962C8B-B14F-4D97-AF65-F5344CB8AC3E}">
        <p14:creationId xmlns:p14="http://schemas.microsoft.com/office/powerpoint/2010/main" val="70995686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guide id="4" orient="horz" pos="3180">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hree Column with Subheadin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3682151"/>
            <a:ext cx="3607595" cy="24001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9EA4881-2F50-4460-9F83-A86DF033A165}"/>
              </a:ext>
            </a:extLst>
          </p:cNvPr>
          <p:cNvSpPr>
            <a:spLocks noGrp="1"/>
          </p:cNvSpPr>
          <p:nvPr>
            <p:ph type="body" sz="quarter" idx="15"/>
          </p:nvPr>
        </p:nvSpPr>
        <p:spPr>
          <a:xfrm>
            <a:off x="377826" y="1423668"/>
            <a:ext cx="11436351" cy="1730437"/>
          </a:xfrm>
        </p:spPr>
        <p:txBody>
          <a:bodyPr/>
          <a:lstStyle>
            <a:lvl1pPr>
              <a:lnSpc>
                <a:spcPct val="85000"/>
              </a:lnSpc>
              <a:spcAft>
                <a:spcPts val="0"/>
              </a:spcAft>
              <a:defRPr sz="6000">
                <a:solidFill>
                  <a:schemeClr val="accent1"/>
                </a:solidFill>
                <a:latin typeface="Montserrat" pitchFamily="2" charset="77"/>
              </a:defRPr>
            </a:lvl1pPr>
          </a:lstStyle>
          <a:p>
            <a:pPr lvl="0"/>
            <a:r>
              <a:rPr lang="en-US"/>
              <a:t>Click to edit Master text styles</a:t>
            </a:r>
          </a:p>
        </p:txBody>
      </p:sp>
      <p:sp>
        <p:nvSpPr>
          <p:cNvPr id="9" name="Slide Number Placeholder 5">
            <a:extLst>
              <a:ext uri="{FF2B5EF4-FFF2-40B4-BE49-F238E27FC236}">
                <a16:creationId xmlns:a16="http://schemas.microsoft.com/office/drawing/2014/main" id="{53671B7F-F2A4-4C16-8CFC-750DB847548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2192614319"/>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type="obj" preserve="1">
  <p:cSld name="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1"/>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19"/>
            <a:ext cx="3607595" cy="445611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2217913"/>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1_Thre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77825" y="1366322"/>
            <a:ext cx="3607595" cy="455781"/>
          </a:xfrm>
        </p:spPr>
        <p:txBody>
          <a:bodyPr/>
          <a:lstStyle>
            <a:lvl1pPr>
              <a:defRPr b="1"/>
            </a:lvl1pPr>
          </a:lstStyle>
          <a:p>
            <a:pPr lvl="0"/>
            <a:r>
              <a:rPr lang="en-US"/>
              <a:t>Click to edit Master text styles</a:t>
            </a:r>
          </a:p>
        </p:txBody>
      </p:sp>
      <p:sp>
        <p:nvSpPr>
          <p:cNvPr id="4" name="Date Placeholder 3"/>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6" name="Slide Number Placeholder 5"/>
          <p:cNvSpPr>
            <a:spLocks noGrp="1"/>
          </p:cNvSpPr>
          <p:nvPr>
            <p:ph type="sldNum" sz="quarter" idx="12"/>
          </p:nvPr>
        </p:nvSpPr>
        <p:spPr/>
        <p:txBody>
          <a:bodyPr/>
          <a:lstStyle/>
          <a:p>
            <a:fld id="{29CC380D-5F44-41E8-971E-CDD19ED6F8E3}" type="slidenum">
              <a:rPr lang="en-GB" smtClean="0"/>
              <a:t>‹#›</a:t>
            </a:fld>
            <a:endParaRPr lang="en-GB"/>
          </a:p>
        </p:txBody>
      </p:sp>
      <p:sp>
        <p:nvSpPr>
          <p:cNvPr id="7" name="Content Placeholder 2">
            <a:extLst>
              <a:ext uri="{FF2B5EF4-FFF2-40B4-BE49-F238E27FC236}">
                <a16:creationId xmlns:a16="http://schemas.microsoft.com/office/drawing/2014/main" id="{BB56CAA8-120B-4156-BBDE-C14811D308AC}"/>
              </a:ext>
            </a:extLst>
          </p:cNvPr>
          <p:cNvSpPr>
            <a:spLocks noGrp="1"/>
          </p:cNvSpPr>
          <p:nvPr>
            <p:ph idx="13"/>
          </p:nvPr>
        </p:nvSpPr>
        <p:spPr>
          <a:xfrm>
            <a:off x="4292203" y="1366320"/>
            <a:ext cx="3607595" cy="455781"/>
          </a:xfrm>
        </p:spPr>
        <p:txBody>
          <a:bodyPr/>
          <a:lstStyle>
            <a:lvl1pPr>
              <a:defRPr b="1"/>
            </a:lvl1pPr>
          </a:lstStyle>
          <a:p>
            <a:pPr lvl="0"/>
            <a:r>
              <a:rPr lang="en-US"/>
              <a:t>Click to edit Master text styles</a:t>
            </a:r>
          </a:p>
        </p:txBody>
      </p:sp>
      <p:sp>
        <p:nvSpPr>
          <p:cNvPr id="8" name="Content Placeholder 2">
            <a:extLst>
              <a:ext uri="{FF2B5EF4-FFF2-40B4-BE49-F238E27FC236}">
                <a16:creationId xmlns:a16="http://schemas.microsoft.com/office/drawing/2014/main" id="{CECAB32A-202F-4B4E-8290-6DE17E9C1F9D}"/>
              </a:ext>
            </a:extLst>
          </p:cNvPr>
          <p:cNvSpPr>
            <a:spLocks noGrp="1"/>
          </p:cNvSpPr>
          <p:nvPr>
            <p:ph idx="14"/>
          </p:nvPr>
        </p:nvSpPr>
        <p:spPr>
          <a:xfrm>
            <a:off x="8206581" y="1366320"/>
            <a:ext cx="3607595" cy="455781"/>
          </a:xfrm>
        </p:spPr>
        <p:txBody>
          <a:bodyPr/>
          <a:lstStyle>
            <a:lvl1pPr>
              <a:defRPr b="1"/>
            </a:lvl1pPr>
          </a:lstStyle>
          <a:p>
            <a:pPr lvl="0"/>
            <a:r>
              <a:rPr lang="en-US"/>
              <a:t>Click to edit Master text styles</a:t>
            </a:r>
          </a:p>
        </p:txBody>
      </p:sp>
      <p:cxnSp>
        <p:nvCxnSpPr>
          <p:cNvPr id="10" name="Straight Connector 9">
            <a:extLst>
              <a:ext uri="{FF2B5EF4-FFF2-40B4-BE49-F238E27FC236}">
                <a16:creationId xmlns:a16="http://schemas.microsoft.com/office/drawing/2014/main" id="{6B896D49-2CCD-4F4F-B60A-7BA18E6D0558}"/>
              </a:ext>
            </a:extLst>
          </p:cNvPr>
          <p:cNvCxnSpPr>
            <a:cxnSpLocks/>
          </p:cNvCxnSpPr>
          <p:nvPr/>
        </p:nvCxnSpPr>
        <p:spPr>
          <a:xfrm>
            <a:off x="377825" y="2011523"/>
            <a:ext cx="3607595"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19164EC-A269-884E-8AF1-4557714F264F}"/>
              </a:ext>
            </a:extLst>
          </p:cNvPr>
          <p:cNvCxnSpPr>
            <a:cxnSpLocks/>
          </p:cNvCxnSpPr>
          <p:nvPr/>
        </p:nvCxnSpPr>
        <p:spPr>
          <a:xfrm>
            <a:off x="4292203" y="2011523"/>
            <a:ext cx="360759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BD4A78-121F-1844-A35F-E46C08F38FD3}"/>
              </a:ext>
            </a:extLst>
          </p:cNvPr>
          <p:cNvCxnSpPr>
            <a:cxnSpLocks/>
          </p:cNvCxnSpPr>
          <p:nvPr/>
        </p:nvCxnSpPr>
        <p:spPr>
          <a:xfrm>
            <a:off x="8206581" y="2011523"/>
            <a:ext cx="3607595"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sp>
        <p:nvSpPr>
          <p:cNvPr id="32" name="Content Placeholder 2">
            <a:extLst>
              <a:ext uri="{FF2B5EF4-FFF2-40B4-BE49-F238E27FC236}">
                <a16:creationId xmlns:a16="http://schemas.microsoft.com/office/drawing/2014/main" id="{8B4E038E-0B73-4642-9BBA-0F941BA8C5DA}"/>
              </a:ext>
            </a:extLst>
          </p:cNvPr>
          <p:cNvSpPr>
            <a:spLocks noGrp="1"/>
          </p:cNvSpPr>
          <p:nvPr>
            <p:ph idx="15"/>
          </p:nvPr>
        </p:nvSpPr>
        <p:spPr>
          <a:xfrm>
            <a:off x="377824" y="2401888"/>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3" name="Content Placeholder 2">
            <a:extLst>
              <a:ext uri="{FF2B5EF4-FFF2-40B4-BE49-F238E27FC236}">
                <a16:creationId xmlns:a16="http://schemas.microsoft.com/office/drawing/2014/main" id="{A0DC4165-AC2E-2646-B981-D025162A265C}"/>
              </a:ext>
            </a:extLst>
          </p:cNvPr>
          <p:cNvSpPr>
            <a:spLocks noGrp="1"/>
          </p:cNvSpPr>
          <p:nvPr>
            <p:ph idx="16"/>
          </p:nvPr>
        </p:nvSpPr>
        <p:spPr>
          <a:xfrm>
            <a:off x="4292201"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2">
            <a:extLst>
              <a:ext uri="{FF2B5EF4-FFF2-40B4-BE49-F238E27FC236}">
                <a16:creationId xmlns:a16="http://schemas.microsoft.com/office/drawing/2014/main" id="{D2F03709-776D-6142-8C9D-424904555917}"/>
              </a:ext>
            </a:extLst>
          </p:cNvPr>
          <p:cNvSpPr>
            <a:spLocks noGrp="1"/>
          </p:cNvSpPr>
          <p:nvPr>
            <p:ph idx="17"/>
          </p:nvPr>
        </p:nvSpPr>
        <p:spPr>
          <a:xfrm>
            <a:off x="8206580" y="2401887"/>
            <a:ext cx="3607595" cy="3420547"/>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7258258"/>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3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323200" y="2470150"/>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189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9055200" y="2463775"/>
            <a:ext cx="2420085" cy="3555061"/>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30" name="Content Placeholder 2">
            <a:extLst>
              <a:ext uri="{FF2B5EF4-FFF2-40B4-BE49-F238E27FC236}">
                <a16:creationId xmlns:a16="http://schemas.microsoft.com/office/drawing/2014/main" id="{F64BCA9E-BD25-BB44-A38A-89F10B03C404}"/>
              </a:ext>
            </a:extLst>
          </p:cNvPr>
          <p:cNvSpPr>
            <a:spLocks noGrp="1"/>
          </p:cNvSpPr>
          <p:nvPr>
            <p:ph idx="1"/>
          </p:nvPr>
        </p:nvSpPr>
        <p:spPr>
          <a:xfrm>
            <a:off x="377826" y="1366321"/>
            <a:ext cx="2499460" cy="655939"/>
          </a:xfrm>
        </p:spPr>
        <p:txBody>
          <a:bodyPr anchor="ctr"/>
          <a:lstStyle>
            <a:lvl1pPr>
              <a:defRPr b="1"/>
            </a:lvl1pPr>
          </a:lstStyle>
          <a:p>
            <a:pPr lvl="0"/>
            <a:r>
              <a:rPr lang="en-US"/>
              <a:t>Click to edit Master text styles</a:t>
            </a:r>
          </a:p>
        </p:txBody>
      </p:sp>
      <p:sp>
        <p:nvSpPr>
          <p:cNvPr id="31" name="Content Placeholder 2">
            <a:extLst>
              <a:ext uri="{FF2B5EF4-FFF2-40B4-BE49-F238E27FC236}">
                <a16:creationId xmlns:a16="http://schemas.microsoft.com/office/drawing/2014/main" id="{6AC809AE-310D-A740-9A5E-BD574EF56F40}"/>
              </a:ext>
            </a:extLst>
          </p:cNvPr>
          <p:cNvSpPr>
            <a:spLocks noGrp="1"/>
          </p:cNvSpPr>
          <p:nvPr>
            <p:ph idx="13"/>
          </p:nvPr>
        </p:nvSpPr>
        <p:spPr>
          <a:xfrm>
            <a:off x="3323202" y="1366320"/>
            <a:ext cx="2420085" cy="655939"/>
          </a:xfrm>
        </p:spPr>
        <p:txBody>
          <a:bodyPr anchor="ctr"/>
          <a:lstStyle>
            <a:lvl1pPr>
              <a:defRPr b="1"/>
            </a:lvl1pPr>
          </a:lstStyle>
          <a:p>
            <a:pPr lvl="0"/>
            <a:r>
              <a:rPr lang="en-US"/>
              <a:t>Click to edit Master text styles</a:t>
            </a:r>
          </a:p>
        </p:txBody>
      </p:sp>
      <p:sp>
        <p:nvSpPr>
          <p:cNvPr id="32" name="Content Placeholder 2">
            <a:extLst>
              <a:ext uri="{FF2B5EF4-FFF2-40B4-BE49-F238E27FC236}">
                <a16:creationId xmlns:a16="http://schemas.microsoft.com/office/drawing/2014/main" id="{3532D7B7-23D2-EA4E-B74B-6E7B9B58F147}"/>
              </a:ext>
            </a:extLst>
          </p:cNvPr>
          <p:cNvSpPr>
            <a:spLocks noGrp="1"/>
          </p:cNvSpPr>
          <p:nvPr>
            <p:ph idx="14"/>
          </p:nvPr>
        </p:nvSpPr>
        <p:spPr>
          <a:xfrm>
            <a:off x="6189200" y="1366320"/>
            <a:ext cx="2420085" cy="655939"/>
          </a:xfrm>
        </p:spPr>
        <p:txBody>
          <a:bodyPr anchor="ctr"/>
          <a:lstStyle>
            <a:lvl1pPr>
              <a:defRPr b="1"/>
            </a:lvl1pPr>
          </a:lstStyle>
          <a:p>
            <a:pPr lvl="0"/>
            <a:r>
              <a:rPr lang="en-US"/>
              <a:t>Click to edit Master text styles</a:t>
            </a:r>
          </a:p>
        </p:txBody>
      </p:sp>
      <p:cxnSp>
        <p:nvCxnSpPr>
          <p:cNvPr id="33" name="Straight Connector 32">
            <a:extLst>
              <a:ext uri="{FF2B5EF4-FFF2-40B4-BE49-F238E27FC236}">
                <a16:creationId xmlns:a16="http://schemas.microsoft.com/office/drawing/2014/main" id="{036E78F7-B8CE-5D4F-BDD4-BAD1502179E6}"/>
              </a:ext>
            </a:extLst>
          </p:cNvPr>
          <p:cNvCxnSpPr>
            <a:cxnSpLocks/>
          </p:cNvCxnSpPr>
          <p:nvPr userDrawn="1"/>
        </p:nvCxnSpPr>
        <p:spPr>
          <a:xfrm>
            <a:off x="377826" y="2243016"/>
            <a:ext cx="2499460" cy="0"/>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4F69C8E1-F8B9-604C-9BC0-A629735C94A3}"/>
              </a:ext>
            </a:extLst>
          </p:cNvPr>
          <p:cNvCxnSpPr>
            <a:cxnSpLocks/>
          </p:cNvCxnSpPr>
          <p:nvPr userDrawn="1"/>
        </p:nvCxnSpPr>
        <p:spPr>
          <a:xfrm>
            <a:off x="3323200" y="2243016"/>
            <a:ext cx="2420085" cy="0"/>
          </a:xfrm>
          <a:prstGeom prst="line">
            <a:avLst/>
          </a:prstGeom>
          <a:ln w="41275" cap="rnd">
            <a:solidFill>
              <a:schemeClr val="accent2"/>
            </a:solidFill>
            <a:roun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1B27C38D-3BD5-D245-854D-74C6AC5406DF}"/>
              </a:ext>
            </a:extLst>
          </p:cNvPr>
          <p:cNvCxnSpPr>
            <a:cxnSpLocks/>
          </p:cNvCxnSpPr>
          <p:nvPr userDrawn="1"/>
        </p:nvCxnSpPr>
        <p:spPr>
          <a:xfrm>
            <a:off x="6189199" y="2243016"/>
            <a:ext cx="2420085" cy="0"/>
          </a:xfrm>
          <a:prstGeom prst="line">
            <a:avLst/>
          </a:prstGeom>
          <a:ln w="41275" cap="rnd">
            <a:solidFill>
              <a:schemeClr val="accent3">
                <a:alpha val="99000"/>
              </a:schemeClr>
            </a:solidFill>
            <a:round/>
          </a:ln>
        </p:spPr>
        <p:style>
          <a:lnRef idx="1">
            <a:schemeClr val="accent1"/>
          </a:lnRef>
          <a:fillRef idx="0">
            <a:schemeClr val="accent1"/>
          </a:fillRef>
          <a:effectRef idx="0">
            <a:schemeClr val="accent1"/>
          </a:effectRef>
          <a:fontRef idx="minor">
            <a:schemeClr val="tx1"/>
          </a:fontRef>
        </p:style>
      </p:cxnSp>
      <p:sp>
        <p:nvSpPr>
          <p:cNvPr id="43" name="Content Placeholder 2">
            <a:extLst>
              <a:ext uri="{FF2B5EF4-FFF2-40B4-BE49-F238E27FC236}">
                <a16:creationId xmlns:a16="http://schemas.microsoft.com/office/drawing/2014/main" id="{DEE75C1D-BC4C-0146-912E-D47892C30EB2}"/>
              </a:ext>
            </a:extLst>
          </p:cNvPr>
          <p:cNvSpPr>
            <a:spLocks noGrp="1"/>
          </p:cNvSpPr>
          <p:nvPr>
            <p:ph idx="77"/>
          </p:nvPr>
        </p:nvSpPr>
        <p:spPr>
          <a:xfrm>
            <a:off x="9055199" y="1366320"/>
            <a:ext cx="2420085" cy="655939"/>
          </a:xfrm>
        </p:spPr>
        <p:txBody>
          <a:bodyPr anchor="ctr"/>
          <a:lstStyle>
            <a:lvl1pPr>
              <a:defRPr b="1"/>
            </a:lvl1pPr>
          </a:lstStyle>
          <a:p>
            <a:pPr lvl="0"/>
            <a:r>
              <a:rPr lang="en-US"/>
              <a:t>Click to edit Master text styles</a:t>
            </a:r>
          </a:p>
        </p:txBody>
      </p:sp>
      <p:cxnSp>
        <p:nvCxnSpPr>
          <p:cNvPr id="44" name="Straight Connector 43">
            <a:extLst>
              <a:ext uri="{FF2B5EF4-FFF2-40B4-BE49-F238E27FC236}">
                <a16:creationId xmlns:a16="http://schemas.microsoft.com/office/drawing/2014/main" id="{B5C538C9-2BCA-2E46-A94A-0FB8D18489BC}"/>
              </a:ext>
            </a:extLst>
          </p:cNvPr>
          <p:cNvCxnSpPr>
            <a:cxnSpLocks/>
          </p:cNvCxnSpPr>
          <p:nvPr userDrawn="1"/>
        </p:nvCxnSpPr>
        <p:spPr>
          <a:xfrm>
            <a:off x="9055198" y="2243016"/>
            <a:ext cx="2420085" cy="0"/>
          </a:xfrm>
          <a:prstGeom prst="line">
            <a:avLst/>
          </a:prstGeom>
          <a:ln w="41275" cap="rnd">
            <a:solidFill>
              <a:schemeClr val="accent4"/>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766415"/>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showMasterSp="0" preserve="1" userDrawn="1">
  <p:cSld name="1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8" name="Rectangle 7">
            <a:extLst>
              <a:ext uri="{FF2B5EF4-FFF2-40B4-BE49-F238E27FC236}">
                <a16:creationId xmlns:a16="http://schemas.microsoft.com/office/drawing/2014/main" id="{FC3DFC7D-C32E-4AD7-9BD9-C7B1D9FB59D2}"/>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1" name="Graphic 12">
            <a:extLst>
              <a:ext uri="{FF2B5EF4-FFF2-40B4-BE49-F238E27FC236}">
                <a16:creationId xmlns:a16="http://schemas.microsoft.com/office/drawing/2014/main" id="{DE6E563A-CD64-4F32-BC6F-E4EE5F4B4BC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10" name="Content Placeholder 9">
            <a:extLst>
              <a:ext uri="{FF2B5EF4-FFF2-40B4-BE49-F238E27FC236}">
                <a16:creationId xmlns:a16="http://schemas.microsoft.com/office/drawing/2014/main" id="{80237854-694D-8143-80CC-A1879777AF20}"/>
              </a:ext>
            </a:extLst>
          </p:cNvPr>
          <p:cNvSpPr>
            <a:spLocks noGrp="1"/>
          </p:cNvSpPr>
          <p:nvPr>
            <p:ph sz="quarter" idx="14"/>
          </p:nvPr>
        </p:nvSpPr>
        <p:spPr>
          <a:xfrm>
            <a:off x="728012" y="2404881"/>
            <a:ext cx="3411097" cy="3323383"/>
          </a:xfrm>
          <a:prstGeom prst="ellipse">
            <a:avLst/>
          </a:prstGeom>
          <a:solidFill>
            <a:schemeClr val="accent1"/>
          </a:solidFill>
        </p:spPr>
        <p:txBody>
          <a:bodyPr tIns="0" anchor="ctr">
            <a:normAutofit/>
          </a:bodyPr>
          <a:lstStyle>
            <a:lvl1pPr marL="0" indent="0" algn="ctr">
              <a:buNone/>
              <a:defRPr sz="1867" b="1">
                <a:solidFill>
                  <a:schemeClr val="bg1"/>
                </a:solidFill>
              </a:defRPr>
            </a:lvl1pPr>
            <a:lvl2pPr algn="ctr">
              <a:defRPr/>
            </a:lvl2pPr>
            <a:lvl3pPr algn="ctr">
              <a:defRPr/>
            </a:lvl3pPr>
            <a:lvl4pPr algn="ctr">
              <a:defRPr/>
            </a:lvl4pPr>
            <a:lvl5pPr marL="1151438" indent="0" algn="ctr">
              <a:buNone/>
              <a:defRPr/>
            </a:lvl5pPr>
          </a:lstStyle>
          <a:p>
            <a:pPr lvl="0"/>
            <a:r>
              <a:rPr lang="en-US"/>
              <a:t>Click to edit Master text styles</a:t>
            </a:r>
          </a:p>
        </p:txBody>
      </p:sp>
      <p:sp>
        <p:nvSpPr>
          <p:cNvPr id="7" name="Slide Number Placeholder 5">
            <a:extLst>
              <a:ext uri="{FF2B5EF4-FFF2-40B4-BE49-F238E27FC236}">
                <a16:creationId xmlns:a16="http://schemas.microsoft.com/office/drawing/2014/main" id="{911BBFA1-F550-4430-8659-41C3BCA73454}"/>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81186839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showMasterSp="0" preserve="1" userDrawn="1">
  <p:cSld name="3_Blank w/footer">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2232DF8-F106-704B-8477-66785B07AB3E}"/>
              </a:ext>
            </a:extLst>
          </p:cNvPr>
          <p:cNvSpPr>
            <a:spLocks noGrp="1"/>
          </p:cNvSpPr>
          <p:nvPr>
            <p:ph type="pic" sz="quarter" idx="13"/>
          </p:nvPr>
        </p:nvSpPr>
        <p:spPr>
          <a:xfrm>
            <a:off x="0" y="280"/>
            <a:ext cx="12192000" cy="6292851"/>
          </a:xfrm>
          <a:solidFill>
            <a:schemeClr val="bg2"/>
          </a:solidFill>
        </p:spPr>
        <p:txBody>
          <a:bodyPr tIns="1920240" rIns="0"/>
          <a:lstStyle>
            <a:lvl1pPr marL="0" indent="0" algn="ctr">
              <a:buNone/>
              <a:defRPr/>
            </a:lvl1pPr>
          </a:lstStyle>
          <a:p>
            <a:r>
              <a:rPr lang="en-US"/>
              <a:t>Click icon to add picture</a:t>
            </a:r>
          </a:p>
        </p:txBody>
      </p:sp>
      <p:sp>
        <p:nvSpPr>
          <p:cNvPr id="6" name="Rectangle 5">
            <a:extLst>
              <a:ext uri="{FF2B5EF4-FFF2-40B4-BE49-F238E27FC236}">
                <a16:creationId xmlns:a16="http://schemas.microsoft.com/office/drawing/2014/main" id="{53E30D83-BDA4-4DC1-9651-732FC429A4A9}"/>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C29B246F-FB99-4E73-BF9B-CF89C2662FA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5" name="Slide Number Placeholder 5">
            <a:extLst>
              <a:ext uri="{FF2B5EF4-FFF2-40B4-BE49-F238E27FC236}">
                <a16:creationId xmlns:a16="http://schemas.microsoft.com/office/drawing/2014/main" id="{6852A224-48B9-7B47-B45D-F751E6BD7A8E}"/>
              </a:ext>
            </a:extLst>
          </p:cNvPr>
          <p:cNvSpPr>
            <a:spLocks noGrp="1"/>
          </p:cNvSpPr>
          <p:nvPr>
            <p:ph type="sldNum" sz="quarter" idx="12"/>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Tree>
    <p:extLst>
      <p:ext uri="{BB962C8B-B14F-4D97-AF65-F5344CB8AC3E}">
        <p14:creationId xmlns:p14="http://schemas.microsoft.com/office/powerpoint/2010/main" val="3774522018"/>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showMasterSp="0" preserve="1" userDrawn="1">
  <p:cSld name="2_Blank w/foot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9EC0EC0-A245-410F-9859-77595118E4BE}"/>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6" name="Graphic 12">
            <a:extLst>
              <a:ext uri="{FF2B5EF4-FFF2-40B4-BE49-F238E27FC236}">
                <a16:creationId xmlns:a16="http://schemas.microsoft.com/office/drawing/2014/main" id="{5025E076-DB38-406C-8F41-715C87947E20}"/>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7" name="Picture Placeholder 3">
            <a:extLst>
              <a:ext uri="{FF2B5EF4-FFF2-40B4-BE49-F238E27FC236}">
                <a16:creationId xmlns:a16="http://schemas.microsoft.com/office/drawing/2014/main" id="{8852C220-5335-954B-ABF5-68B35E378518}"/>
              </a:ext>
            </a:extLst>
          </p:cNvPr>
          <p:cNvSpPr>
            <a:spLocks noGrp="1"/>
          </p:cNvSpPr>
          <p:nvPr>
            <p:ph type="pic" sz="quarter" idx="10"/>
          </p:nvPr>
        </p:nvSpPr>
        <p:spPr>
          <a:xfrm rot="10800000" flipV="1">
            <a:off x="1873014" y="234427"/>
            <a:ext cx="10318983" cy="4616061"/>
          </a:xfrm>
          <a:custGeom>
            <a:avLst/>
            <a:gdLst>
              <a:gd name="connsiteX0" fmla="*/ 0 w 2373837"/>
              <a:gd name="connsiteY0" fmla="*/ 0 h 3161925"/>
              <a:gd name="connsiteX1" fmla="*/ 1186919 w 2373837"/>
              <a:gd name="connsiteY1" fmla="*/ 0 h 3161925"/>
              <a:gd name="connsiteX2" fmla="*/ 2373838 w 2373837"/>
              <a:gd name="connsiteY2" fmla="*/ 1580963 h 3161925"/>
              <a:gd name="connsiteX3" fmla="*/ 1186919 w 2373837"/>
              <a:gd name="connsiteY3" fmla="*/ 3161926 h 3161925"/>
              <a:gd name="connsiteX4" fmla="*/ 0 w 2373837"/>
              <a:gd name="connsiteY4" fmla="*/ 3161925 h 3161925"/>
              <a:gd name="connsiteX5" fmla="*/ 0 w 2373837"/>
              <a:gd name="connsiteY5" fmla="*/ 0 h 3161925"/>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338328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61925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4572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27432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18288 w 5757118"/>
              <a:gd name="connsiteY4" fmla="*/ 3143637 h 3161926"/>
              <a:gd name="connsiteX5" fmla="*/ 0 w 5757118"/>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9144 w 5766262"/>
              <a:gd name="connsiteY0" fmla="*/ 9144 h 3161926"/>
              <a:gd name="connsiteX1" fmla="*/ 4579343 w 5766262"/>
              <a:gd name="connsiteY1" fmla="*/ 0 h 3161926"/>
              <a:gd name="connsiteX2" fmla="*/ 5766262 w 5766262"/>
              <a:gd name="connsiteY2" fmla="*/ 1580963 h 3161926"/>
              <a:gd name="connsiteX3" fmla="*/ 4579343 w 5766262"/>
              <a:gd name="connsiteY3" fmla="*/ 3161926 h 3161926"/>
              <a:gd name="connsiteX4" fmla="*/ 0 w 5766262"/>
              <a:gd name="connsiteY4" fmla="*/ 3143637 h 3161926"/>
              <a:gd name="connsiteX5" fmla="*/ 9144 w 5766262"/>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52781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61926"/>
              <a:gd name="connsiteX1" fmla="*/ 4570199 w 5757118"/>
              <a:gd name="connsiteY1" fmla="*/ 0 h 3161926"/>
              <a:gd name="connsiteX2" fmla="*/ 5757118 w 5757118"/>
              <a:gd name="connsiteY2" fmla="*/ 1580963 h 3161926"/>
              <a:gd name="connsiteX3" fmla="*/ 4570199 w 5757118"/>
              <a:gd name="connsiteY3" fmla="*/ 3161926 h 3161926"/>
              <a:gd name="connsiteX4" fmla="*/ 0 w 5757118"/>
              <a:gd name="connsiteY4" fmla="*/ 3143637 h 3161926"/>
              <a:gd name="connsiteX5" fmla="*/ 0 w 5757118"/>
              <a:gd name="connsiteY5" fmla="*/ 9144 h 3161926"/>
              <a:gd name="connsiteX0" fmla="*/ 0 w 5757118"/>
              <a:gd name="connsiteY0" fmla="*/ 9144 h 3171069"/>
              <a:gd name="connsiteX1" fmla="*/ 4570199 w 5757118"/>
              <a:gd name="connsiteY1" fmla="*/ 0 h 3171069"/>
              <a:gd name="connsiteX2" fmla="*/ 5757118 w 5757118"/>
              <a:gd name="connsiteY2" fmla="*/ 1580963 h 3171069"/>
              <a:gd name="connsiteX3" fmla="*/ 4570199 w 5757118"/>
              <a:gd name="connsiteY3" fmla="*/ 3161926 h 3171069"/>
              <a:gd name="connsiteX4" fmla="*/ 0 w 5757118"/>
              <a:gd name="connsiteY4" fmla="*/ 3171069 h 3171069"/>
              <a:gd name="connsiteX5" fmla="*/ 0 w 5757118"/>
              <a:gd name="connsiteY5" fmla="*/ 9144 h 3171069"/>
              <a:gd name="connsiteX0" fmla="*/ 0 w 5763988"/>
              <a:gd name="connsiteY0" fmla="*/ 0 h 3171069"/>
              <a:gd name="connsiteX1" fmla="*/ 4577069 w 5763988"/>
              <a:gd name="connsiteY1" fmla="*/ 0 h 3171069"/>
              <a:gd name="connsiteX2" fmla="*/ 5763988 w 5763988"/>
              <a:gd name="connsiteY2" fmla="*/ 1580963 h 3171069"/>
              <a:gd name="connsiteX3" fmla="*/ 4577069 w 5763988"/>
              <a:gd name="connsiteY3" fmla="*/ 3161926 h 3171069"/>
              <a:gd name="connsiteX4" fmla="*/ 6870 w 5763988"/>
              <a:gd name="connsiteY4" fmla="*/ 3171069 h 3171069"/>
              <a:gd name="connsiteX5" fmla="*/ 0 w 5763988"/>
              <a:gd name="connsiteY5" fmla="*/ 0 h 3171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63988" h="3171069">
                <a:moveTo>
                  <a:pt x="0" y="0"/>
                </a:moveTo>
                <a:lnTo>
                  <a:pt x="4577069" y="0"/>
                </a:lnTo>
                <a:cubicBezTo>
                  <a:pt x="5232586" y="0"/>
                  <a:pt x="5763988" y="707821"/>
                  <a:pt x="5763988" y="1580963"/>
                </a:cubicBezTo>
                <a:cubicBezTo>
                  <a:pt x="5763988" y="2454105"/>
                  <a:pt x="5232586" y="3161926"/>
                  <a:pt x="4577069" y="3161926"/>
                </a:cubicBezTo>
                <a:lnTo>
                  <a:pt x="6870" y="3171069"/>
                </a:lnTo>
                <a:lnTo>
                  <a:pt x="0" y="0"/>
                </a:lnTo>
                <a:close/>
              </a:path>
            </a:pathLst>
          </a:custGeom>
          <a:solidFill>
            <a:schemeClr val="bg2"/>
          </a:solidFill>
        </p:spPr>
        <p:txBody>
          <a:bodyPr vert="horz" lIns="0" tIns="914400" rIns="0" anchor="t" anchorCtr="0">
            <a:normAutofit/>
          </a:bodyPr>
          <a:lstStyle>
            <a:lvl1pPr marL="0" indent="0" algn="ctr">
              <a:buNone/>
              <a:defRPr sz="1867"/>
            </a:lvl1pPr>
          </a:lstStyle>
          <a:p>
            <a:r>
              <a:rPr lang="en-US"/>
              <a:t>Click icon to add picture</a:t>
            </a:r>
          </a:p>
        </p:txBody>
      </p:sp>
      <p:sp>
        <p:nvSpPr>
          <p:cNvPr id="8" name="Oval 7">
            <a:extLst>
              <a:ext uri="{FF2B5EF4-FFF2-40B4-BE49-F238E27FC236}">
                <a16:creationId xmlns:a16="http://schemas.microsoft.com/office/drawing/2014/main" id="{4BBB5C12-3DEF-4540-973F-28E88629FD1D}"/>
              </a:ext>
            </a:extLst>
          </p:cNvPr>
          <p:cNvSpPr/>
          <p:nvPr userDrawn="1"/>
        </p:nvSpPr>
        <p:spPr>
          <a:xfrm>
            <a:off x="7958623" y="5164271"/>
            <a:ext cx="909295" cy="90929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 name="Freeform 8">
            <a:extLst>
              <a:ext uri="{FF2B5EF4-FFF2-40B4-BE49-F238E27FC236}">
                <a16:creationId xmlns:a16="http://schemas.microsoft.com/office/drawing/2014/main" id="{0B8B6BA6-F26A-FD4E-8219-BF14B976B4DA}"/>
              </a:ext>
            </a:extLst>
          </p:cNvPr>
          <p:cNvSpPr/>
          <p:nvPr userDrawn="1"/>
        </p:nvSpPr>
        <p:spPr>
          <a:xfrm>
            <a:off x="478333" y="0"/>
            <a:ext cx="909296" cy="468851"/>
          </a:xfrm>
          <a:custGeom>
            <a:avLst/>
            <a:gdLst>
              <a:gd name="connsiteX0" fmla="*/ 1074 w 681972"/>
              <a:gd name="connsiteY0" fmla="*/ 0 h 351638"/>
              <a:gd name="connsiteX1" fmla="*/ 680898 w 681972"/>
              <a:gd name="connsiteY1" fmla="*/ 0 h 351638"/>
              <a:gd name="connsiteX2" fmla="*/ 681972 w 681972"/>
              <a:gd name="connsiteY2" fmla="*/ 10652 h 351638"/>
              <a:gd name="connsiteX3" fmla="*/ 340986 w 681972"/>
              <a:gd name="connsiteY3" fmla="*/ 351638 h 351638"/>
              <a:gd name="connsiteX4" fmla="*/ 0 w 681972"/>
              <a:gd name="connsiteY4" fmla="*/ 10652 h 3516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8">
                <a:moveTo>
                  <a:pt x="1074" y="0"/>
                </a:moveTo>
                <a:lnTo>
                  <a:pt x="680898" y="0"/>
                </a:lnTo>
                <a:lnTo>
                  <a:pt x="681972" y="10652"/>
                </a:lnTo>
                <a:cubicBezTo>
                  <a:pt x="681972" y="198973"/>
                  <a:pt x="529307" y="351638"/>
                  <a:pt x="340986" y="351638"/>
                </a:cubicBezTo>
                <a:cubicBezTo>
                  <a:pt x="152665" y="351638"/>
                  <a:pt x="0" y="198973"/>
                  <a:pt x="0" y="10652"/>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Rounded Rectangle 10">
            <a:extLst>
              <a:ext uri="{FF2B5EF4-FFF2-40B4-BE49-F238E27FC236}">
                <a16:creationId xmlns:a16="http://schemas.microsoft.com/office/drawing/2014/main" id="{5DE15F76-698D-4D46-A56C-F2AD2B36F9A9}"/>
              </a:ext>
            </a:extLst>
          </p:cNvPr>
          <p:cNvSpPr/>
          <p:nvPr userDrawn="1"/>
        </p:nvSpPr>
        <p:spPr>
          <a:xfrm>
            <a:off x="932981" y="5164271"/>
            <a:ext cx="2391104" cy="909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2" name="Slide Number Placeholder 5">
            <a:extLst>
              <a:ext uri="{FF2B5EF4-FFF2-40B4-BE49-F238E27FC236}">
                <a16:creationId xmlns:a16="http://schemas.microsoft.com/office/drawing/2014/main" id="{FC37DCF4-C4BE-4BA3-83A1-23C52DDA3E33}"/>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defRPr>
            </a:lvl1pPr>
          </a:lstStyle>
          <a:p>
            <a:fld id="{7D18A8FE-DFC8-4843-AEF2-DE4DB0CF7D65}" type="slidenum">
              <a:rPr lang="en-US" smtClean="0"/>
              <a:pPr/>
              <a:t>‹#›</a:t>
            </a:fld>
            <a:endParaRPr lang="en-US"/>
          </a:p>
        </p:txBody>
      </p:sp>
      <p:sp>
        <p:nvSpPr>
          <p:cNvPr id="13" name="Title 1">
            <a:extLst>
              <a:ext uri="{FF2B5EF4-FFF2-40B4-BE49-F238E27FC236}">
                <a16:creationId xmlns:a16="http://schemas.microsoft.com/office/drawing/2014/main" id="{F04A439C-900A-E14F-897C-B479EFB161FA}"/>
              </a:ext>
            </a:extLst>
          </p:cNvPr>
          <p:cNvSpPr>
            <a:spLocks noGrp="1"/>
          </p:cNvSpPr>
          <p:nvPr>
            <p:ph type="title"/>
          </p:nvPr>
        </p:nvSpPr>
        <p:spPr>
          <a:xfrm>
            <a:off x="478334" y="1910340"/>
            <a:ext cx="4481013" cy="2852737"/>
          </a:xfrm>
          <a:prstGeom prst="rect">
            <a:avLst/>
          </a:prstGeom>
        </p:spPr>
        <p:txBody>
          <a:bodyPr anchor="b">
            <a:normAutofit/>
          </a:bodyPr>
          <a:lstStyle>
            <a:lvl1pPr>
              <a:defRPr sz="3200"/>
            </a:lvl1pPr>
          </a:lstStyle>
          <a:p>
            <a:r>
              <a:rPr lang="en-US"/>
              <a:t>Click to edit Master title style</a:t>
            </a:r>
          </a:p>
        </p:txBody>
      </p:sp>
    </p:spTree>
    <p:extLst>
      <p:ext uri="{BB962C8B-B14F-4D97-AF65-F5344CB8AC3E}">
        <p14:creationId xmlns:p14="http://schemas.microsoft.com/office/powerpoint/2010/main" val="352865750"/>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Six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7" name="Picture Placeholder 6">
            <a:extLst>
              <a:ext uri="{FF2B5EF4-FFF2-40B4-BE49-F238E27FC236}">
                <a16:creationId xmlns:a16="http://schemas.microsoft.com/office/drawing/2014/main" id="{ED95A2FD-1DC7-4D29-86A8-51D546E3A2C4}"/>
              </a:ext>
            </a:extLst>
          </p:cNvPr>
          <p:cNvSpPr>
            <a:spLocks noGrp="1" noChangeAspect="1"/>
          </p:cNvSpPr>
          <p:nvPr>
            <p:ph type="pic" sz="quarter" idx="13"/>
          </p:nvPr>
        </p:nvSpPr>
        <p:spPr>
          <a:xfrm>
            <a:off x="2336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8" name="Picture Placeholder 6">
            <a:extLst>
              <a:ext uri="{FF2B5EF4-FFF2-40B4-BE49-F238E27FC236}">
                <a16:creationId xmlns:a16="http://schemas.microsoft.com/office/drawing/2014/main" id="{837F4A05-B3B3-429B-B6AF-4AAC8FF0B597}"/>
              </a:ext>
            </a:extLst>
          </p:cNvPr>
          <p:cNvSpPr>
            <a:spLocks noGrp="1" noChangeAspect="1"/>
          </p:cNvSpPr>
          <p:nvPr>
            <p:ph type="pic" sz="quarter" idx="14"/>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9" name="Picture Placeholder 6">
            <a:extLst>
              <a:ext uri="{FF2B5EF4-FFF2-40B4-BE49-F238E27FC236}">
                <a16:creationId xmlns:a16="http://schemas.microsoft.com/office/drawing/2014/main" id="{A7E5C1B1-79BD-4C2B-8DF6-AAAFDC31D4EA}"/>
              </a:ext>
            </a:extLst>
          </p:cNvPr>
          <p:cNvSpPr>
            <a:spLocks noGrp="1" noChangeAspect="1"/>
          </p:cNvSpPr>
          <p:nvPr>
            <p:ph type="pic" sz="quarter" idx="15"/>
          </p:nvPr>
        </p:nvSpPr>
        <p:spPr>
          <a:xfrm>
            <a:off x="8204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2" name="Picture Placeholder 6">
            <a:extLst>
              <a:ext uri="{FF2B5EF4-FFF2-40B4-BE49-F238E27FC236}">
                <a16:creationId xmlns:a16="http://schemas.microsoft.com/office/drawing/2014/main" id="{3A1C0D48-6745-44FE-81AC-9E3EB1E2DECC}"/>
              </a:ext>
            </a:extLst>
          </p:cNvPr>
          <p:cNvSpPr>
            <a:spLocks noGrp="1" noChangeAspect="1"/>
          </p:cNvSpPr>
          <p:nvPr>
            <p:ph type="pic" sz="quarter" idx="18"/>
          </p:nvPr>
        </p:nvSpPr>
        <p:spPr>
          <a:xfrm>
            <a:off x="2336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3" name="Picture Placeholder 6">
            <a:extLst>
              <a:ext uri="{FF2B5EF4-FFF2-40B4-BE49-F238E27FC236}">
                <a16:creationId xmlns:a16="http://schemas.microsoft.com/office/drawing/2014/main" id="{62FA97E8-4519-4739-B895-55612F78257D}"/>
              </a:ext>
            </a:extLst>
          </p:cNvPr>
          <p:cNvSpPr>
            <a:spLocks noGrp="1" noChangeAspect="1"/>
          </p:cNvSpPr>
          <p:nvPr>
            <p:ph type="pic" sz="quarter" idx="19"/>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14" name="Picture Placeholder 6">
            <a:extLst>
              <a:ext uri="{FF2B5EF4-FFF2-40B4-BE49-F238E27FC236}">
                <a16:creationId xmlns:a16="http://schemas.microsoft.com/office/drawing/2014/main" id="{B5432D3A-C3C9-4B63-96CD-241A721F1380}"/>
              </a:ext>
            </a:extLst>
          </p:cNvPr>
          <p:cNvSpPr>
            <a:spLocks noGrp="1" noChangeAspect="1"/>
          </p:cNvSpPr>
          <p:nvPr>
            <p:ph type="pic" sz="quarter" idx="20"/>
          </p:nvPr>
        </p:nvSpPr>
        <p:spPr>
          <a:xfrm>
            <a:off x="8204400" y="3636841"/>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 name="Title 3">
            <a:extLst>
              <a:ext uri="{FF2B5EF4-FFF2-40B4-BE49-F238E27FC236}">
                <a16:creationId xmlns:a16="http://schemas.microsoft.com/office/drawing/2014/main" id="{0058C624-88C6-A749-9F27-558E9ADF4C56}"/>
              </a:ext>
            </a:extLst>
          </p:cNvPr>
          <p:cNvSpPr>
            <a:spLocks noGrp="1"/>
          </p:cNvSpPr>
          <p:nvPr>
            <p:ph type="title"/>
          </p:nvPr>
        </p:nvSpPr>
        <p:spPr/>
        <p:txBody>
          <a:bodyPr/>
          <a:lstStyle/>
          <a:p>
            <a:r>
              <a:rPr lang="en-US"/>
              <a:t>Click to edit Master title style</a:t>
            </a:r>
          </a:p>
        </p:txBody>
      </p:sp>
      <p:sp>
        <p:nvSpPr>
          <p:cNvPr id="17" name="Text Placeholder 17">
            <a:extLst>
              <a:ext uri="{FF2B5EF4-FFF2-40B4-BE49-F238E27FC236}">
                <a16:creationId xmlns:a16="http://schemas.microsoft.com/office/drawing/2014/main" id="{D7CDBFA3-F514-6741-9643-E95A1084E0CD}"/>
              </a:ext>
            </a:extLst>
          </p:cNvPr>
          <p:cNvSpPr>
            <a:spLocks noGrp="1"/>
          </p:cNvSpPr>
          <p:nvPr>
            <p:ph type="body" sz="quarter" idx="51" hasCustomPrompt="1"/>
          </p:nvPr>
        </p:nvSpPr>
        <p:spPr>
          <a:xfrm>
            <a:off x="2336400" y="300122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29" name="Text Placeholder 17">
            <a:extLst>
              <a:ext uri="{FF2B5EF4-FFF2-40B4-BE49-F238E27FC236}">
                <a16:creationId xmlns:a16="http://schemas.microsoft.com/office/drawing/2014/main" id="{774F63E0-E76C-A447-AB42-BF40B2C6F813}"/>
              </a:ext>
            </a:extLst>
          </p:cNvPr>
          <p:cNvSpPr>
            <a:spLocks noGrp="1"/>
          </p:cNvSpPr>
          <p:nvPr>
            <p:ph type="body" sz="quarter" idx="60" hasCustomPrompt="1"/>
          </p:nvPr>
        </p:nvSpPr>
        <p:spPr>
          <a:xfrm>
            <a:off x="5270400" y="300779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0" name="Text Placeholder 17">
            <a:extLst>
              <a:ext uri="{FF2B5EF4-FFF2-40B4-BE49-F238E27FC236}">
                <a16:creationId xmlns:a16="http://schemas.microsoft.com/office/drawing/2014/main" id="{DCFB84AB-7A55-2140-A0EC-51FE333C48DF}"/>
              </a:ext>
            </a:extLst>
          </p:cNvPr>
          <p:cNvSpPr>
            <a:spLocks noGrp="1"/>
          </p:cNvSpPr>
          <p:nvPr>
            <p:ph type="body" sz="quarter" idx="61" hasCustomPrompt="1"/>
          </p:nvPr>
        </p:nvSpPr>
        <p:spPr>
          <a:xfrm>
            <a:off x="8204400" y="3001224"/>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1" name="Text Placeholder 17">
            <a:extLst>
              <a:ext uri="{FF2B5EF4-FFF2-40B4-BE49-F238E27FC236}">
                <a16:creationId xmlns:a16="http://schemas.microsoft.com/office/drawing/2014/main" id="{C8DFBF47-74A8-0742-8727-6A02055AF2B5}"/>
              </a:ext>
            </a:extLst>
          </p:cNvPr>
          <p:cNvSpPr>
            <a:spLocks noGrp="1"/>
          </p:cNvSpPr>
          <p:nvPr>
            <p:ph type="body" sz="quarter" idx="62" hasCustomPrompt="1"/>
          </p:nvPr>
        </p:nvSpPr>
        <p:spPr>
          <a:xfrm>
            <a:off x="2336400" y="54675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2" name="Text Placeholder 17">
            <a:extLst>
              <a:ext uri="{FF2B5EF4-FFF2-40B4-BE49-F238E27FC236}">
                <a16:creationId xmlns:a16="http://schemas.microsoft.com/office/drawing/2014/main" id="{A6FFA54D-A788-D349-8CF8-43C27822326A}"/>
              </a:ext>
            </a:extLst>
          </p:cNvPr>
          <p:cNvSpPr>
            <a:spLocks noGrp="1"/>
          </p:cNvSpPr>
          <p:nvPr>
            <p:ph type="body" sz="quarter" idx="63" hasCustomPrompt="1"/>
          </p:nvPr>
        </p:nvSpPr>
        <p:spPr>
          <a:xfrm>
            <a:off x="5270700" y="5458822"/>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3" name="Text Placeholder 17">
            <a:extLst>
              <a:ext uri="{FF2B5EF4-FFF2-40B4-BE49-F238E27FC236}">
                <a16:creationId xmlns:a16="http://schemas.microsoft.com/office/drawing/2014/main" id="{1EE0B458-B269-3641-975E-232EBC073BF3}"/>
              </a:ext>
            </a:extLst>
          </p:cNvPr>
          <p:cNvSpPr>
            <a:spLocks noGrp="1"/>
          </p:cNvSpPr>
          <p:nvPr>
            <p:ph type="body" sz="quarter" idx="64" hasCustomPrompt="1"/>
          </p:nvPr>
        </p:nvSpPr>
        <p:spPr>
          <a:xfrm>
            <a:off x="8204400" y="5467590"/>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203690476"/>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1359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9" name="Picture Placeholder 6">
            <a:extLst>
              <a:ext uri="{FF2B5EF4-FFF2-40B4-BE49-F238E27FC236}">
                <a16:creationId xmlns:a16="http://schemas.microsoft.com/office/drawing/2014/main" id="{B509B8F3-4042-7F44-BA0F-7153543484FC}"/>
              </a:ext>
            </a:extLst>
          </p:cNvPr>
          <p:cNvSpPr>
            <a:spLocks noGrp="1" noChangeAspect="1"/>
          </p:cNvSpPr>
          <p:nvPr>
            <p:ph type="pic" sz="quarter" idx="32"/>
          </p:nvPr>
        </p:nvSpPr>
        <p:spPr>
          <a:xfrm>
            <a:off x="33147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52704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4" name="Picture Placeholder 6">
            <a:extLst>
              <a:ext uri="{FF2B5EF4-FFF2-40B4-BE49-F238E27FC236}">
                <a16:creationId xmlns:a16="http://schemas.microsoft.com/office/drawing/2014/main" id="{E2CE9C72-4A45-324C-9211-0E11477CE6B4}"/>
              </a:ext>
            </a:extLst>
          </p:cNvPr>
          <p:cNvSpPr>
            <a:spLocks noGrp="1" noChangeAspect="1"/>
          </p:cNvSpPr>
          <p:nvPr>
            <p:ph type="pic" sz="quarter" idx="26"/>
          </p:nvPr>
        </p:nvSpPr>
        <p:spPr>
          <a:xfrm>
            <a:off x="72261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91818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1359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9" name="Picture Placeholder 6">
            <a:extLst>
              <a:ext uri="{FF2B5EF4-FFF2-40B4-BE49-F238E27FC236}">
                <a16:creationId xmlns:a16="http://schemas.microsoft.com/office/drawing/2014/main" id="{622791C0-156C-EC4C-A5D8-B2E66E1E1455}"/>
              </a:ext>
            </a:extLst>
          </p:cNvPr>
          <p:cNvSpPr>
            <a:spLocks noGrp="1" noChangeAspect="1"/>
          </p:cNvSpPr>
          <p:nvPr>
            <p:ph type="pic" sz="quarter" idx="40"/>
          </p:nvPr>
        </p:nvSpPr>
        <p:spPr>
          <a:xfrm>
            <a:off x="33147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52704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4" name="Picture Placeholder 6">
            <a:extLst>
              <a:ext uri="{FF2B5EF4-FFF2-40B4-BE49-F238E27FC236}">
                <a16:creationId xmlns:a16="http://schemas.microsoft.com/office/drawing/2014/main" id="{AF49FF47-5766-1640-ABF9-240007B37EE0}"/>
              </a:ext>
            </a:extLst>
          </p:cNvPr>
          <p:cNvSpPr>
            <a:spLocks noGrp="1" noChangeAspect="1"/>
          </p:cNvSpPr>
          <p:nvPr>
            <p:ph type="pic" sz="quarter" idx="45"/>
          </p:nvPr>
        </p:nvSpPr>
        <p:spPr>
          <a:xfrm>
            <a:off x="72261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91818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3590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5" name="Text Placeholder 17">
            <a:extLst>
              <a:ext uri="{FF2B5EF4-FFF2-40B4-BE49-F238E27FC236}">
                <a16:creationId xmlns:a16="http://schemas.microsoft.com/office/drawing/2014/main" id="{2715CA28-9D1E-064B-AA56-9A3C32E02E4E}"/>
              </a:ext>
            </a:extLst>
          </p:cNvPr>
          <p:cNvSpPr>
            <a:spLocks noGrp="1"/>
          </p:cNvSpPr>
          <p:nvPr>
            <p:ph type="body" sz="quarter" idx="60" hasCustomPrompt="1"/>
          </p:nvPr>
        </p:nvSpPr>
        <p:spPr>
          <a:xfrm>
            <a:off x="33147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5270400" y="3014365"/>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37" name="Text Placeholder 17">
            <a:extLst>
              <a:ext uri="{FF2B5EF4-FFF2-40B4-BE49-F238E27FC236}">
                <a16:creationId xmlns:a16="http://schemas.microsoft.com/office/drawing/2014/main" id="{E194A757-8767-8B40-A0D2-3DD59AE90EBC}"/>
              </a:ext>
            </a:extLst>
          </p:cNvPr>
          <p:cNvSpPr>
            <a:spLocks noGrp="1"/>
          </p:cNvSpPr>
          <p:nvPr>
            <p:ph type="body" sz="quarter" idx="62" hasCustomPrompt="1"/>
          </p:nvPr>
        </p:nvSpPr>
        <p:spPr>
          <a:xfrm>
            <a:off x="72261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9181800" y="3014368"/>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3690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0" name="Text Placeholder 17">
            <a:extLst>
              <a:ext uri="{FF2B5EF4-FFF2-40B4-BE49-F238E27FC236}">
                <a16:creationId xmlns:a16="http://schemas.microsoft.com/office/drawing/2014/main" id="{5214737B-C49F-3F47-B344-D88DFF3BC5E0}"/>
              </a:ext>
            </a:extLst>
          </p:cNvPr>
          <p:cNvSpPr>
            <a:spLocks noGrp="1"/>
          </p:cNvSpPr>
          <p:nvPr>
            <p:ph type="body" sz="quarter" idx="65" hasCustomPrompt="1"/>
          </p:nvPr>
        </p:nvSpPr>
        <p:spPr>
          <a:xfrm>
            <a:off x="33247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5280415" y="5465393"/>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2" name="Text Placeholder 17">
            <a:extLst>
              <a:ext uri="{FF2B5EF4-FFF2-40B4-BE49-F238E27FC236}">
                <a16:creationId xmlns:a16="http://schemas.microsoft.com/office/drawing/2014/main" id="{A9DF13AF-1164-3C4B-BBE6-B90BA80FC6B4}"/>
              </a:ext>
            </a:extLst>
          </p:cNvPr>
          <p:cNvSpPr>
            <a:spLocks noGrp="1"/>
          </p:cNvSpPr>
          <p:nvPr>
            <p:ph type="body" sz="quarter" idx="67" hasCustomPrompt="1"/>
          </p:nvPr>
        </p:nvSpPr>
        <p:spPr>
          <a:xfrm>
            <a:off x="72361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9191815" y="5465396"/>
            <a:ext cx="1650600" cy="484977"/>
          </a:xfrm>
        </p:spPr>
        <p:txBody>
          <a:bodyPr anchor="ctr">
            <a:noAutofit/>
          </a:bodyPr>
          <a:lstStyle>
            <a:lvl1pPr algn="ctr">
              <a:spcAft>
                <a:spcPts val="0"/>
              </a:spcAft>
              <a:defRPr sz="1600" b="1">
                <a:solidFill>
                  <a:schemeClr val="accent1"/>
                </a:solidFill>
              </a:defRPr>
            </a:lvl1pPr>
            <a:lvl2pPr marL="0" indent="0" algn="ctr">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1066386507"/>
      </p:ext>
    </p:extLst>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1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43686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8280000" y="1214460"/>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43686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8280000" y="3657069"/>
            <a:ext cx="1650600" cy="1650600"/>
          </a:xfrm>
          <a:prstGeom prst="ellipse">
            <a:avLst/>
          </a:prstGeom>
          <a:solidFill>
            <a:schemeClr val="bg1">
              <a:lumMod val="85000"/>
            </a:schemeClr>
          </a:solidFill>
        </p:spPr>
        <p:txBody>
          <a:body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23601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6271511" y="1477170"/>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10182911" y="1477173"/>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23701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6281525" y="3928198"/>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10192925" y="3928201"/>
            <a:ext cx="1650600" cy="484977"/>
          </a:xfrm>
        </p:spPr>
        <p:txBody>
          <a:bodyPr anchor="ctr">
            <a:noAutofit/>
          </a:bodyPr>
          <a:lstStyle>
            <a:lvl1pPr algn="l">
              <a:spcAft>
                <a:spcPts val="0"/>
              </a:spcAft>
              <a:defRPr sz="1600" b="1">
                <a:solidFill>
                  <a:schemeClr val="accent1"/>
                </a:solidFill>
              </a:defRPr>
            </a:lvl1pPr>
            <a:lvl2pPr marL="0" indent="0" algn="l">
              <a:spcBef>
                <a:spcPts val="400"/>
              </a:spcBef>
              <a:buFont typeface="Arial" panose="020B0604020202020204" pitchFamily="34" charset="0"/>
              <a:buNone/>
              <a:defRPr sz="1467" i="1"/>
            </a:lvl2pPr>
          </a:lstStyle>
          <a:p>
            <a:pPr lvl="0"/>
            <a:r>
              <a:rPr lang="en-US"/>
              <a:t>Name</a:t>
            </a:r>
          </a:p>
          <a:p>
            <a:pPr lvl="1"/>
            <a:r>
              <a:rPr lang="en-US"/>
              <a:t>Title</a:t>
            </a:r>
          </a:p>
        </p:txBody>
      </p:sp>
    </p:spTree>
    <p:extLst>
      <p:ext uri="{BB962C8B-B14F-4D97-AF65-F5344CB8AC3E}">
        <p14:creationId xmlns:p14="http://schemas.microsoft.com/office/powerpoint/2010/main" val="3669658421"/>
      </p:ext>
    </p:extLst>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2_Ten Images and Captions">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DBFDAD9-6320-48A9-B45C-F84E2C98332A}"/>
              </a:ext>
            </a:extLst>
          </p:cNvPr>
          <p:cNvSpPr>
            <a:spLocks noGrp="1"/>
          </p:cNvSpPr>
          <p:nvPr>
            <p:ph type="dt" sz="half" idx="10"/>
          </p:nvPr>
        </p:nvSpPr>
        <p:spPr>
          <a:xfrm>
            <a:off x="10957007" y="8640233"/>
            <a:ext cx="963019" cy="288000"/>
          </a:xfrm>
          <a:prstGeom prst="rect">
            <a:avLst/>
          </a:prstGeom>
        </p:spPr>
        <p:txBody>
          <a:bodyPr vert="horz" lIns="0" tIns="0" rIns="0" bIns="0" rtlCol="0" anchor="ctr">
            <a:noAutofit/>
          </a:bodyPr>
          <a:lstStyle>
            <a:defPPr>
              <a:defRPr lang="en-US"/>
            </a:defPPr>
            <a:lvl1pPr marL="0" algn="l" defTabSz="304792" rtl="0" eaLnBrk="1" latinLnBrk="0" hangingPunct="1">
              <a:defRPr sz="933" kern="1200">
                <a:solidFill>
                  <a:schemeClr val="bg2"/>
                </a:solidFill>
                <a:latin typeface="+mn-lt"/>
                <a:ea typeface="+mn-ea"/>
                <a:cs typeface="+mn-cs"/>
              </a:defRPr>
            </a:lvl1pPr>
            <a:lvl2pPr marL="304792" algn="l" defTabSz="304792" rtl="0" eaLnBrk="1" latinLnBrk="0" hangingPunct="1">
              <a:defRPr sz="1200" kern="1200">
                <a:solidFill>
                  <a:schemeClr val="tx1"/>
                </a:solidFill>
                <a:latin typeface="+mn-lt"/>
                <a:ea typeface="+mn-ea"/>
                <a:cs typeface="+mn-cs"/>
              </a:defRPr>
            </a:lvl2pPr>
            <a:lvl3pPr marL="609585" algn="l" defTabSz="304792" rtl="0" eaLnBrk="1" latinLnBrk="0" hangingPunct="1">
              <a:defRPr sz="1200" kern="1200">
                <a:solidFill>
                  <a:schemeClr val="tx1"/>
                </a:solidFill>
                <a:latin typeface="+mn-lt"/>
                <a:ea typeface="+mn-ea"/>
                <a:cs typeface="+mn-cs"/>
              </a:defRPr>
            </a:lvl3pPr>
            <a:lvl4pPr marL="914377" algn="l" defTabSz="304792" rtl="0" eaLnBrk="1" latinLnBrk="0" hangingPunct="1">
              <a:defRPr sz="1200" kern="1200">
                <a:solidFill>
                  <a:schemeClr val="tx1"/>
                </a:solidFill>
                <a:latin typeface="+mn-lt"/>
                <a:ea typeface="+mn-ea"/>
                <a:cs typeface="+mn-cs"/>
              </a:defRPr>
            </a:lvl4pPr>
            <a:lvl5pPr marL="1219170" algn="l" defTabSz="304792" rtl="0" eaLnBrk="1" latinLnBrk="0" hangingPunct="1">
              <a:defRPr sz="1200" kern="1200">
                <a:solidFill>
                  <a:schemeClr val="tx1"/>
                </a:solidFill>
                <a:latin typeface="+mn-lt"/>
                <a:ea typeface="+mn-ea"/>
                <a:cs typeface="+mn-cs"/>
              </a:defRPr>
            </a:lvl5pPr>
            <a:lvl6pPr marL="1523962" algn="l" defTabSz="304792" rtl="0" eaLnBrk="1" latinLnBrk="0" hangingPunct="1">
              <a:defRPr sz="1200" kern="1200">
                <a:solidFill>
                  <a:schemeClr val="tx1"/>
                </a:solidFill>
                <a:latin typeface="+mn-lt"/>
                <a:ea typeface="+mn-ea"/>
                <a:cs typeface="+mn-cs"/>
              </a:defRPr>
            </a:lvl6pPr>
            <a:lvl7pPr marL="1828754" algn="l" defTabSz="304792" rtl="0" eaLnBrk="1" latinLnBrk="0" hangingPunct="1">
              <a:defRPr sz="1200" kern="1200">
                <a:solidFill>
                  <a:schemeClr val="tx1"/>
                </a:solidFill>
                <a:latin typeface="+mn-lt"/>
                <a:ea typeface="+mn-ea"/>
                <a:cs typeface="+mn-cs"/>
              </a:defRPr>
            </a:lvl7pPr>
            <a:lvl8pPr marL="2133547" algn="l" defTabSz="304792" rtl="0" eaLnBrk="1" latinLnBrk="0" hangingPunct="1">
              <a:defRPr sz="1200" kern="1200">
                <a:solidFill>
                  <a:schemeClr val="tx1"/>
                </a:solidFill>
                <a:latin typeface="+mn-lt"/>
                <a:ea typeface="+mn-ea"/>
                <a:cs typeface="+mn-cs"/>
              </a:defRPr>
            </a:lvl8pPr>
            <a:lvl9pPr marL="2438339" algn="l" defTabSz="304792" rtl="0" eaLnBrk="1" latinLnBrk="0" hangingPunct="1">
              <a:defRPr sz="1200" kern="1200">
                <a:solidFill>
                  <a:schemeClr val="tx1"/>
                </a:solidFill>
                <a:latin typeface="+mn-lt"/>
                <a:ea typeface="+mn-ea"/>
                <a:cs typeface="+mn-cs"/>
              </a:defRPr>
            </a:lvl9pPr>
          </a:lstStyle>
          <a:p>
            <a:endParaRPr lang="en-GB"/>
          </a:p>
        </p:txBody>
      </p:sp>
      <p:sp>
        <p:nvSpPr>
          <p:cNvPr id="5" name="Slide Number Placeholder 4">
            <a:extLst>
              <a:ext uri="{FF2B5EF4-FFF2-40B4-BE49-F238E27FC236}">
                <a16:creationId xmlns:a16="http://schemas.microsoft.com/office/drawing/2014/main" id="{A2F07556-384E-4545-9AB5-A0F93C782A07}"/>
              </a:ext>
            </a:extLst>
          </p:cNvPr>
          <p:cNvSpPr>
            <a:spLocks noGrp="1"/>
          </p:cNvSpPr>
          <p:nvPr>
            <p:ph type="sldNum" sz="quarter" idx="12"/>
          </p:nvPr>
        </p:nvSpPr>
        <p:spPr/>
        <p:txBody>
          <a:bodyPr/>
          <a:lstStyle/>
          <a:p>
            <a:fld id="{29CC380D-5F44-41E8-971E-CDD19ED6F8E3}" type="slidenum">
              <a:rPr lang="en-GB" smtClean="0"/>
              <a:pPr/>
              <a:t>‹#›</a:t>
            </a:fld>
            <a:endParaRPr lang="en-GB"/>
          </a:p>
        </p:txBody>
      </p:sp>
      <p:sp>
        <p:nvSpPr>
          <p:cNvPr id="4" name="Title 3">
            <a:extLst>
              <a:ext uri="{FF2B5EF4-FFF2-40B4-BE49-F238E27FC236}">
                <a16:creationId xmlns:a16="http://schemas.microsoft.com/office/drawing/2014/main" id="{D4B865D8-1C9F-AF45-B1F2-90AC4C2D1AF6}"/>
              </a:ext>
            </a:extLst>
          </p:cNvPr>
          <p:cNvSpPr>
            <a:spLocks noGrp="1"/>
          </p:cNvSpPr>
          <p:nvPr>
            <p:ph type="title"/>
          </p:nvPr>
        </p:nvSpPr>
        <p:spPr/>
        <p:txBody>
          <a:bodyPr/>
          <a:lstStyle/>
          <a:p>
            <a:r>
              <a:rPr lang="en-US"/>
              <a:t>Click to edit Master title style</a:t>
            </a:r>
          </a:p>
        </p:txBody>
      </p:sp>
      <p:sp>
        <p:nvSpPr>
          <p:cNvPr id="38" name="Picture Placeholder 6">
            <a:extLst>
              <a:ext uri="{FF2B5EF4-FFF2-40B4-BE49-F238E27FC236}">
                <a16:creationId xmlns:a16="http://schemas.microsoft.com/office/drawing/2014/main" id="{C22955AA-FEFD-5040-9C3B-C821496B46D7}"/>
              </a:ext>
            </a:extLst>
          </p:cNvPr>
          <p:cNvSpPr>
            <a:spLocks noGrp="1" noChangeAspect="1"/>
          </p:cNvSpPr>
          <p:nvPr>
            <p:ph type="pic" sz="quarter" idx="31"/>
          </p:nvPr>
        </p:nvSpPr>
        <p:spPr>
          <a:xfrm>
            <a:off x="45720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0" name="Picture Placeholder 6">
            <a:extLst>
              <a:ext uri="{FF2B5EF4-FFF2-40B4-BE49-F238E27FC236}">
                <a16:creationId xmlns:a16="http://schemas.microsoft.com/office/drawing/2014/main" id="{C43BA59E-724A-AB42-B801-4B550B9A6E88}"/>
              </a:ext>
            </a:extLst>
          </p:cNvPr>
          <p:cNvSpPr>
            <a:spLocks noGrp="1" noChangeAspect="1"/>
          </p:cNvSpPr>
          <p:nvPr>
            <p:ph type="pic" sz="quarter" idx="33"/>
          </p:nvPr>
        </p:nvSpPr>
        <p:spPr>
          <a:xfrm>
            <a:off x="3251732"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5" name="Picture Placeholder 6">
            <a:extLst>
              <a:ext uri="{FF2B5EF4-FFF2-40B4-BE49-F238E27FC236}">
                <a16:creationId xmlns:a16="http://schemas.microsoft.com/office/drawing/2014/main" id="{8BAE87D9-3F8C-C245-A245-FADFA310BA9B}"/>
              </a:ext>
            </a:extLst>
          </p:cNvPr>
          <p:cNvSpPr>
            <a:spLocks noGrp="1" noChangeAspect="1"/>
          </p:cNvSpPr>
          <p:nvPr>
            <p:ph type="pic" sz="quarter" idx="27"/>
          </p:nvPr>
        </p:nvSpPr>
        <p:spPr>
          <a:xfrm>
            <a:off x="6050099"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48" name="Picture Placeholder 6">
            <a:extLst>
              <a:ext uri="{FF2B5EF4-FFF2-40B4-BE49-F238E27FC236}">
                <a16:creationId xmlns:a16="http://schemas.microsoft.com/office/drawing/2014/main" id="{438D6873-BE96-2546-8427-4365148081D5}"/>
              </a:ext>
            </a:extLst>
          </p:cNvPr>
          <p:cNvSpPr>
            <a:spLocks noGrp="1" noChangeAspect="1"/>
          </p:cNvSpPr>
          <p:nvPr>
            <p:ph type="pic" sz="quarter" idx="39"/>
          </p:nvPr>
        </p:nvSpPr>
        <p:spPr>
          <a:xfrm>
            <a:off x="45720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0" name="Picture Placeholder 6">
            <a:extLst>
              <a:ext uri="{FF2B5EF4-FFF2-40B4-BE49-F238E27FC236}">
                <a16:creationId xmlns:a16="http://schemas.microsoft.com/office/drawing/2014/main" id="{E6AF9491-2B93-7A4B-A4AD-93EB4B1B24FC}"/>
              </a:ext>
            </a:extLst>
          </p:cNvPr>
          <p:cNvSpPr>
            <a:spLocks noGrp="1" noChangeAspect="1"/>
          </p:cNvSpPr>
          <p:nvPr>
            <p:ph type="pic" sz="quarter" idx="41"/>
          </p:nvPr>
        </p:nvSpPr>
        <p:spPr>
          <a:xfrm>
            <a:off x="3251732"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55" name="Picture Placeholder 6">
            <a:extLst>
              <a:ext uri="{FF2B5EF4-FFF2-40B4-BE49-F238E27FC236}">
                <a16:creationId xmlns:a16="http://schemas.microsoft.com/office/drawing/2014/main" id="{4D65803D-C671-C74A-8E5D-482B32FF563F}"/>
              </a:ext>
            </a:extLst>
          </p:cNvPr>
          <p:cNvSpPr>
            <a:spLocks noGrp="1" noChangeAspect="1"/>
          </p:cNvSpPr>
          <p:nvPr>
            <p:ph type="pic" sz="quarter" idx="46"/>
          </p:nvPr>
        </p:nvSpPr>
        <p:spPr>
          <a:xfrm>
            <a:off x="6050099"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34" name="Text Placeholder 17">
            <a:extLst>
              <a:ext uri="{FF2B5EF4-FFF2-40B4-BE49-F238E27FC236}">
                <a16:creationId xmlns:a16="http://schemas.microsoft.com/office/drawing/2014/main" id="{B1EA32E2-33AF-A042-A99C-83EC2303CD77}"/>
              </a:ext>
            </a:extLst>
          </p:cNvPr>
          <p:cNvSpPr>
            <a:spLocks noGrp="1"/>
          </p:cNvSpPr>
          <p:nvPr>
            <p:ph type="body" sz="quarter" idx="58" hasCustomPrompt="1"/>
          </p:nvPr>
        </p:nvSpPr>
        <p:spPr>
          <a:xfrm>
            <a:off x="168106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36" name="Text Placeholder 17">
            <a:extLst>
              <a:ext uri="{FF2B5EF4-FFF2-40B4-BE49-F238E27FC236}">
                <a16:creationId xmlns:a16="http://schemas.microsoft.com/office/drawing/2014/main" id="{2BCDFDB2-6962-2C45-9560-12E105561B48}"/>
              </a:ext>
            </a:extLst>
          </p:cNvPr>
          <p:cNvSpPr>
            <a:spLocks noGrp="1"/>
          </p:cNvSpPr>
          <p:nvPr>
            <p:ph type="body" sz="quarter" idx="61" hasCustomPrompt="1"/>
          </p:nvPr>
        </p:nvSpPr>
        <p:spPr>
          <a:xfrm>
            <a:off x="4495623" y="1214457"/>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8" name="Text Placeholder 17">
            <a:extLst>
              <a:ext uri="{FF2B5EF4-FFF2-40B4-BE49-F238E27FC236}">
                <a16:creationId xmlns:a16="http://schemas.microsoft.com/office/drawing/2014/main" id="{D3E8FA35-64D5-4547-9548-19CAA96EF1F3}"/>
              </a:ext>
            </a:extLst>
          </p:cNvPr>
          <p:cNvSpPr>
            <a:spLocks noGrp="1"/>
          </p:cNvSpPr>
          <p:nvPr>
            <p:ph type="body" sz="quarter" idx="63" hasCustomPrompt="1"/>
          </p:nvPr>
        </p:nvSpPr>
        <p:spPr>
          <a:xfrm>
            <a:off x="7273960"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59" name="Text Placeholder 17">
            <a:extLst>
              <a:ext uri="{FF2B5EF4-FFF2-40B4-BE49-F238E27FC236}">
                <a16:creationId xmlns:a16="http://schemas.microsoft.com/office/drawing/2014/main" id="{69CE46AA-308F-7442-9842-1D1561DEB94B}"/>
              </a:ext>
            </a:extLst>
          </p:cNvPr>
          <p:cNvSpPr>
            <a:spLocks noGrp="1"/>
          </p:cNvSpPr>
          <p:nvPr>
            <p:ph type="body" sz="quarter" idx="64" hasCustomPrompt="1"/>
          </p:nvPr>
        </p:nvSpPr>
        <p:spPr>
          <a:xfrm>
            <a:off x="169107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1" name="Text Placeholder 17">
            <a:extLst>
              <a:ext uri="{FF2B5EF4-FFF2-40B4-BE49-F238E27FC236}">
                <a16:creationId xmlns:a16="http://schemas.microsoft.com/office/drawing/2014/main" id="{4B1E1BFC-A209-3245-BD30-DE1E05B1A035}"/>
              </a:ext>
            </a:extLst>
          </p:cNvPr>
          <p:cNvSpPr>
            <a:spLocks noGrp="1"/>
          </p:cNvSpPr>
          <p:nvPr>
            <p:ph type="body" sz="quarter" idx="66" hasCustomPrompt="1"/>
          </p:nvPr>
        </p:nvSpPr>
        <p:spPr>
          <a:xfrm>
            <a:off x="4505637" y="3665485"/>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3" name="Text Placeholder 17">
            <a:extLst>
              <a:ext uri="{FF2B5EF4-FFF2-40B4-BE49-F238E27FC236}">
                <a16:creationId xmlns:a16="http://schemas.microsoft.com/office/drawing/2014/main" id="{4AD9248B-A8C2-7447-81E8-207F4AB47BB9}"/>
              </a:ext>
            </a:extLst>
          </p:cNvPr>
          <p:cNvSpPr>
            <a:spLocks noGrp="1"/>
          </p:cNvSpPr>
          <p:nvPr>
            <p:ph type="body" sz="quarter" idx="68" hasCustomPrompt="1"/>
          </p:nvPr>
        </p:nvSpPr>
        <p:spPr>
          <a:xfrm>
            <a:off x="7283975"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17" name="Picture Placeholder 6">
            <a:extLst>
              <a:ext uri="{FF2B5EF4-FFF2-40B4-BE49-F238E27FC236}">
                <a16:creationId xmlns:a16="http://schemas.microsoft.com/office/drawing/2014/main" id="{D54279C9-D8C9-184F-87B4-BA4B204C8C5B}"/>
              </a:ext>
            </a:extLst>
          </p:cNvPr>
          <p:cNvSpPr>
            <a:spLocks noGrp="1" noChangeAspect="1"/>
          </p:cNvSpPr>
          <p:nvPr>
            <p:ph type="pic" sz="quarter" idx="69"/>
          </p:nvPr>
        </p:nvSpPr>
        <p:spPr>
          <a:xfrm>
            <a:off x="8858480" y="1214460"/>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8" name="Picture Placeholder 6">
            <a:extLst>
              <a:ext uri="{FF2B5EF4-FFF2-40B4-BE49-F238E27FC236}">
                <a16:creationId xmlns:a16="http://schemas.microsoft.com/office/drawing/2014/main" id="{3B8500FE-7D84-1A43-84FF-1FF6AA85DDE7}"/>
              </a:ext>
            </a:extLst>
          </p:cNvPr>
          <p:cNvSpPr>
            <a:spLocks noGrp="1" noChangeAspect="1"/>
          </p:cNvSpPr>
          <p:nvPr>
            <p:ph type="pic" sz="quarter" idx="70"/>
          </p:nvPr>
        </p:nvSpPr>
        <p:spPr>
          <a:xfrm>
            <a:off x="8858480" y="3657069"/>
            <a:ext cx="1072344" cy="1072344"/>
          </a:xfrm>
          <a:prstGeom prst="ellipse">
            <a:avLst/>
          </a:prstGeom>
          <a:solidFill>
            <a:schemeClr val="bg1">
              <a:lumMod val="85000"/>
            </a:schemeClr>
          </a:solidFill>
        </p:spPr>
        <p:txBody>
          <a:bodyPr>
            <a:normAutofit/>
          </a:bodyPr>
          <a:lstStyle>
            <a:lvl1pPr>
              <a:defRPr sz="1333"/>
            </a:lvl1pPr>
          </a:lstStyle>
          <a:p>
            <a:r>
              <a:rPr lang="en-US"/>
              <a:t>Click icon to add picture</a:t>
            </a:r>
            <a:endParaRPr lang="en-GB"/>
          </a:p>
        </p:txBody>
      </p:sp>
      <p:sp>
        <p:nvSpPr>
          <p:cNvPr id="19" name="Text Placeholder 17">
            <a:extLst>
              <a:ext uri="{FF2B5EF4-FFF2-40B4-BE49-F238E27FC236}">
                <a16:creationId xmlns:a16="http://schemas.microsoft.com/office/drawing/2014/main" id="{F20EECDE-4BFB-724F-AE26-ED1D088BC93F}"/>
              </a:ext>
            </a:extLst>
          </p:cNvPr>
          <p:cNvSpPr>
            <a:spLocks noGrp="1"/>
          </p:cNvSpPr>
          <p:nvPr>
            <p:ph type="body" sz="quarter" idx="71" hasCustomPrompt="1"/>
          </p:nvPr>
        </p:nvSpPr>
        <p:spPr>
          <a:xfrm>
            <a:off x="10082341" y="1214460"/>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20" name="Text Placeholder 17">
            <a:extLst>
              <a:ext uri="{FF2B5EF4-FFF2-40B4-BE49-F238E27FC236}">
                <a16:creationId xmlns:a16="http://schemas.microsoft.com/office/drawing/2014/main" id="{EDE6543B-D5D2-7C46-B8C6-C70EEAFD8574}"/>
              </a:ext>
            </a:extLst>
          </p:cNvPr>
          <p:cNvSpPr>
            <a:spLocks noGrp="1"/>
          </p:cNvSpPr>
          <p:nvPr>
            <p:ph type="body" sz="quarter" idx="72" hasCustomPrompt="1"/>
          </p:nvPr>
        </p:nvSpPr>
        <p:spPr>
          <a:xfrm>
            <a:off x="10092356" y="3665488"/>
            <a:ext cx="1392944" cy="1072344"/>
          </a:xfrm>
        </p:spPr>
        <p:txBody>
          <a:bodyPr anchor="b">
            <a:noAutofit/>
          </a:bodyPr>
          <a:lstStyle>
            <a:lvl1pPr algn="l">
              <a:spcAft>
                <a:spcPts val="0"/>
              </a:spcAft>
              <a:defRPr sz="1467" b="1">
                <a:solidFill>
                  <a:schemeClr val="accent1"/>
                </a:solidFill>
              </a:defRPr>
            </a:lvl1pPr>
            <a:lvl2pPr marL="0" indent="0" algn="l">
              <a:spcBef>
                <a:spcPts val="400"/>
              </a:spcBef>
              <a:buFont typeface="Arial" panose="020B0604020202020204" pitchFamily="34" charset="0"/>
              <a:buNone/>
              <a:defRPr sz="1400" i="1"/>
            </a:lvl2pPr>
          </a:lstStyle>
          <a:p>
            <a:pPr lvl="0"/>
            <a:r>
              <a:rPr lang="en-US"/>
              <a:t>Name</a:t>
            </a:r>
          </a:p>
          <a:p>
            <a:pPr lvl="1"/>
            <a:r>
              <a:rPr lang="en-US"/>
              <a:t>Title</a:t>
            </a:r>
          </a:p>
        </p:txBody>
      </p:sp>
      <p:sp>
        <p:nvSpPr>
          <p:cNvPr id="6" name="Text Placeholder 5">
            <a:extLst>
              <a:ext uri="{FF2B5EF4-FFF2-40B4-BE49-F238E27FC236}">
                <a16:creationId xmlns:a16="http://schemas.microsoft.com/office/drawing/2014/main" id="{DC1FED3A-BB9A-2043-9F73-F0D0B0F2F7EA}"/>
              </a:ext>
            </a:extLst>
          </p:cNvPr>
          <p:cNvSpPr>
            <a:spLocks noGrp="1"/>
          </p:cNvSpPr>
          <p:nvPr>
            <p:ph type="body" sz="quarter" idx="73"/>
          </p:nvPr>
        </p:nvSpPr>
        <p:spPr>
          <a:xfrm>
            <a:off x="457200" y="247015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3" name="Text Placeholder 5">
            <a:extLst>
              <a:ext uri="{FF2B5EF4-FFF2-40B4-BE49-F238E27FC236}">
                <a16:creationId xmlns:a16="http://schemas.microsoft.com/office/drawing/2014/main" id="{63081A8C-D60B-1346-BA6F-2837524E9CDC}"/>
              </a:ext>
            </a:extLst>
          </p:cNvPr>
          <p:cNvSpPr>
            <a:spLocks noGrp="1"/>
          </p:cNvSpPr>
          <p:nvPr>
            <p:ph type="body" sz="quarter" idx="74"/>
          </p:nvPr>
        </p:nvSpPr>
        <p:spPr>
          <a:xfrm>
            <a:off x="3271797" y="2470150"/>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4" name="Text Placeholder 5">
            <a:extLst>
              <a:ext uri="{FF2B5EF4-FFF2-40B4-BE49-F238E27FC236}">
                <a16:creationId xmlns:a16="http://schemas.microsoft.com/office/drawing/2014/main" id="{F560C527-94DF-4D46-89D7-1E7CB3160A88}"/>
              </a:ext>
            </a:extLst>
          </p:cNvPr>
          <p:cNvSpPr>
            <a:spLocks noGrp="1"/>
          </p:cNvSpPr>
          <p:nvPr>
            <p:ph type="body" sz="quarter" idx="75"/>
          </p:nvPr>
        </p:nvSpPr>
        <p:spPr>
          <a:xfrm>
            <a:off x="6050135" y="2463775"/>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5" name="Text Placeholder 5">
            <a:extLst>
              <a:ext uri="{FF2B5EF4-FFF2-40B4-BE49-F238E27FC236}">
                <a16:creationId xmlns:a16="http://schemas.microsoft.com/office/drawing/2014/main" id="{BA8FEE21-FF05-5C45-819F-162DEAFCE567}"/>
              </a:ext>
            </a:extLst>
          </p:cNvPr>
          <p:cNvSpPr>
            <a:spLocks noGrp="1"/>
          </p:cNvSpPr>
          <p:nvPr>
            <p:ph type="body" sz="quarter" idx="76"/>
          </p:nvPr>
        </p:nvSpPr>
        <p:spPr>
          <a:xfrm>
            <a:off x="8876805" y="2463774"/>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6" name="Text Placeholder 5">
            <a:extLst>
              <a:ext uri="{FF2B5EF4-FFF2-40B4-BE49-F238E27FC236}">
                <a16:creationId xmlns:a16="http://schemas.microsoft.com/office/drawing/2014/main" id="{4E713894-D65E-8D4F-8901-40EB76536394}"/>
              </a:ext>
            </a:extLst>
          </p:cNvPr>
          <p:cNvSpPr>
            <a:spLocks noGrp="1"/>
          </p:cNvSpPr>
          <p:nvPr>
            <p:ph type="body" sz="quarter" idx="77"/>
          </p:nvPr>
        </p:nvSpPr>
        <p:spPr>
          <a:xfrm>
            <a:off x="457200" y="4891549"/>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7" name="Text Placeholder 5">
            <a:extLst>
              <a:ext uri="{FF2B5EF4-FFF2-40B4-BE49-F238E27FC236}">
                <a16:creationId xmlns:a16="http://schemas.microsoft.com/office/drawing/2014/main" id="{F844F3E7-4948-4D44-A187-04DCFBC2FD2D}"/>
              </a:ext>
            </a:extLst>
          </p:cNvPr>
          <p:cNvSpPr>
            <a:spLocks noGrp="1"/>
          </p:cNvSpPr>
          <p:nvPr>
            <p:ph type="body" sz="quarter" idx="78"/>
          </p:nvPr>
        </p:nvSpPr>
        <p:spPr>
          <a:xfrm>
            <a:off x="3271797" y="4891547"/>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8" name="Text Placeholder 5">
            <a:extLst>
              <a:ext uri="{FF2B5EF4-FFF2-40B4-BE49-F238E27FC236}">
                <a16:creationId xmlns:a16="http://schemas.microsoft.com/office/drawing/2014/main" id="{32A66BCD-68C9-C746-B585-18E0FA191A79}"/>
              </a:ext>
            </a:extLst>
          </p:cNvPr>
          <p:cNvSpPr>
            <a:spLocks noGrp="1"/>
          </p:cNvSpPr>
          <p:nvPr>
            <p:ph type="body" sz="quarter" idx="79"/>
          </p:nvPr>
        </p:nvSpPr>
        <p:spPr>
          <a:xfrm>
            <a:off x="6050135" y="4885173"/>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
        <p:nvSpPr>
          <p:cNvPr id="29" name="Text Placeholder 5">
            <a:extLst>
              <a:ext uri="{FF2B5EF4-FFF2-40B4-BE49-F238E27FC236}">
                <a16:creationId xmlns:a16="http://schemas.microsoft.com/office/drawing/2014/main" id="{153E9A74-691A-7F43-A556-D69EE86D9603}"/>
              </a:ext>
            </a:extLst>
          </p:cNvPr>
          <p:cNvSpPr>
            <a:spLocks noGrp="1"/>
          </p:cNvSpPr>
          <p:nvPr>
            <p:ph type="body" sz="quarter" idx="80"/>
          </p:nvPr>
        </p:nvSpPr>
        <p:spPr>
          <a:xfrm>
            <a:off x="8876805" y="4885171"/>
            <a:ext cx="2626784" cy="647700"/>
          </a:xfrm>
        </p:spPr>
        <p:txBody>
          <a:bodyPr anchor="t">
            <a:noAutofit/>
          </a:bodyPr>
          <a:lstStyle>
            <a:lvl1pPr marL="228594" marR="0" indent="-228594"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sz="1333"/>
            </a:lvl1pPr>
            <a:lvl2pPr>
              <a:defRPr sz="1333"/>
            </a:lvl2pPr>
            <a:lvl3pPr>
              <a:defRPr sz="1333"/>
            </a:lvl3pPr>
            <a:lvl4pPr>
              <a:defRPr sz="1333"/>
            </a:lvl4pPr>
            <a:lvl5pPr>
              <a:defRPr sz="1333"/>
            </a:lvl5pPr>
          </a:lstStyle>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a:p>
            <a:pPr marL="121917" marR="0" lvl="0" indent="-121917" algn="l" defTabSz="914377" rtl="0" eaLnBrk="1" fontAlgn="auto" latinLnBrk="0" hangingPunct="1">
              <a:lnSpc>
                <a:spcPct val="100000"/>
              </a:lnSpc>
              <a:spcBef>
                <a:spcPts val="0"/>
              </a:spcBef>
              <a:spcAft>
                <a:spcPts val="0"/>
              </a:spcAft>
              <a:buClr>
                <a:schemeClr val="accent1"/>
              </a:buClr>
              <a:buSzPct val="120000"/>
              <a:buFont typeface="Arial" panose="020B0604020202020204" pitchFamily="34" charset="0"/>
              <a:buChar char="•"/>
              <a:tabLst/>
              <a:defRPr/>
            </a:pPr>
            <a:r>
              <a:rPr lang="en-US"/>
              <a:t>Click to edit Master text styles</a:t>
            </a:r>
          </a:p>
        </p:txBody>
      </p:sp>
    </p:spTree>
    <p:extLst>
      <p:ext uri="{BB962C8B-B14F-4D97-AF65-F5344CB8AC3E}">
        <p14:creationId xmlns:p14="http://schemas.microsoft.com/office/powerpoint/2010/main" val="3910317637"/>
      </p:ext>
    </p:extLst>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showMasterSp="0" preserve="1" userDrawn="1">
  <p:cSld name="Section Header Blue">
    <p:bg>
      <p:bgPr>
        <a:solidFill>
          <a:schemeClr val="accent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EA608C-0F52-497E-89CE-68D7FC37C49A}"/>
              </a:ext>
            </a:extLst>
          </p:cNvPr>
          <p:cNvSpPr>
            <a:spLocks/>
          </p:cNvSpPr>
          <p:nvPr userDrawn="1"/>
        </p:nvSpPr>
        <p:spPr>
          <a:xfrm>
            <a:off x="1" y="6187788"/>
            <a:ext cx="12192000" cy="67056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9" name="Graphic 12">
            <a:extLst>
              <a:ext uri="{FF2B5EF4-FFF2-40B4-BE49-F238E27FC236}">
                <a16:creationId xmlns:a16="http://schemas.microsoft.com/office/drawing/2014/main" id="{90728015-8B8E-47CC-84B3-FE9883D0F519}"/>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871104" y="6304924"/>
            <a:ext cx="1828800" cy="457200"/>
          </a:xfrm>
          <a:prstGeom prst="rect">
            <a:avLst/>
          </a:prstGeom>
        </p:spPr>
      </p:pic>
      <p:sp>
        <p:nvSpPr>
          <p:cNvPr id="2" name="Title 1"/>
          <p:cNvSpPr>
            <a:spLocks noGrp="1"/>
          </p:cNvSpPr>
          <p:nvPr>
            <p:ph type="title"/>
          </p:nvPr>
        </p:nvSpPr>
        <p:spPr>
          <a:xfrm>
            <a:off x="377825" y="1378817"/>
            <a:ext cx="9468000" cy="3214287"/>
          </a:xfrm>
        </p:spPr>
        <p:txBody>
          <a:bodyPr anchor="ctr"/>
          <a:lstStyle>
            <a:lvl1pPr>
              <a:defRPr sz="5751">
                <a:solidFill>
                  <a:schemeClr val="bg1"/>
                </a:solidFill>
              </a:defRPr>
            </a:lvl1pPr>
          </a:lstStyle>
          <a:p>
            <a:r>
              <a:rPr lang="en-US"/>
              <a:t>Click to edit Master title style</a:t>
            </a:r>
          </a:p>
        </p:txBody>
      </p:sp>
      <p:sp>
        <p:nvSpPr>
          <p:cNvPr id="3" name="Slide Number Placeholder 2">
            <a:extLst>
              <a:ext uri="{FF2B5EF4-FFF2-40B4-BE49-F238E27FC236}">
                <a16:creationId xmlns:a16="http://schemas.microsoft.com/office/drawing/2014/main" id="{78C2C004-DB56-8047-9E50-3078696689BE}"/>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2506094994"/>
      </p:ext>
    </p:extLst>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BA434-4DC6-9643-BB32-06C61234CFD3}"/>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5DAB46-F1DD-8C44-BD6C-FBE4C1AE1C0C}"/>
              </a:ext>
            </a:extLst>
          </p:cNvPr>
          <p:cNvSpPr>
            <a:spLocks noGrp="1"/>
          </p:cNvSpPr>
          <p:nvPr>
            <p:ph type="subTitle" idx="1"/>
          </p:nvPr>
        </p:nvSpPr>
        <p:spPr>
          <a:xfrm>
            <a:off x="1524000" y="3602037"/>
            <a:ext cx="9144000" cy="1655763"/>
          </a:xfrm>
          <a:prstGeom prst="rect">
            <a:avLst/>
          </a:prstGeo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Slide Number Placeholder 3">
            <a:extLst>
              <a:ext uri="{FF2B5EF4-FFF2-40B4-BE49-F238E27FC236}">
                <a16:creationId xmlns:a16="http://schemas.microsoft.com/office/drawing/2014/main" id="{1833327C-86EE-6447-9AD9-AAB246A4780A}"/>
              </a:ext>
            </a:extLst>
          </p:cNvPr>
          <p:cNvSpPr>
            <a:spLocks noGrp="1"/>
          </p:cNvSpPr>
          <p:nvPr>
            <p:ph type="sldNum" sz="quarter" idx="10"/>
          </p:nvPr>
        </p:nvSpPr>
        <p:spPr/>
        <p:txBody>
          <a:bodyPr/>
          <a:lstStyle/>
          <a:p>
            <a:fld id="{7D18A8FE-DFC8-4843-AEF2-DE4DB0CF7D65}" type="slidenum">
              <a:rPr lang="en-US" smtClean="0"/>
              <a:pPr/>
              <a:t>‹#›</a:t>
            </a:fld>
            <a:endParaRPr lang="en-US"/>
          </a:p>
        </p:txBody>
      </p:sp>
    </p:spTree>
    <p:extLst>
      <p:ext uri="{BB962C8B-B14F-4D97-AF65-F5344CB8AC3E}">
        <p14:creationId xmlns:p14="http://schemas.microsoft.com/office/powerpoint/2010/main" val="3431636775"/>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9C009-3FB8-4F4E-A482-AC79C73D06F8}"/>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71473403-38DE-7245-BBCC-89FA254EDD39}"/>
              </a:ext>
            </a:extLst>
          </p:cNvPr>
          <p:cNvSpPr>
            <a:spLocks noGrp="1"/>
          </p:cNvSpPr>
          <p:nvPr>
            <p:ph idx="1"/>
          </p:nvPr>
        </p:nvSpPr>
        <p:spPr>
          <a:xfrm>
            <a:off x="838200" y="1825625"/>
            <a:ext cx="10515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7142787"/>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708C3-C626-654D-A0FA-DB923469749D}"/>
              </a:ext>
            </a:extLst>
          </p:cNvPr>
          <p:cNvSpPr>
            <a:spLocks noGrp="1"/>
          </p:cNvSpPr>
          <p:nvPr>
            <p:ph type="title"/>
          </p:nvPr>
        </p:nvSpPr>
        <p:spPr>
          <a:xfrm>
            <a:off x="831851" y="1709740"/>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7F1E135-EB15-424A-B1F7-4FC562736B87}"/>
              </a:ext>
            </a:extLst>
          </p:cNvPr>
          <p:cNvSpPr>
            <a:spLocks noGrp="1"/>
          </p:cNvSpPr>
          <p:nvPr>
            <p:ph type="body" idx="1"/>
          </p:nvPr>
        </p:nvSpPr>
        <p:spPr>
          <a:xfrm>
            <a:off x="831851" y="4589464"/>
            <a:ext cx="10515600" cy="1500187"/>
          </a:xfrm>
          <a:prstGeom prst="rect">
            <a:avLst/>
          </a:prstGeo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192233129"/>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31E2A-71F5-314A-8195-1C12263FAD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5E581B18-65FC-804C-9048-FBB6E446B7A0}"/>
              </a:ext>
            </a:extLst>
          </p:cNvPr>
          <p:cNvSpPr>
            <a:spLocks noGrp="1"/>
          </p:cNvSpPr>
          <p:nvPr>
            <p:ph sz="half" idx="1"/>
          </p:nvPr>
        </p:nvSpPr>
        <p:spPr>
          <a:xfrm>
            <a:off x="838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3706A9-D9EF-704C-8407-0A4E83A25B1D}"/>
              </a:ext>
            </a:extLst>
          </p:cNvPr>
          <p:cNvSpPr>
            <a:spLocks noGrp="1"/>
          </p:cNvSpPr>
          <p:nvPr>
            <p:ph sz="half" idx="2"/>
          </p:nvPr>
        </p:nvSpPr>
        <p:spPr>
          <a:xfrm>
            <a:off x="6172200" y="1825625"/>
            <a:ext cx="5181600" cy="435133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02804831"/>
      </p:ext>
    </p:extLst>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FCC3A-C895-414A-BDE1-5B80F1E60FA9}"/>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DA8186EE-C912-8D42-A89B-45D1C1D740AC}"/>
              </a:ext>
            </a:extLst>
          </p:cNvPr>
          <p:cNvSpPr>
            <a:spLocks noGrp="1"/>
          </p:cNvSpPr>
          <p:nvPr>
            <p:ph type="body" idx="1"/>
          </p:nvPr>
        </p:nvSpPr>
        <p:spPr>
          <a:xfrm>
            <a:off x="839789" y="1681163"/>
            <a:ext cx="5157787"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4B74E58-BCB0-F244-B381-A4906AA48744}"/>
              </a:ext>
            </a:extLst>
          </p:cNvPr>
          <p:cNvSpPr>
            <a:spLocks noGrp="1"/>
          </p:cNvSpPr>
          <p:nvPr>
            <p:ph sz="half" idx="2"/>
          </p:nvPr>
        </p:nvSpPr>
        <p:spPr>
          <a:xfrm>
            <a:off x="839789"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3217A4E-A330-0546-87B2-BCCA9F06DA74}"/>
              </a:ext>
            </a:extLst>
          </p:cNvPr>
          <p:cNvSpPr>
            <a:spLocks noGrp="1"/>
          </p:cNvSpPr>
          <p:nvPr>
            <p:ph type="body" sz="quarter" idx="3"/>
          </p:nvPr>
        </p:nvSpPr>
        <p:spPr>
          <a:xfrm>
            <a:off x="6172201" y="1681163"/>
            <a:ext cx="5183188" cy="823912"/>
          </a:xfrm>
          <a:prstGeom prst="rect">
            <a:avLst/>
          </a:prstGeo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4BD0C7-D4E8-DB4E-9756-6310EEDB9EEF}"/>
              </a:ext>
            </a:extLst>
          </p:cNvPr>
          <p:cNvSpPr>
            <a:spLocks noGrp="1"/>
          </p:cNvSpPr>
          <p:nvPr>
            <p:ph sz="quarter" idx="4"/>
          </p:nvPr>
        </p:nvSpPr>
        <p:spPr>
          <a:xfrm>
            <a:off x="6172201"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16970020"/>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3B4C5-B772-164F-AB4C-23052772E0D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3558569353"/>
      </p:ext>
    </p:extLst>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241040"/>
      </p:ext>
    </p:extLst>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D9266-609B-8645-BE71-EF0B0D03857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8EB0FA9-02F6-8643-8756-9DACD877BA79}"/>
              </a:ext>
            </a:extLst>
          </p:cNvPr>
          <p:cNvSpPr>
            <a:spLocks noGrp="1"/>
          </p:cNvSpPr>
          <p:nvPr>
            <p:ph idx="1"/>
          </p:nvPr>
        </p:nvSpPr>
        <p:spPr>
          <a:xfrm>
            <a:off x="5183188"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71D38FE-0AE4-CA48-93BA-08D33D8CEF1A}"/>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2133932197"/>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BA00A-9CC3-5E4D-9918-EC4E1E2E953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A38C11-C39C-D34A-9359-AD4F0D59F7FA}"/>
              </a:ext>
            </a:extLst>
          </p:cNvPr>
          <p:cNvSpPr>
            <a:spLocks noGrp="1"/>
          </p:cNvSpPr>
          <p:nvPr>
            <p:ph type="pic" idx="1"/>
          </p:nvPr>
        </p:nvSpPr>
        <p:spPr>
          <a:xfrm>
            <a:off x="5183188" y="987426"/>
            <a:ext cx="6172200" cy="4873625"/>
          </a:xfrm>
          <a:prstGeom prst="rect">
            <a:avLst/>
          </a:prstGeo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0543B0BE-CA42-7D42-BED3-179B34A03F36}"/>
              </a:ext>
            </a:extLst>
          </p:cNvPr>
          <p:cNvSpPr>
            <a:spLocks noGrp="1"/>
          </p:cNvSpPr>
          <p:nvPr>
            <p:ph type="body" sz="half" idx="2"/>
          </p:nvPr>
        </p:nvSpPr>
        <p:spPr>
          <a:xfrm>
            <a:off x="839788" y="2057401"/>
            <a:ext cx="3932237" cy="3811588"/>
          </a:xfrm>
          <a:prstGeom prst="rect">
            <a:avLst/>
          </a:prstGeo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Tree>
    <p:extLst>
      <p:ext uri="{BB962C8B-B14F-4D97-AF65-F5344CB8AC3E}">
        <p14:creationId xmlns:p14="http://schemas.microsoft.com/office/powerpoint/2010/main" val="702408607"/>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88560-8B5E-0940-A5EF-BFE6D7DD1F5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3B23376-6A63-1D4B-97A8-8DEDE9BD73E0}"/>
              </a:ext>
            </a:extLst>
          </p:cNvPr>
          <p:cNvSpPr>
            <a:spLocks noGrp="1"/>
          </p:cNvSpPr>
          <p:nvPr>
            <p:ph type="body" orient="vert" idx="1"/>
          </p:nvPr>
        </p:nvSpPr>
        <p:spPr>
          <a:xfrm>
            <a:off x="838200" y="1825625"/>
            <a:ext cx="10515600" cy="43513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80077326"/>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2D6992-FBD3-134B-851F-43544AEA3722}"/>
              </a:ext>
            </a:extLst>
          </p:cNvPr>
          <p:cNvSpPr>
            <a:spLocks noGrp="1"/>
          </p:cNvSpPr>
          <p:nvPr>
            <p:ph type="title" orient="vert"/>
          </p:nvPr>
        </p:nvSpPr>
        <p:spPr>
          <a:xfrm>
            <a:off x="8724901" y="365126"/>
            <a:ext cx="2628900" cy="5811839"/>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ED0467C-4C39-A543-AAF4-A55F046D5C26}"/>
              </a:ext>
            </a:extLst>
          </p:cNvPr>
          <p:cNvSpPr>
            <a:spLocks noGrp="1"/>
          </p:cNvSpPr>
          <p:nvPr>
            <p:ph type="body" orient="vert" idx="1"/>
          </p:nvPr>
        </p:nvSpPr>
        <p:spPr>
          <a:xfrm>
            <a:off x="838201" y="365126"/>
            <a:ext cx="7734300" cy="5811839"/>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7602096"/>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531E720-419D-A44C-8A39-3510D95330DB}"/>
              </a:ext>
            </a:extLst>
          </p:cNvPr>
          <p:cNvSpPr/>
          <p:nvPr userDrawn="1"/>
        </p:nvSpPr>
        <p:spPr>
          <a:xfrm>
            <a:off x="1" y="5915056"/>
            <a:ext cx="12192000" cy="94294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8" name="Graphic 12">
            <a:extLst>
              <a:ext uri="{FF2B5EF4-FFF2-40B4-BE49-F238E27FC236}">
                <a16:creationId xmlns:a16="http://schemas.microsoft.com/office/drawing/2014/main" id="{8B63C88B-0FAC-FB42-B6F4-80D1A529DCAB}"/>
              </a:ext>
            </a:extLst>
          </p:cNvPr>
          <p:cNvPicPr>
            <a:picLocks noChangeAspect="1"/>
          </p:cNvPicPr>
          <p:nvPr userDrawn="1"/>
        </p:nvPicPr>
        <p:blipFill>
          <a:blip r:embed="rId2"/>
          <a:srcRect/>
          <a:stretch/>
        </p:blipFill>
        <p:spPr>
          <a:xfrm>
            <a:off x="4870315" y="6060351"/>
            <a:ext cx="2451372" cy="612843"/>
          </a:xfrm>
          <a:prstGeom prst="rect">
            <a:avLst/>
          </a:prstGeom>
        </p:spPr>
      </p:pic>
      <p:sp>
        <p:nvSpPr>
          <p:cNvPr id="10" name="Freeform 9">
            <a:extLst>
              <a:ext uri="{FF2B5EF4-FFF2-40B4-BE49-F238E27FC236}">
                <a16:creationId xmlns:a16="http://schemas.microsoft.com/office/drawing/2014/main" id="{BD712132-CDEC-3641-9E3D-94726B2F1A29}"/>
              </a:ext>
            </a:extLst>
          </p:cNvPr>
          <p:cNvSpPr/>
          <p:nvPr userDrawn="1"/>
        </p:nvSpPr>
        <p:spPr>
          <a:xfrm>
            <a:off x="10342177" y="-1"/>
            <a:ext cx="909296" cy="468852"/>
          </a:xfrm>
          <a:custGeom>
            <a:avLst/>
            <a:gdLst>
              <a:gd name="connsiteX0" fmla="*/ 2151 w 681972"/>
              <a:gd name="connsiteY0" fmla="*/ 0 h 351639"/>
              <a:gd name="connsiteX1" fmla="*/ 679821 w 681972"/>
              <a:gd name="connsiteY1" fmla="*/ 0 h 351639"/>
              <a:gd name="connsiteX2" fmla="*/ 681972 w 681972"/>
              <a:gd name="connsiteY2" fmla="*/ 10653 h 351639"/>
              <a:gd name="connsiteX3" fmla="*/ 340986 w 681972"/>
              <a:gd name="connsiteY3" fmla="*/ 351639 h 351639"/>
              <a:gd name="connsiteX4" fmla="*/ 0 w 681972"/>
              <a:gd name="connsiteY4" fmla="*/ 10653 h 3516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1972" h="351639">
                <a:moveTo>
                  <a:pt x="2151" y="0"/>
                </a:moveTo>
                <a:lnTo>
                  <a:pt x="679821" y="0"/>
                </a:lnTo>
                <a:lnTo>
                  <a:pt x="681972" y="10653"/>
                </a:lnTo>
                <a:cubicBezTo>
                  <a:pt x="681972" y="198974"/>
                  <a:pt x="529307" y="351639"/>
                  <a:pt x="340986" y="351639"/>
                </a:cubicBezTo>
                <a:cubicBezTo>
                  <a:pt x="152665" y="351639"/>
                  <a:pt x="0" y="198974"/>
                  <a:pt x="0" y="10653"/>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1" name="Freeform 10">
            <a:extLst>
              <a:ext uri="{FF2B5EF4-FFF2-40B4-BE49-F238E27FC236}">
                <a16:creationId xmlns:a16="http://schemas.microsoft.com/office/drawing/2014/main" id="{AB6A8D74-240E-094D-9B42-F592AEF534A3}"/>
              </a:ext>
            </a:extLst>
          </p:cNvPr>
          <p:cNvSpPr/>
          <p:nvPr userDrawn="1"/>
        </p:nvSpPr>
        <p:spPr>
          <a:xfrm>
            <a:off x="0" y="1894700"/>
            <a:ext cx="1878056" cy="909296"/>
          </a:xfrm>
          <a:custGeom>
            <a:avLst/>
            <a:gdLst>
              <a:gd name="connsiteX0" fmla="*/ 0 w 1408542"/>
              <a:gd name="connsiteY0" fmla="*/ 0 h 681972"/>
              <a:gd name="connsiteX1" fmla="*/ 1067556 w 1408542"/>
              <a:gd name="connsiteY1" fmla="*/ 0 h 681972"/>
              <a:gd name="connsiteX2" fmla="*/ 1408542 w 1408542"/>
              <a:gd name="connsiteY2" fmla="*/ 340986 h 681972"/>
              <a:gd name="connsiteX3" fmla="*/ 1408541 w 1408542"/>
              <a:gd name="connsiteY3" fmla="*/ 340986 h 681972"/>
              <a:gd name="connsiteX4" fmla="*/ 1067555 w 1408542"/>
              <a:gd name="connsiteY4" fmla="*/ 681972 h 681972"/>
              <a:gd name="connsiteX5" fmla="*/ 0 w 1408542"/>
              <a:gd name="connsiteY5" fmla="*/ 681971 h 681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08542" h="681972">
                <a:moveTo>
                  <a:pt x="0" y="0"/>
                </a:moveTo>
                <a:lnTo>
                  <a:pt x="1067556" y="0"/>
                </a:lnTo>
                <a:cubicBezTo>
                  <a:pt x="1255877" y="0"/>
                  <a:pt x="1408542" y="152665"/>
                  <a:pt x="1408542" y="340986"/>
                </a:cubicBezTo>
                <a:lnTo>
                  <a:pt x="1408541" y="340986"/>
                </a:lnTo>
                <a:cubicBezTo>
                  <a:pt x="1408541" y="529307"/>
                  <a:pt x="1255876" y="681972"/>
                  <a:pt x="1067555" y="681972"/>
                </a:cubicBezTo>
                <a:lnTo>
                  <a:pt x="0" y="68197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TextBox 11">
            <a:extLst>
              <a:ext uri="{FF2B5EF4-FFF2-40B4-BE49-F238E27FC236}">
                <a16:creationId xmlns:a16="http://schemas.microsoft.com/office/drawing/2014/main" id="{4D75B536-EBC7-4B40-8C47-A4B1834E410D}"/>
              </a:ext>
            </a:extLst>
          </p:cNvPr>
          <p:cNvSpPr txBox="1"/>
          <p:nvPr userDrawn="1"/>
        </p:nvSpPr>
        <p:spPr>
          <a:xfrm>
            <a:off x="0" y="2897304"/>
            <a:ext cx="12192000" cy="985648"/>
          </a:xfrm>
          <a:prstGeom prst="rect">
            <a:avLst/>
          </a:prstGeom>
          <a:noFill/>
        </p:spPr>
        <p:txBody>
          <a:bodyPr wrap="square" rtlCol="0" anchor="ctr">
            <a:noAutofit/>
          </a:bodyPr>
          <a:lstStyle/>
          <a:p>
            <a:pPr algn="ctr"/>
            <a:r>
              <a:rPr lang="en-US" sz="4800" b="1">
                <a:solidFill>
                  <a:srgbClr val="171717"/>
                </a:solidFill>
                <a:latin typeface="+mj-lt"/>
                <a:ea typeface="+mj-ea"/>
                <a:cs typeface="Arial" panose="020B0604020202020204" pitchFamily="34" charset="0"/>
              </a:rPr>
              <a:t>Thank you</a:t>
            </a:r>
            <a:endParaRPr lang="en-US" sz="2400">
              <a:latin typeface="+mj-lt"/>
            </a:endParaRPr>
          </a:p>
        </p:txBody>
      </p:sp>
    </p:spTree>
    <p:extLst>
      <p:ext uri="{BB962C8B-B14F-4D97-AF65-F5344CB8AC3E}">
        <p14:creationId xmlns:p14="http://schemas.microsoft.com/office/powerpoint/2010/main" val="3477346431"/>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guide id="3" pos="216">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theme" Target="../theme/theme1.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71" Type="http://schemas.openxmlformats.org/officeDocument/2006/relationships/slideLayout" Target="../slideLayouts/slideLayout7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81.xml"/><Relationship Id="rId13" Type="http://schemas.openxmlformats.org/officeDocument/2006/relationships/slideLayout" Target="../slideLayouts/slideLayout86.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slideLayout" Target="../slideLayouts/slideLayout85.xml"/><Relationship Id="rId2" Type="http://schemas.openxmlformats.org/officeDocument/2006/relationships/slideLayout" Target="../slideLayouts/slideLayout75.xml"/><Relationship Id="rId16" Type="http://schemas.openxmlformats.org/officeDocument/2006/relationships/theme" Target="../theme/theme2.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5" Type="http://schemas.openxmlformats.org/officeDocument/2006/relationships/slideLayout" Target="../slideLayouts/slideLayout8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 Id="rId14" Type="http://schemas.openxmlformats.org/officeDocument/2006/relationships/slideLayout" Target="../slideLayouts/slideLayout8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14.xml"/><Relationship Id="rId21" Type="http://schemas.openxmlformats.org/officeDocument/2006/relationships/slideLayout" Target="../slideLayouts/slideLayout109.xml"/><Relationship Id="rId42" Type="http://schemas.openxmlformats.org/officeDocument/2006/relationships/slideLayout" Target="../slideLayouts/slideLayout130.xml"/><Relationship Id="rId47" Type="http://schemas.openxmlformats.org/officeDocument/2006/relationships/slideLayout" Target="../slideLayouts/slideLayout135.xml"/><Relationship Id="rId63" Type="http://schemas.openxmlformats.org/officeDocument/2006/relationships/slideLayout" Target="../slideLayouts/slideLayout151.xml"/><Relationship Id="rId68" Type="http://schemas.openxmlformats.org/officeDocument/2006/relationships/slideLayout" Target="../slideLayouts/slideLayout156.xml"/><Relationship Id="rId84" Type="http://schemas.openxmlformats.org/officeDocument/2006/relationships/slideLayout" Target="../slideLayouts/slideLayout172.xml"/><Relationship Id="rId89" Type="http://schemas.openxmlformats.org/officeDocument/2006/relationships/image" Target="../media/image13.png"/><Relationship Id="rId16" Type="http://schemas.openxmlformats.org/officeDocument/2006/relationships/slideLayout" Target="../slideLayouts/slideLayout104.xml"/><Relationship Id="rId11" Type="http://schemas.openxmlformats.org/officeDocument/2006/relationships/slideLayout" Target="../slideLayouts/slideLayout99.xml"/><Relationship Id="rId32" Type="http://schemas.openxmlformats.org/officeDocument/2006/relationships/slideLayout" Target="../slideLayouts/slideLayout120.xml"/><Relationship Id="rId37" Type="http://schemas.openxmlformats.org/officeDocument/2006/relationships/slideLayout" Target="../slideLayouts/slideLayout125.xml"/><Relationship Id="rId53" Type="http://schemas.openxmlformats.org/officeDocument/2006/relationships/slideLayout" Target="../slideLayouts/slideLayout141.xml"/><Relationship Id="rId58" Type="http://schemas.openxmlformats.org/officeDocument/2006/relationships/slideLayout" Target="../slideLayouts/slideLayout146.xml"/><Relationship Id="rId74" Type="http://schemas.openxmlformats.org/officeDocument/2006/relationships/slideLayout" Target="../slideLayouts/slideLayout162.xml"/><Relationship Id="rId79" Type="http://schemas.openxmlformats.org/officeDocument/2006/relationships/slideLayout" Target="../slideLayouts/slideLayout167.xml"/><Relationship Id="rId5" Type="http://schemas.openxmlformats.org/officeDocument/2006/relationships/slideLayout" Target="../slideLayouts/slideLayout93.xml"/><Relationship Id="rId14" Type="http://schemas.openxmlformats.org/officeDocument/2006/relationships/slideLayout" Target="../slideLayouts/slideLayout102.xml"/><Relationship Id="rId22" Type="http://schemas.openxmlformats.org/officeDocument/2006/relationships/slideLayout" Target="../slideLayouts/slideLayout110.xml"/><Relationship Id="rId27" Type="http://schemas.openxmlformats.org/officeDocument/2006/relationships/slideLayout" Target="../slideLayouts/slideLayout115.xml"/><Relationship Id="rId30" Type="http://schemas.openxmlformats.org/officeDocument/2006/relationships/slideLayout" Target="../slideLayouts/slideLayout118.xml"/><Relationship Id="rId35" Type="http://schemas.openxmlformats.org/officeDocument/2006/relationships/slideLayout" Target="../slideLayouts/slideLayout123.xml"/><Relationship Id="rId43" Type="http://schemas.openxmlformats.org/officeDocument/2006/relationships/slideLayout" Target="../slideLayouts/slideLayout131.xml"/><Relationship Id="rId48" Type="http://schemas.openxmlformats.org/officeDocument/2006/relationships/slideLayout" Target="../slideLayouts/slideLayout136.xml"/><Relationship Id="rId56" Type="http://schemas.openxmlformats.org/officeDocument/2006/relationships/slideLayout" Target="../slideLayouts/slideLayout144.xml"/><Relationship Id="rId64" Type="http://schemas.openxmlformats.org/officeDocument/2006/relationships/slideLayout" Target="../slideLayouts/slideLayout152.xml"/><Relationship Id="rId69" Type="http://schemas.openxmlformats.org/officeDocument/2006/relationships/slideLayout" Target="../slideLayouts/slideLayout157.xml"/><Relationship Id="rId77" Type="http://schemas.openxmlformats.org/officeDocument/2006/relationships/slideLayout" Target="../slideLayouts/slideLayout165.xml"/><Relationship Id="rId8" Type="http://schemas.openxmlformats.org/officeDocument/2006/relationships/slideLayout" Target="../slideLayouts/slideLayout96.xml"/><Relationship Id="rId51" Type="http://schemas.openxmlformats.org/officeDocument/2006/relationships/slideLayout" Target="../slideLayouts/slideLayout139.xml"/><Relationship Id="rId72" Type="http://schemas.openxmlformats.org/officeDocument/2006/relationships/slideLayout" Target="../slideLayouts/slideLayout160.xml"/><Relationship Id="rId80" Type="http://schemas.openxmlformats.org/officeDocument/2006/relationships/slideLayout" Target="../slideLayouts/slideLayout168.xml"/><Relationship Id="rId85" Type="http://schemas.openxmlformats.org/officeDocument/2006/relationships/theme" Target="../theme/theme3.xml"/><Relationship Id="rId3" Type="http://schemas.openxmlformats.org/officeDocument/2006/relationships/slideLayout" Target="../slideLayouts/slideLayout91.xml"/><Relationship Id="rId12" Type="http://schemas.openxmlformats.org/officeDocument/2006/relationships/slideLayout" Target="../slideLayouts/slideLayout100.xml"/><Relationship Id="rId17" Type="http://schemas.openxmlformats.org/officeDocument/2006/relationships/slideLayout" Target="../slideLayouts/slideLayout105.xml"/><Relationship Id="rId25" Type="http://schemas.openxmlformats.org/officeDocument/2006/relationships/slideLayout" Target="../slideLayouts/slideLayout113.xml"/><Relationship Id="rId33" Type="http://schemas.openxmlformats.org/officeDocument/2006/relationships/slideLayout" Target="../slideLayouts/slideLayout121.xml"/><Relationship Id="rId38" Type="http://schemas.openxmlformats.org/officeDocument/2006/relationships/slideLayout" Target="../slideLayouts/slideLayout126.xml"/><Relationship Id="rId46" Type="http://schemas.openxmlformats.org/officeDocument/2006/relationships/slideLayout" Target="../slideLayouts/slideLayout134.xml"/><Relationship Id="rId59" Type="http://schemas.openxmlformats.org/officeDocument/2006/relationships/slideLayout" Target="../slideLayouts/slideLayout147.xml"/><Relationship Id="rId67" Type="http://schemas.openxmlformats.org/officeDocument/2006/relationships/slideLayout" Target="../slideLayouts/slideLayout155.xml"/><Relationship Id="rId20" Type="http://schemas.openxmlformats.org/officeDocument/2006/relationships/slideLayout" Target="../slideLayouts/slideLayout108.xml"/><Relationship Id="rId41" Type="http://schemas.openxmlformats.org/officeDocument/2006/relationships/slideLayout" Target="../slideLayouts/slideLayout129.xml"/><Relationship Id="rId54" Type="http://schemas.openxmlformats.org/officeDocument/2006/relationships/slideLayout" Target="../slideLayouts/slideLayout142.xml"/><Relationship Id="rId62" Type="http://schemas.openxmlformats.org/officeDocument/2006/relationships/slideLayout" Target="../slideLayouts/slideLayout150.xml"/><Relationship Id="rId70" Type="http://schemas.openxmlformats.org/officeDocument/2006/relationships/slideLayout" Target="../slideLayouts/slideLayout158.xml"/><Relationship Id="rId75" Type="http://schemas.openxmlformats.org/officeDocument/2006/relationships/slideLayout" Target="../slideLayouts/slideLayout163.xml"/><Relationship Id="rId83" Type="http://schemas.openxmlformats.org/officeDocument/2006/relationships/slideLayout" Target="../slideLayouts/slideLayout171.xml"/><Relationship Id="rId88" Type="http://schemas.openxmlformats.org/officeDocument/2006/relationships/image" Target="../media/image12.emf"/><Relationship Id="rId1" Type="http://schemas.openxmlformats.org/officeDocument/2006/relationships/slideLayout" Target="../slideLayouts/slideLayout89.xml"/><Relationship Id="rId6" Type="http://schemas.openxmlformats.org/officeDocument/2006/relationships/slideLayout" Target="../slideLayouts/slideLayout94.xml"/><Relationship Id="rId15" Type="http://schemas.openxmlformats.org/officeDocument/2006/relationships/slideLayout" Target="../slideLayouts/slideLayout103.xml"/><Relationship Id="rId23" Type="http://schemas.openxmlformats.org/officeDocument/2006/relationships/slideLayout" Target="../slideLayouts/slideLayout111.xml"/><Relationship Id="rId28" Type="http://schemas.openxmlformats.org/officeDocument/2006/relationships/slideLayout" Target="../slideLayouts/slideLayout116.xml"/><Relationship Id="rId36" Type="http://schemas.openxmlformats.org/officeDocument/2006/relationships/slideLayout" Target="../slideLayouts/slideLayout124.xml"/><Relationship Id="rId49" Type="http://schemas.openxmlformats.org/officeDocument/2006/relationships/slideLayout" Target="../slideLayouts/slideLayout137.xml"/><Relationship Id="rId57" Type="http://schemas.openxmlformats.org/officeDocument/2006/relationships/slideLayout" Target="../slideLayouts/slideLayout145.xml"/><Relationship Id="rId10" Type="http://schemas.openxmlformats.org/officeDocument/2006/relationships/slideLayout" Target="../slideLayouts/slideLayout98.xml"/><Relationship Id="rId31" Type="http://schemas.openxmlformats.org/officeDocument/2006/relationships/slideLayout" Target="../slideLayouts/slideLayout119.xml"/><Relationship Id="rId44" Type="http://schemas.openxmlformats.org/officeDocument/2006/relationships/slideLayout" Target="../slideLayouts/slideLayout132.xml"/><Relationship Id="rId52" Type="http://schemas.openxmlformats.org/officeDocument/2006/relationships/slideLayout" Target="../slideLayouts/slideLayout140.xml"/><Relationship Id="rId60" Type="http://schemas.openxmlformats.org/officeDocument/2006/relationships/slideLayout" Target="../slideLayouts/slideLayout148.xml"/><Relationship Id="rId65" Type="http://schemas.openxmlformats.org/officeDocument/2006/relationships/slideLayout" Target="../slideLayouts/slideLayout153.xml"/><Relationship Id="rId73" Type="http://schemas.openxmlformats.org/officeDocument/2006/relationships/slideLayout" Target="../slideLayouts/slideLayout161.xml"/><Relationship Id="rId78" Type="http://schemas.openxmlformats.org/officeDocument/2006/relationships/slideLayout" Target="../slideLayouts/slideLayout166.xml"/><Relationship Id="rId81" Type="http://schemas.openxmlformats.org/officeDocument/2006/relationships/slideLayout" Target="../slideLayouts/slideLayout169.xml"/><Relationship Id="rId86" Type="http://schemas.openxmlformats.org/officeDocument/2006/relationships/tags" Target="../tags/tag3.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3" Type="http://schemas.openxmlformats.org/officeDocument/2006/relationships/slideLayout" Target="../slideLayouts/slideLayout101.xml"/><Relationship Id="rId18" Type="http://schemas.openxmlformats.org/officeDocument/2006/relationships/slideLayout" Target="../slideLayouts/slideLayout106.xml"/><Relationship Id="rId39" Type="http://schemas.openxmlformats.org/officeDocument/2006/relationships/slideLayout" Target="../slideLayouts/slideLayout127.xml"/><Relationship Id="rId34" Type="http://schemas.openxmlformats.org/officeDocument/2006/relationships/slideLayout" Target="../slideLayouts/slideLayout122.xml"/><Relationship Id="rId50" Type="http://schemas.openxmlformats.org/officeDocument/2006/relationships/slideLayout" Target="../slideLayouts/slideLayout138.xml"/><Relationship Id="rId55" Type="http://schemas.openxmlformats.org/officeDocument/2006/relationships/slideLayout" Target="../slideLayouts/slideLayout143.xml"/><Relationship Id="rId76" Type="http://schemas.openxmlformats.org/officeDocument/2006/relationships/slideLayout" Target="../slideLayouts/slideLayout164.xml"/><Relationship Id="rId7" Type="http://schemas.openxmlformats.org/officeDocument/2006/relationships/slideLayout" Target="../slideLayouts/slideLayout95.xml"/><Relationship Id="rId71" Type="http://schemas.openxmlformats.org/officeDocument/2006/relationships/slideLayout" Target="../slideLayouts/slideLayout159.xml"/><Relationship Id="rId2" Type="http://schemas.openxmlformats.org/officeDocument/2006/relationships/slideLayout" Target="../slideLayouts/slideLayout90.xml"/><Relationship Id="rId29" Type="http://schemas.openxmlformats.org/officeDocument/2006/relationships/slideLayout" Target="../slideLayouts/slideLayout117.xml"/><Relationship Id="rId24" Type="http://schemas.openxmlformats.org/officeDocument/2006/relationships/slideLayout" Target="../slideLayouts/slideLayout112.xml"/><Relationship Id="rId40" Type="http://schemas.openxmlformats.org/officeDocument/2006/relationships/slideLayout" Target="../slideLayouts/slideLayout128.xml"/><Relationship Id="rId45" Type="http://schemas.openxmlformats.org/officeDocument/2006/relationships/slideLayout" Target="../slideLayouts/slideLayout133.xml"/><Relationship Id="rId66" Type="http://schemas.openxmlformats.org/officeDocument/2006/relationships/slideLayout" Target="../slideLayouts/slideLayout154.xml"/><Relationship Id="rId87" Type="http://schemas.openxmlformats.org/officeDocument/2006/relationships/oleObject" Target="../embeddings/oleObject2.bin"/><Relationship Id="rId61" Type="http://schemas.openxmlformats.org/officeDocument/2006/relationships/slideLayout" Target="../slideLayouts/slideLayout149.xml"/><Relationship Id="rId82" Type="http://schemas.openxmlformats.org/officeDocument/2006/relationships/slideLayout" Target="../slideLayouts/slideLayout170.xml"/><Relationship Id="rId19" Type="http://schemas.openxmlformats.org/officeDocument/2006/relationships/slideLayout" Target="../slideLayouts/slideLayout107.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85.xml"/><Relationship Id="rId18" Type="http://schemas.openxmlformats.org/officeDocument/2006/relationships/slideLayout" Target="../slideLayouts/slideLayout190.xml"/><Relationship Id="rId26" Type="http://schemas.openxmlformats.org/officeDocument/2006/relationships/slideLayout" Target="../slideLayouts/slideLayout198.xml"/><Relationship Id="rId39" Type="http://schemas.openxmlformats.org/officeDocument/2006/relationships/slideLayout" Target="../slideLayouts/slideLayout211.xml"/><Relationship Id="rId21" Type="http://schemas.openxmlformats.org/officeDocument/2006/relationships/slideLayout" Target="../slideLayouts/slideLayout193.xml"/><Relationship Id="rId34" Type="http://schemas.openxmlformats.org/officeDocument/2006/relationships/slideLayout" Target="../slideLayouts/slideLayout206.xml"/><Relationship Id="rId42" Type="http://schemas.openxmlformats.org/officeDocument/2006/relationships/slideLayout" Target="../slideLayouts/slideLayout214.xml"/><Relationship Id="rId47" Type="http://schemas.openxmlformats.org/officeDocument/2006/relationships/oleObject" Target="../embeddings/oleObject5.bin"/><Relationship Id="rId7" Type="http://schemas.openxmlformats.org/officeDocument/2006/relationships/slideLayout" Target="../slideLayouts/slideLayout179.xml"/><Relationship Id="rId2" Type="http://schemas.openxmlformats.org/officeDocument/2006/relationships/slideLayout" Target="../slideLayouts/slideLayout174.xml"/><Relationship Id="rId16" Type="http://schemas.openxmlformats.org/officeDocument/2006/relationships/slideLayout" Target="../slideLayouts/slideLayout188.xml"/><Relationship Id="rId29" Type="http://schemas.openxmlformats.org/officeDocument/2006/relationships/slideLayout" Target="../slideLayouts/slideLayout201.xml"/><Relationship Id="rId1" Type="http://schemas.openxmlformats.org/officeDocument/2006/relationships/slideLayout" Target="../slideLayouts/slideLayout173.xml"/><Relationship Id="rId6" Type="http://schemas.openxmlformats.org/officeDocument/2006/relationships/slideLayout" Target="../slideLayouts/slideLayout178.xml"/><Relationship Id="rId11" Type="http://schemas.openxmlformats.org/officeDocument/2006/relationships/slideLayout" Target="../slideLayouts/slideLayout183.xml"/><Relationship Id="rId24" Type="http://schemas.openxmlformats.org/officeDocument/2006/relationships/slideLayout" Target="../slideLayouts/slideLayout196.xml"/><Relationship Id="rId32" Type="http://schemas.openxmlformats.org/officeDocument/2006/relationships/slideLayout" Target="../slideLayouts/slideLayout204.xml"/><Relationship Id="rId37" Type="http://schemas.openxmlformats.org/officeDocument/2006/relationships/slideLayout" Target="../slideLayouts/slideLayout209.xml"/><Relationship Id="rId40" Type="http://schemas.openxmlformats.org/officeDocument/2006/relationships/slideLayout" Target="../slideLayouts/slideLayout212.xml"/><Relationship Id="rId45" Type="http://schemas.openxmlformats.org/officeDocument/2006/relationships/theme" Target="../theme/theme4.xml"/><Relationship Id="rId5" Type="http://schemas.openxmlformats.org/officeDocument/2006/relationships/slideLayout" Target="../slideLayouts/slideLayout177.xml"/><Relationship Id="rId15" Type="http://schemas.openxmlformats.org/officeDocument/2006/relationships/slideLayout" Target="../slideLayouts/slideLayout187.xml"/><Relationship Id="rId23" Type="http://schemas.openxmlformats.org/officeDocument/2006/relationships/slideLayout" Target="../slideLayouts/slideLayout195.xml"/><Relationship Id="rId28" Type="http://schemas.openxmlformats.org/officeDocument/2006/relationships/slideLayout" Target="../slideLayouts/slideLayout200.xml"/><Relationship Id="rId36" Type="http://schemas.openxmlformats.org/officeDocument/2006/relationships/slideLayout" Target="../slideLayouts/slideLayout208.xml"/><Relationship Id="rId10" Type="http://schemas.openxmlformats.org/officeDocument/2006/relationships/slideLayout" Target="../slideLayouts/slideLayout182.xml"/><Relationship Id="rId19" Type="http://schemas.openxmlformats.org/officeDocument/2006/relationships/slideLayout" Target="../slideLayouts/slideLayout191.xml"/><Relationship Id="rId31" Type="http://schemas.openxmlformats.org/officeDocument/2006/relationships/slideLayout" Target="../slideLayouts/slideLayout203.xml"/><Relationship Id="rId44" Type="http://schemas.openxmlformats.org/officeDocument/2006/relationships/slideLayout" Target="../slideLayouts/slideLayout216.xml"/><Relationship Id="rId4" Type="http://schemas.openxmlformats.org/officeDocument/2006/relationships/slideLayout" Target="../slideLayouts/slideLayout176.xml"/><Relationship Id="rId9" Type="http://schemas.openxmlformats.org/officeDocument/2006/relationships/slideLayout" Target="../slideLayouts/slideLayout181.xml"/><Relationship Id="rId14" Type="http://schemas.openxmlformats.org/officeDocument/2006/relationships/slideLayout" Target="../slideLayouts/slideLayout186.xml"/><Relationship Id="rId22" Type="http://schemas.openxmlformats.org/officeDocument/2006/relationships/slideLayout" Target="../slideLayouts/slideLayout194.xml"/><Relationship Id="rId27" Type="http://schemas.openxmlformats.org/officeDocument/2006/relationships/slideLayout" Target="../slideLayouts/slideLayout199.xml"/><Relationship Id="rId30" Type="http://schemas.openxmlformats.org/officeDocument/2006/relationships/slideLayout" Target="../slideLayouts/slideLayout202.xml"/><Relationship Id="rId35" Type="http://schemas.openxmlformats.org/officeDocument/2006/relationships/slideLayout" Target="../slideLayouts/slideLayout207.xml"/><Relationship Id="rId43" Type="http://schemas.openxmlformats.org/officeDocument/2006/relationships/slideLayout" Target="../slideLayouts/slideLayout215.xml"/><Relationship Id="rId48" Type="http://schemas.openxmlformats.org/officeDocument/2006/relationships/image" Target="../media/image12.emf"/><Relationship Id="rId8" Type="http://schemas.openxmlformats.org/officeDocument/2006/relationships/slideLayout" Target="../slideLayouts/slideLayout180.xml"/><Relationship Id="rId3" Type="http://schemas.openxmlformats.org/officeDocument/2006/relationships/slideLayout" Target="../slideLayouts/slideLayout175.xml"/><Relationship Id="rId12" Type="http://schemas.openxmlformats.org/officeDocument/2006/relationships/slideLayout" Target="../slideLayouts/slideLayout184.xml"/><Relationship Id="rId17" Type="http://schemas.openxmlformats.org/officeDocument/2006/relationships/slideLayout" Target="../slideLayouts/slideLayout189.xml"/><Relationship Id="rId25" Type="http://schemas.openxmlformats.org/officeDocument/2006/relationships/slideLayout" Target="../slideLayouts/slideLayout197.xml"/><Relationship Id="rId33" Type="http://schemas.openxmlformats.org/officeDocument/2006/relationships/slideLayout" Target="../slideLayouts/slideLayout205.xml"/><Relationship Id="rId38" Type="http://schemas.openxmlformats.org/officeDocument/2006/relationships/slideLayout" Target="../slideLayouts/slideLayout210.xml"/><Relationship Id="rId46" Type="http://schemas.openxmlformats.org/officeDocument/2006/relationships/tags" Target="../tags/tag12.xml"/><Relationship Id="rId20" Type="http://schemas.openxmlformats.org/officeDocument/2006/relationships/slideLayout" Target="../slideLayouts/slideLayout192.xml"/><Relationship Id="rId41" Type="http://schemas.openxmlformats.org/officeDocument/2006/relationships/slideLayout" Target="../slideLayouts/slideLayout21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24.xml"/><Relationship Id="rId13" Type="http://schemas.openxmlformats.org/officeDocument/2006/relationships/slideLayout" Target="../slideLayouts/slideLayout229.xml"/><Relationship Id="rId18" Type="http://schemas.openxmlformats.org/officeDocument/2006/relationships/slideLayout" Target="../slideLayouts/slideLayout234.xml"/><Relationship Id="rId3" Type="http://schemas.openxmlformats.org/officeDocument/2006/relationships/slideLayout" Target="../slideLayouts/slideLayout219.xml"/><Relationship Id="rId21" Type="http://schemas.openxmlformats.org/officeDocument/2006/relationships/oleObject" Target="../embeddings/oleObject6.bin"/><Relationship Id="rId7" Type="http://schemas.openxmlformats.org/officeDocument/2006/relationships/slideLayout" Target="../slideLayouts/slideLayout223.xml"/><Relationship Id="rId12" Type="http://schemas.openxmlformats.org/officeDocument/2006/relationships/slideLayout" Target="../slideLayouts/slideLayout228.xml"/><Relationship Id="rId17" Type="http://schemas.openxmlformats.org/officeDocument/2006/relationships/slideLayout" Target="../slideLayouts/slideLayout233.xml"/><Relationship Id="rId2" Type="http://schemas.openxmlformats.org/officeDocument/2006/relationships/slideLayout" Target="../slideLayouts/slideLayout218.xml"/><Relationship Id="rId16" Type="http://schemas.openxmlformats.org/officeDocument/2006/relationships/slideLayout" Target="../slideLayouts/slideLayout232.xml"/><Relationship Id="rId20" Type="http://schemas.openxmlformats.org/officeDocument/2006/relationships/tags" Target="../tags/tag13.xml"/><Relationship Id="rId1" Type="http://schemas.openxmlformats.org/officeDocument/2006/relationships/slideLayout" Target="../slideLayouts/slideLayout217.xml"/><Relationship Id="rId6" Type="http://schemas.openxmlformats.org/officeDocument/2006/relationships/slideLayout" Target="../slideLayouts/slideLayout222.xml"/><Relationship Id="rId11" Type="http://schemas.openxmlformats.org/officeDocument/2006/relationships/slideLayout" Target="../slideLayouts/slideLayout227.xml"/><Relationship Id="rId5" Type="http://schemas.openxmlformats.org/officeDocument/2006/relationships/slideLayout" Target="../slideLayouts/slideLayout221.xml"/><Relationship Id="rId15" Type="http://schemas.openxmlformats.org/officeDocument/2006/relationships/slideLayout" Target="../slideLayouts/slideLayout231.xml"/><Relationship Id="rId10" Type="http://schemas.openxmlformats.org/officeDocument/2006/relationships/slideLayout" Target="../slideLayouts/slideLayout226.xml"/><Relationship Id="rId19" Type="http://schemas.openxmlformats.org/officeDocument/2006/relationships/theme" Target="../theme/theme5.xml"/><Relationship Id="rId4" Type="http://schemas.openxmlformats.org/officeDocument/2006/relationships/slideLayout" Target="../slideLayouts/slideLayout220.xml"/><Relationship Id="rId9" Type="http://schemas.openxmlformats.org/officeDocument/2006/relationships/slideLayout" Target="../slideLayouts/slideLayout225.xml"/><Relationship Id="rId14" Type="http://schemas.openxmlformats.org/officeDocument/2006/relationships/slideLayout" Target="../slideLayouts/slideLayout230.xml"/><Relationship Id="rId22" Type="http://schemas.openxmlformats.org/officeDocument/2006/relationships/image" Target="../media/image18.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42.xml"/><Relationship Id="rId13" Type="http://schemas.openxmlformats.org/officeDocument/2006/relationships/slideLayout" Target="../slideLayouts/slideLayout247.xml"/><Relationship Id="rId18" Type="http://schemas.openxmlformats.org/officeDocument/2006/relationships/tags" Target="../tags/tag16.xml"/><Relationship Id="rId3" Type="http://schemas.openxmlformats.org/officeDocument/2006/relationships/slideLayout" Target="../slideLayouts/slideLayout237.xml"/><Relationship Id="rId7" Type="http://schemas.openxmlformats.org/officeDocument/2006/relationships/slideLayout" Target="../slideLayouts/slideLayout241.xml"/><Relationship Id="rId12" Type="http://schemas.openxmlformats.org/officeDocument/2006/relationships/slideLayout" Target="../slideLayouts/slideLayout246.xml"/><Relationship Id="rId17" Type="http://schemas.openxmlformats.org/officeDocument/2006/relationships/theme" Target="../theme/theme6.xml"/><Relationship Id="rId2" Type="http://schemas.openxmlformats.org/officeDocument/2006/relationships/slideLayout" Target="../slideLayouts/slideLayout236.xml"/><Relationship Id="rId16" Type="http://schemas.openxmlformats.org/officeDocument/2006/relationships/slideLayout" Target="../slideLayouts/slideLayout250.xml"/><Relationship Id="rId20" Type="http://schemas.openxmlformats.org/officeDocument/2006/relationships/image" Target="../media/image26.emf"/><Relationship Id="rId1" Type="http://schemas.openxmlformats.org/officeDocument/2006/relationships/slideLayout" Target="../slideLayouts/slideLayout235.xml"/><Relationship Id="rId6" Type="http://schemas.openxmlformats.org/officeDocument/2006/relationships/slideLayout" Target="../slideLayouts/slideLayout240.xml"/><Relationship Id="rId11" Type="http://schemas.openxmlformats.org/officeDocument/2006/relationships/slideLayout" Target="../slideLayouts/slideLayout245.xml"/><Relationship Id="rId5" Type="http://schemas.openxmlformats.org/officeDocument/2006/relationships/slideLayout" Target="../slideLayouts/slideLayout239.xml"/><Relationship Id="rId15" Type="http://schemas.openxmlformats.org/officeDocument/2006/relationships/slideLayout" Target="../slideLayouts/slideLayout249.xml"/><Relationship Id="rId10" Type="http://schemas.openxmlformats.org/officeDocument/2006/relationships/slideLayout" Target="../slideLayouts/slideLayout244.xml"/><Relationship Id="rId19" Type="http://schemas.openxmlformats.org/officeDocument/2006/relationships/oleObject" Target="../embeddings/oleObject8.bin"/><Relationship Id="rId4" Type="http://schemas.openxmlformats.org/officeDocument/2006/relationships/slideLayout" Target="../slideLayouts/slideLayout238.xml"/><Relationship Id="rId9" Type="http://schemas.openxmlformats.org/officeDocument/2006/relationships/slideLayout" Target="../slideLayouts/slideLayout243.xml"/><Relationship Id="rId14" Type="http://schemas.openxmlformats.org/officeDocument/2006/relationships/slideLayout" Target="../slideLayouts/slideLayout248.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263.xml"/><Relationship Id="rId18" Type="http://schemas.openxmlformats.org/officeDocument/2006/relationships/slideLayout" Target="../slideLayouts/slideLayout268.xml"/><Relationship Id="rId26" Type="http://schemas.openxmlformats.org/officeDocument/2006/relationships/slideLayout" Target="../slideLayouts/slideLayout276.xml"/><Relationship Id="rId39" Type="http://schemas.openxmlformats.org/officeDocument/2006/relationships/slideLayout" Target="../slideLayouts/slideLayout289.xml"/><Relationship Id="rId21" Type="http://schemas.openxmlformats.org/officeDocument/2006/relationships/slideLayout" Target="../slideLayouts/slideLayout271.xml"/><Relationship Id="rId34" Type="http://schemas.openxmlformats.org/officeDocument/2006/relationships/slideLayout" Target="../slideLayouts/slideLayout284.xml"/><Relationship Id="rId42" Type="http://schemas.openxmlformats.org/officeDocument/2006/relationships/slideLayout" Target="../slideLayouts/slideLayout292.xml"/><Relationship Id="rId47" Type="http://schemas.openxmlformats.org/officeDocument/2006/relationships/slideLayout" Target="../slideLayouts/slideLayout297.xml"/><Relationship Id="rId50" Type="http://schemas.openxmlformats.org/officeDocument/2006/relationships/slideLayout" Target="../slideLayouts/slideLayout300.xml"/><Relationship Id="rId55" Type="http://schemas.openxmlformats.org/officeDocument/2006/relationships/image" Target="../media/image10.png"/><Relationship Id="rId7" Type="http://schemas.openxmlformats.org/officeDocument/2006/relationships/slideLayout" Target="../slideLayouts/slideLayout257.xml"/><Relationship Id="rId2" Type="http://schemas.openxmlformats.org/officeDocument/2006/relationships/slideLayout" Target="../slideLayouts/slideLayout252.xml"/><Relationship Id="rId16" Type="http://schemas.openxmlformats.org/officeDocument/2006/relationships/slideLayout" Target="../slideLayouts/slideLayout266.xml"/><Relationship Id="rId29" Type="http://schemas.openxmlformats.org/officeDocument/2006/relationships/slideLayout" Target="../slideLayouts/slideLayout279.xml"/><Relationship Id="rId11" Type="http://schemas.openxmlformats.org/officeDocument/2006/relationships/slideLayout" Target="../slideLayouts/slideLayout261.xml"/><Relationship Id="rId24" Type="http://schemas.openxmlformats.org/officeDocument/2006/relationships/slideLayout" Target="../slideLayouts/slideLayout274.xml"/><Relationship Id="rId32" Type="http://schemas.openxmlformats.org/officeDocument/2006/relationships/slideLayout" Target="../slideLayouts/slideLayout282.xml"/><Relationship Id="rId37" Type="http://schemas.openxmlformats.org/officeDocument/2006/relationships/slideLayout" Target="../slideLayouts/slideLayout287.xml"/><Relationship Id="rId40" Type="http://schemas.openxmlformats.org/officeDocument/2006/relationships/slideLayout" Target="../slideLayouts/slideLayout290.xml"/><Relationship Id="rId45" Type="http://schemas.openxmlformats.org/officeDocument/2006/relationships/slideLayout" Target="../slideLayouts/slideLayout295.xml"/><Relationship Id="rId53" Type="http://schemas.openxmlformats.org/officeDocument/2006/relationships/slideLayout" Target="../slideLayouts/slideLayout303.xml"/><Relationship Id="rId5" Type="http://schemas.openxmlformats.org/officeDocument/2006/relationships/slideLayout" Target="../slideLayouts/slideLayout255.xml"/><Relationship Id="rId10" Type="http://schemas.openxmlformats.org/officeDocument/2006/relationships/slideLayout" Target="../slideLayouts/slideLayout260.xml"/><Relationship Id="rId19" Type="http://schemas.openxmlformats.org/officeDocument/2006/relationships/slideLayout" Target="../slideLayouts/slideLayout269.xml"/><Relationship Id="rId31" Type="http://schemas.openxmlformats.org/officeDocument/2006/relationships/slideLayout" Target="../slideLayouts/slideLayout281.xml"/><Relationship Id="rId44" Type="http://schemas.openxmlformats.org/officeDocument/2006/relationships/slideLayout" Target="../slideLayouts/slideLayout294.xml"/><Relationship Id="rId52" Type="http://schemas.openxmlformats.org/officeDocument/2006/relationships/slideLayout" Target="../slideLayouts/slideLayout302.xml"/><Relationship Id="rId4" Type="http://schemas.openxmlformats.org/officeDocument/2006/relationships/slideLayout" Target="../slideLayouts/slideLayout254.xml"/><Relationship Id="rId9" Type="http://schemas.openxmlformats.org/officeDocument/2006/relationships/slideLayout" Target="../slideLayouts/slideLayout259.xml"/><Relationship Id="rId14" Type="http://schemas.openxmlformats.org/officeDocument/2006/relationships/slideLayout" Target="../slideLayouts/slideLayout264.xml"/><Relationship Id="rId22" Type="http://schemas.openxmlformats.org/officeDocument/2006/relationships/slideLayout" Target="../slideLayouts/slideLayout272.xml"/><Relationship Id="rId27" Type="http://schemas.openxmlformats.org/officeDocument/2006/relationships/slideLayout" Target="../slideLayouts/slideLayout277.xml"/><Relationship Id="rId30" Type="http://schemas.openxmlformats.org/officeDocument/2006/relationships/slideLayout" Target="../slideLayouts/slideLayout280.xml"/><Relationship Id="rId35" Type="http://schemas.openxmlformats.org/officeDocument/2006/relationships/slideLayout" Target="../slideLayouts/slideLayout285.xml"/><Relationship Id="rId43" Type="http://schemas.openxmlformats.org/officeDocument/2006/relationships/slideLayout" Target="../slideLayouts/slideLayout293.xml"/><Relationship Id="rId48" Type="http://schemas.openxmlformats.org/officeDocument/2006/relationships/slideLayout" Target="../slideLayouts/slideLayout298.xml"/><Relationship Id="rId56" Type="http://schemas.openxmlformats.org/officeDocument/2006/relationships/image" Target="../media/image11.svg"/><Relationship Id="rId8" Type="http://schemas.openxmlformats.org/officeDocument/2006/relationships/slideLayout" Target="../slideLayouts/slideLayout258.xml"/><Relationship Id="rId51" Type="http://schemas.openxmlformats.org/officeDocument/2006/relationships/slideLayout" Target="../slideLayouts/slideLayout301.xml"/><Relationship Id="rId3" Type="http://schemas.openxmlformats.org/officeDocument/2006/relationships/slideLayout" Target="../slideLayouts/slideLayout253.xml"/><Relationship Id="rId12" Type="http://schemas.openxmlformats.org/officeDocument/2006/relationships/slideLayout" Target="../slideLayouts/slideLayout262.xml"/><Relationship Id="rId17" Type="http://schemas.openxmlformats.org/officeDocument/2006/relationships/slideLayout" Target="../slideLayouts/slideLayout267.xml"/><Relationship Id="rId25" Type="http://schemas.openxmlformats.org/officeDocument/2006/relationships/slideLayout" Target="../slideLayouts/slideLayout275.xml"/><Relationship Id="rId33" Type="http://schemas.openxmlformats.org/officeDocument/2006/relationships/slideLayout" Target="../slideLayouts/slideLayout283.xml"/><Relationship Id="rId38" Type="http://schemas.openxmlformats.org/officeDocument/2006/relationships/slideLayout" Target="../slideLayouts/slideLayout288.xml"/><Relationship Id="rId46" Type="http://schemas.openxmlformats.org/officeDocument/2006/relationships/slideLayout" Target="../slideLayouts/slideLayout296.xml"/><Relationship Id="rId20" Type="http://schemas.openxmlformats.org/officeDocument/2006/relationships/slideLayout" Target="../slideLayouts/slideLayout270.xml"/><Relationship Id="rId41" Type="http://schemas.openxmlformats.org/officeDocument/2006/relationships/slideLayout" Target="../slideLayouts/slideLayout291.xml"/><Relationship Id="rId54" Type="http://schemas.openxmlformats.org/officeDocument/2006/relationships/theme" Target="../theme/theme7.xml"/><Relationship Id="rId1" Type="http://schemas.openxmlformats.org/officeDocument/2006/relationships/slideLayout" Target="../slideLayouts/slideLayout251.xml"/><Relationship Id="rId6" Type="http://schemas.openxmlformats.org/officeDocument/2006/relationships/slideLayout" Target="../slideLayouts/slideLayout256.xml"/><Relationship Id="rId15" Type="http://schemas.openxmlformats.org/officeDocument/2006/relationships/slideLayout" Target="../slideLayouts/slideLayout265.xml"/><Relationship Id="rId23" Type="http://schemas.openxmlformats.org/officeDocument/2006/relationships/slideLayout" Target="../slideLayouts/slideLayout273.xml"/><Relationship Id="rId28" Type="http://schemas.openxmlformats.org/officeDocument/2006/relationships/slideLayout" Target="../slideLayouts/slideLayout278.xml"/><Relationship Id="rId36" Type="http://schemas.openxmlformats.org/officeDocument/2006/relationships/slideLayout" Target="../slideLayouts/slideLayout286.xml"/><Relationship Id="rId49" Type="http://schemas.openxmlformats.org/officeDocument/2006/relationships/slideLayout" Target="../slideLayouts/slideLayout29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9699151A-712D-4B42-B57E-14532744C92E}"/>
              </a:ext>
            </a:extLst>
          </p:cNvPr>
          <p:cNvPicPr>
            <a:picLocks noChangeAspect="1"/>
          </p:cNvPicPr>
          <p:nvPr userDrawn="1"/>
        </p:nvPicPr>
        <p:blipFill>
          <a:blip r:embed="rId75" cstate="screen">
            <a:extLst>
              <a:ext uri="{28A0092B-C50C-407E-A947-70E740481C1C}">
                <a14:useLocalDpi xmlns:a14="http://schemas.microsoft.com/office/drawing/2010/main"/>
              </a:ext>
            </a:extLst>
          </a:blip>
          <a:srcRect/>
          <a:stretch/>
        </p:blipFill>
        <p:spPr>
          <a:xfrm>
            <a:off x="9860955" y="6338369"/>
            <a:ext cx="1828800" cy="392763"/>
          </a:xfrm>
          <a:prstGeom prst="rect">
            <a:avLst/>
          </a:prstGeom>
        </p:spPr>
      </p:pic>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0" y="192969"/>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0" y="1576551"/>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7E38C402-0E2C-B297-29CD-2C929636C9C8}"/>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3751961532"/>
      </p:ext>
    </p:extLst>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 id="2147484004" r:id="rId10"/>
    <p:sldLayoutId id="2147484005" r:id="rId11"/>
    <p:sldLayoutId id="2147484006" r:id="rId12"/>
    <p:sldLayoutId id="2147484007" r:id="rId13"/>
    <p:sldLayoutId id="2147484008" r:id="rId14"/>
    <p:sldLayoutId id="2147484009" r:id="rId15"/>
    <p:sldLayoutId id="2147484010" r:id="rId16"/>
    <p:sldLayoutId id="2147484011" r:id="rId17"/>
    <p:sldLayoutId id="2147484012" r:id="rId18"/>
    <p:sldLayoutId id="2147484013" r:id="rId19"/>
    <p:sldLayoutId id="2147484014" r:id="rId20"/>
    <p:sldLayoutId id="2147484015" r:id="rId21"/>
    <p:sldLayoutId id="2147484016" r:id="rId22"/>
    <p:sldLayoutId id="2147484017" r:id="rId23"/>
    <p:sldLayoutId id="2147484018" r:id="rId24"/>
    <p:sldLayoutId id="2147484019" r:id="rId25"/>
    <p:sldLayoutId id="2147484020" r:id="rId26"/>
    <p:sldLayoutId id="2147484021" r:id="rId27"/>
    <p:sldLayoutId id="2147484022" r:id="rId28"/>
    <p:sldLayoutId id="2147484023" r:id="rId29"/>
    <p:sldLayoutId id="2147484024" r:id="rId30"/>
    <p:sldLayoutId id="2147484025" r:id="rId31"/>
    <p:sldLayoutId id="2147484026" r:id="rId32"/>
    <p:sldLayoutId id="2147484027" r:id="rId33"/>
    <p:sldLayoutId id="2147484028" r:id="rId34"/>
    <p:sldLayoutId id="2147484029" r:id="rId35"/>
    <p:sldLayoutId id="2147484030" r:id="rId36"/>
    <p:sldLayoutId id="2147484031" r:id="rId37"/>
    <p:sldLayoutId id="2147484032" r:id="rId38"/>
    <p:sldLayoutId id="2147484033" r:id="rId39"/>
    <p:sldLayoutId id="2147484034" r:id="rId40"/>
    <p:sldLayoutId id="2147484035" r:id="rId41"/>
    <p:sldLayoutId id="2147484036" r:id="rId42"/>
    <p:sldLayoutId id="2147484037" r:id="rId43"/>
    <p:sldLayoutId id="2147484038" r:id="rId44"/>
    <p:sldLayoutId id="2147484039" r:id="rId45"/>
    <p:sldLayoutId id="2147483837" r:id="rId46"/>
    <p:sldLayoutId id="2147483838" r:id="rId47"/>
    <p:sldLayoutId id="2147483858" r:id="rId48"/>
    <p:sldLayoutId id="2147483860" r:id="rId49"/>
    <p:sldLayoutId id="2147483802" r:id="rId50"/>
    <p:sldLayoutId id="2147483803" r:id="rId51"/>
    <p:sldLayoutId id="2147483804" r:id="rId52"/>
    <p:sldLayoutId id="2147483807" r:id="rId53"/>
    <p:sldLayoutId id="2147483828" r:id="rId54"/>
    <p:sldLayoutId id="2147483725" r:id="rId55"/>
    <p:sldLayoutId id="2147483726" r:id="rId56"/>
    <p:sldLayoutId id="2147483734" r:id="rId57"/>
    <p:sldLayoutId id="2147483735" r:id="rId58"/>
    <p:sldLayoutId id="2147483736" r:id="rId59"/>
    <p:sldLayoutId id="2147483737" r:id="rId60"/>
    <p:sldLayoutId id="2147483738" r:id="rId61"/>
    <p:sldLayoutId id="2147483739" r:id="rId62"/>
    <p:sldLayoutId id="2147483740" r:id="rId63"/>
    <p:sldLayoutId id="2147483741" r:id="rId64"/>
    <p:sldLayoutId id="2147483742" r:id="rId65"/>
    <p:sldLayoutId id="2147483743" r:id="rId66"/>
    <p:sldLayoutId id="2147483744" r:id="rId67"/>
    <p:sldLayoutId id="2147483745" r:id="rId68"/>
    <p:sldLayoutId id="2147483746" r:id="rId69"/>
    <p:sldLayoutId id="2147483747" r:id="rId70"/>
    <p:sldLayoutId id="2147483754" r:id="rId71"/>
    <p:sldLayoutId id="2147483755" r:id="rId72"/>
    <p:sldLayoutId id="2147483756" r:id="rId73"/>
  </p:sldLayoutIdLst>
  <p:hf hdr="0" ftr="0" dt="0"/>
  <p:txStyles>
    <p:titleStyle>
      <a:lvl1pPr algn="l" defTabSz="914377"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panose="00000500000000000000" pitchFamily="2" charset="0"/>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9" name="TextBox 8">
            <a:extLst>
              <a:ext uri="{FF2B5EF4-FFF2-40B4-BE49-F238E27FC236}">
                <a16:creationId xmlns:a16="http://schemas.microsoft.com/office/drawing/2014/main" id="{57B9AC3F-FE8D-59C2-8CB1-CAA3EED831E8}"/>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745451976"/>
      </p:ext>
    </p:extLst>
  </p:cSld>
  <p:clrMap bg1="lt1" tx1="dk1" bg2="lt2" tx2="dk2" accent1="accent1" accent2="accent2" accent3="accent3" accent4="accent4" accent5="accent5" accent6="accent6" hlink="hlink" folHlink="folHlink"/>
  <p:sldLayoutIdLst>
    <p:sldLayoutId id="2147484120" r:id="rId1"/>
    <p:sldLayoutId id="2147484121" r:id="rId2"/>
    <p:sldLayoutId id="2147484122" r:id="rId3"/>
    <p:sldLayoutId id="2147484123" r:id="rId4"/>
    <p:sldLayoutId id="2147484124" r:id="rId5"/>
    <p:sldLayoutId id="2147484125" r:id="rId6"/>
    <p:sldLayoutId id="2147484126" r:id="rId7"/>
    <p:sldLayoutId id="2147484127" r:id="rId8"/>
    <p:sldLayoutId id="2147484128" r:id="rId9"/>
    <p:sldLayoutId id="2147484129" r:id="rId10"/>
    <p:sldLayoutId id="2147484130" r:id="rId11"/>
    <p:sldLayoutId id="2147484131" r:id="rId12"/>
    <p:sldLayoutId id="2147484132" r:id="rId13"/>
    <p:sldLayoutId id="2147484133" r:id="rId14"/>
    <p:sldLayoutId id="2147484134" r:id="rId15"/>
  </p:sldLayoutIdLst>
  <p:hf hdr="0" ftr="0" dt="0"/>
  <p:txStyles>
    <p:titleStyle>
      <a:lvl1pPr algn="l" defTabSz="914332" rtl="0" eaLnBrk="1" latinLnBrk="0" hangingPunct="1">
        <a:lnSpc>
          <a:spcPct val="90000"/>
        </a:lnSpc>
        <a:spcBef>
          <a:spcPct val="0"/>
        </a:spcBef>
        <a:buNone/>
        <a:defRPr sz="4800" b="1" i="0" kern="1200">
          <a:solidFill>
            <a:schemeClr val="tx1"/>
          </a:solidFill>
          <a:latin typeface="Montserrat" panose="00000500000000000000" pitchFamily="2" charset="0"/>
          <a:ea typeface="+mj-ea"/>
          <a:cs typeface="Arial" panose="020B0604020202020204" pitchFamily="34" charset="0"/>
        </a:defRPr>
      </a:lvl1pPr>
    </p:titleStyle>
    <p:bodyStyle>
      <a:lvl1pPr marL="228584" indent="-228584" algn="l" defTabSz="914332"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61" indent="-224350" algn="l" defTabSz="914332"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8994" indent="-234933" algn="l" defTabSz="914332"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382" indent="-253982" algn="l" defTabSz="914332"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30" indent="-224350" algn="l" defTabSz="914332"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0BF4795-A953-60A9-3498-599F9EF3BE0E}"/>
              </a:ext>
            </a:extLst>
          </p:cNvPr>
          <p:cNvGraphicFramePr>
            <a:graphicFrameLocks noChangeAspect="1"/>
          </p:cNvGraphicFramePr>
          <p:nvPr userDrawn="1">
            <p:custDataLst>
              <p:tags r:id="rId86"/>
            </p:custDataLst>
            <p:extLst>
              <p:ext uri="{D42A27DB-BD31-4B8C-83A1-F6EECF244321}">
                <p14:modId xmlns:p14="http://schemas.microsoft.com/office/powerpoint/2010/main" val="4219877220"/>
              </p:ext>
            </p:extLst>
          </p:nvPr>
        </p:nvGraphicFramePr>
        <p:xfrm>
          <a:off x="1590" y="1590"/>
          <a:ext cx="1588" cy="1588"/>
        </p:xfrm>
        <a:graphic>
          <a:graphicData uri="http://schemas.openxmlformats.org/presentationml/2006/ole">
            <mc:AlternateContent xmlns:mc="http://schemas.openxmlformats.org/markup-compatibility/2006">
              <mc:Choice xmlns:v="urn:schemas-microsoft-com:vml" Requires="v">
                <p:oleObj name="think-cell Slide" r:id="rId87" imgW="395" imgH="396" progId="TCLayout.ActiveDocument.1">
                  <p:embed/>
                </p:oleObj>
              </mc:Choice>
              <mc:Fallback>
                <p:oleObj name="think-cell Slide" r:id="rId87" imgW="395" imgH="396" progId="TCLayout.ActiveDocument.1">
                  <p:embed/>
                  <p:pic>
                    <p:nvPicPr>
                      <p:cNvPr id="5" name="Object 4" hidden="1">
                        <a:extLst>
                          <a:ext uri="{FF2B5EF4-FFF2-40B4-BE49-F238E27FC236}">
                            <a16:creationId xmlns:a16="http://schemas.microsoft.com/office/drawing/2014/main" id="{70BF4795-A953-60A9-3498-599F9EF3BE0E}"/>
                          </a:ext>
                        </a:extLst>
                      </p:cNvPr>
                      <p:cNvPicPr/>
                      <p:nvPr/>
                    </p:nvPicPr>
                    <p:blipFill>
                      <a:blip r:embed="rId88"/>
                      <a:stretch>
                        <a:fillRect/>
                      </a:stretch>
                    </p:blipFill>
                    <p:spPr>
                      <a:xfrm>
                        <a:off x="1590" y="1590"/>
                        <a:ext cx="1588" cy="1588"/>
                      </a:xfrm>
                      <a:prstGeom prst="rect">
                        <a:avLst/>
                      </a:prstGeom>
                    </p:spPr>
                  </p:pic>
                </p:oleObj>
              </mc:Fallback>
            </mc:AlternateContent>
          </a:graphicData>
        </a:graphic>
      </p:graphicFrame>
      <p:pic>
        <p:nvPicPr>
          <p:cNvPr id="13" name="Graphic 12">
            <a:extLst>
              <a:ext uri="{FF2B5EF4-FFF2-40B4-BE49-F238E27FC236}">
                <a16:creationId xmlns:a16="http://schemas.microsoft.com/office/drawing/2014/main" id="{9699151A-712D-4B42-B57E-14532744C92E}"/>
              </a:ext>
            </a:extLst>
          </p:cNvPr>
          <p:cNvPicPr>
            <a:picLocks noChangeAspect="1"/>
          </p:cNvPicPr>
          <p:nvPr userDrawn="1"/>
        </p:nvPicPr>
        <p:blipFill>
          <a:blip r:embed="rId89"/>
          <a:srcRect/>
          <a:stretch/>
        </p:blipFill>
        <p:spPr>
          <a:xfrm>
            <a:off x="9860955" y="6338369"/>
            <a:ext cx="1828800" cy="392763"/>
          </a:xfrm>
          <a:prstGeom prst="rect">
            <a:avLst/>
          </a:prstGeom>
        </p:spPr>
      </p:pic>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9" y="6454693"/>
            <a:ext cx="414867" cy="273304"/>
          </a:xfrm>
          <a:prstGeom prst="rect">
            <a:avLst/>
          </a:prstGeom>
        </p:spPr>
        <p:txBody>
          <a:bodyPr/>
          <a:lstStyle>
            <a:lvl1pPr algn="ctr">
              <a:defRPr sz="800">
                <a:solidFill>
                  <a:schemeClr val="tx2"/>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9" y="442925"/>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4" y="446469"/>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2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1" y="192971"/>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1" y="1576553"/>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C992DDE8-1968-5339-2D79-486784B51AC6}"/>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3443887171"/>
      </p:ext>
    </p:extLst>
  </p:cSld>
  <p:clrMap bg1="lt1" tx1="dk1" bg2="lt2" tx2="dk2" accent1="accent1" accent2="accent2" accent3="accent3" accent4="accent4" accent5="accent5" accent6="accent6" hlink="hlink" folHlink="folHlink"/>
  <p:sldLayoutIdLst>
    <p:sldLayoutId id="2147484137" r:id="rId1"/>
    <p:sldLayoutId id="2147484138" r:id="rId2"/>
    <p:sldLayoutId id="2147484139" r:id="rId3"/>
    <p:sldLayoutId id="2147484140" r:id="rId4"/>
    <p:sldLayoutId id="2147484141" r:id="rId5"/>
    <p:sldLayoutId id="2147484142" r:id="rId6"/>
    <p:sldLayoutId id="2147484143" r:id="rId7"/>
    <p:sldLayoutId id="2147484144" r:id="rId8"/>
    <p:sldLayoutId id="2147484145" r:id="rId9"/>
    <p:sldLayoutId id="2147484146" r:id="rId10"/>
    <p:sldLayoutId id="2147484147" r:id="rId11"/>
    <p:sldLayoutId id="2147484148" r:id="rId12"/>
    <p:sldLayoutId id="2147484149" r:id="rId13"/>
    <p:sldLayoutId id="2147484150" r:id="rId14"/>
    <p:sldLayoutId id="2147484151" r:id="rId15"/>
    <p:sldLayoutId id="2147484152" r:id="rId16"/>
    <p:sldLayoutId id="2147484153" r:id="rId17"/>
    <p:sldLayoutId id="2147484154" r:id="rId18"/>
    <p:sldLayoutId id="2147484155" r:id="rId19"/>
    <p:sldLayoutId id="2147484156" r:id="rId20"/>
    <p:sldLayoutId id="2147484157" r:id="rId21"/>
    <p:sldLayoutId id="2147484158" r:id="rId22"/>
    <p:sldLayoutId id="2147484159" r:id="rId23"/>
    <p:sldLayoutId id="2147484160" r:id="rId24"/>
    <p:sldLayoutId id="2147484161" r:id="rId25"/>
    <p:sldLayoutId id="2147484162" r:id="rId26"/>
    <p:sldLayoutId id="2147484163" r:id="rId27"/>
    <p:sldLayoutId id="2147484164" r:id="rId28"/>
    <p:sldLayoutId id="2147484165" r:id="rId29"/>
    <p:sldLayoutId id="2147484166" r:id="rId30"/>
    <p:sldLayoutId id="2147484167" r:id="rId31"/>
    <p:sldLayoutId id="2147484168" r:id="rId32"/>
    <p:sldLayoutId id="2147484169" r:id="rId33"/>
    <p:sldLayoutId id="2147484170" r:id="rId34"/>
    <p:sldLayoutId id="2147484171" r:id="rId35"/>
    <p:sldLayoutId id="2147484172" r:id="rId36"/>
    <p:sldLayoutId id="2147484173" r:id="rId37"/>
    <p:sldLayoutId id="2147484174" r:id="rId38"/>
    <p:sldLayoutId id="2147484175" r:id="rId39"/>
    <p:sldLayoutId id="2147484176" r:id="rId40"/>
    <p:sldLayoutId id="2147484177" r:id="rId41"/>
    <p:sldLayoutId id="2147484178" r:id="rId42"/>
    <p:sldLayoutId id="2147484179" r:id="rId43"/>
    <p:sldLayoutId id="2147484180" r:id="rId44"/>
    <p:sldLayoutId id="2147484181" r:id="rId45"/>
    <p:sldLayoutId id="2147484182" r:id="rId46"/>
    <p:sldLayoutId id="2147484183" r:id="rId47"/>
    <p:sldLayoutId id="2147484184" r:id="rId48"/>
    <p:sldLayoutId id="2147484185" r:id="rId49"/>
    <p:sldLayoutId id="2147484186" r:id="rId50"/>
    <p:sldLayoutId id="2147484187" r:id="rId51"/>
    <p:sldLayoutId id="2147484188" r:id="rId52"/>
    <p:sldLayoutId id="2147484189" r:id="rId53"/>
    <p:sldLayoutId id="2147484190" r:id="rId54"/>
    <p:sldLayoutId id="2147484191" r:id="rId55"/>
    <p:sldLayoutId id="2147484192" r:id="rId56"/>
    <p:sldLayoutId id="2147484193" r:id="rId57"/>
    <p:sldLayoutId id="2147484194" r:id="rId58"/>
    <p:sldLayoutId id="2147484195" r:id="rId59"/>
    <p:sldLayoutId id="2147484196" r:id="rId60"/>
    <p:sldLayoutId id="2147484197" r:id="rId61"/>
    <p:sldLayoutId id="2147484198" r:id="rId62"/>
    <p:sldLayoutId id="2147484199" r:id="rId63"/>
    <p:sldLayoutId id="2147484200" r:id="rId64"/>
    <p:sldLayoutId id="2147484201" r:id="rId65"/>
    <p:sldLayoutId id="2147484202" r:id="rId66"/>
    <p:sldLayoutId id="2147484203" r:id="rId67"/>
    <p:sldLayoutId id="2147484204" r:id="rId68"/>
    <p:sldLayoutId id="2147484205" r:id="rId69"/>
    <p:sldLayoutId id="2147484206" r:id="rId70"/>
    <p:sldLayoutId id="2147484207" r:id="rId71"/>
    <p:sldLayoutId id="2147484208" r:id="rId72"/>
    <p:sldLayoutId id="2147484209" r:id="rId73"/>
    <p:sldLayoutId id="2147484210" r:id="rId74"/>
    <p:sldLayoutId id="2147484211" r:id="rId75"/>
    <p:sldLayoutId id="2147484212" r:id="rId76"/>
    <p:sldLayoutId id="2147484213" r:id="rId77"/>
    <p:sldLayoutId id="2147484214" r:id="rId78"/>
    <p:sldLayoutId id="2147484215" r:id="rId79"/>
    <p:sldLayoutId id="2147484216" r:id="rId80"/>
    <p:sldLayoutId id="2147484217" r:id="rId81"/>
    <p:sldLayoutId id="2147484218" r:id="rId82"/>
    <p:sldLayoutId id="2147484219" r:id="rId83"/>
    <p:sldLayoutId id="2147484220" r:id="rId84"/>
  </p:sldLayoutIdLst>
  <p:hf hdr="0" ftr="0" dt="0"/>
  <p:txStyles>
    <p:titleStyle>
      <a:lvl1pPr algn="l" defTabSz="914332"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32"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55" indent="-243823" algn="l" defTabSz="914332"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376" indent="-243823" algn="l" defTabSz="914332"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10" indent="-243823" algn="l" defTabSz="914332"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32"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412"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78"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744"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910" indent="-228584" algn="l" defTabSz="914332"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7ECB8AFA-45A1-4F8E-99F7-63D8EA4D4868}"/>
              </a:ext>
            </a:extLst>
          </p:cNvPr>
          <p:cNvGraphicFramePr>
            <a:graphicFrameLocks noChangeAspect="1"/>
          </p:cNvGraphicFramePr>
          <p:nvPr userDrawn="1">
            <p:custDataLst>
              <p:tags r:id="rId46"/>
            </p:custDataLst>
            <p:extLst>
              <p:ext uri="{D42A27DB-BD31-4B8C-83A1-F6EECF244321}">
                <p14:modId xmlns:p14="http://schemas.microsoft.com/office/powerpoint/2010/main" val="3684554543"/>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47" imgW="395" imgH="396" progId="TCLayout.ActiveDocument.1">
                  <p:embed/>
                </p:oleObj>
              </mc:Choice>
              <mc:Fallback>
                <p:oleObj name="think-cell Slide" r:id="rId47" imgW="395" imgH="396" progId="TCLayout.ActiveDocument.1">
                  <p:embed/>
                  <p:pic>
                    <p:nvPicPr>
                      <p:cNvPr id="8" name="Object 7" hidden="1">
                        <a:extLst>
                          <a:ext uri="{FF2B5EF4-FFF2-40B4-BE49-F238E27FC236}">
                            <a16:creationId xmlns:a16="http://schemas.microsoft.com/office/drawing/2014/main" id="{7ECB8AFA-45A1-4F8E-99F7-63D8EA4D4868}"/>
                          </a:ext>
                        </a:extLst>
                      </p:cNvPr>
                      <p:cNvPicPr/>
                      <p:nvPr/>
                    </p:nvPicPr>
                    <p:blipFill>
                      <a:blip r:embed="rId48"/>
                      <a:stretch>
                        <a:fillRect/>
                      </a:stretch>
                    </p:blipFill>
                    <p:spPr>
                      <a:xfrm>
                        <a:off x="2119" y="2119"/>
                        <a:ext cx="2117" cy="2117"/>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latin typeface="Montserrat" panose="00000500000000000000" pitchFamily="2" charset="0"/>
              </a:defRPr>
            </a:lvl1pPr>
          </a:lstStyle>
          <a:p>
            <a:pPr defTabSz="609570">
              <a:defRPr/>
            </a:pPr>
            <a:endParaRPr lang="en-US">
              <a:solidFill>
                <a:srgbClr val="171717">
                  <a:tint val="75000"/>
                </a:srgbClr>
              </a:solidFill>
            </a:endParaRPr>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latin typeface="Montserrat" panose="00000500000000000000" pitchFamily="2" charset="0"/>
              </a:defRPr>
            </a:lvl1pPr>
          </a:lstStyle>
          <a:p>
            <a:pPr defTabSz="609570">
              <a:defRPr/>
            </a:pPr>
            <a:endParaRPr lang="en-US">
              <a:solidFill>
                <a:srgbClr val="171717">
                  <a:tint val="75000"/>
                </a:srgbClr>
              </a:solidFill>
            </a:endParaRPr>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pPr defTabSz="609570">
              <a:defRPr/>
            </a:pPr>
            <a:fld id="{7D18A8FE-DFC8-4843-AEF2-DE4DB0CF7D65}" type="slidenum">
              <a:rPr lang="en-US" smtClean="0">
                <a:solidFill>
                  <a:srgbClr val="171717">
                    <a:tint val="75000"/>
                  </a:srgbClr>
                </a:solidFill>
              </a:rPr>
              <a:pPr defTabSz="609570">
                <a:defRPr/>
              </a:pPr>
              <a:t>‹#›</a:t>
            </a:fld>
            <a:endParaRPr lang="en-US">
              <a:solidFill>
                <a:srgbClr val="171717">
                  <a:tint val="75000"/>
                </a:srgbClr>
              </a:solidFill>
            </a:endParaRPr>
          </a:p>
        </p:txBody>
      </p:sp>
      <p:sp>
        <p:nvSpPr>
          <p:cNvPr id="10" name="TextBox 9">
            <a:extLst>
              <a:ext uri="{FF2B5EF4-FFF2-40B4-BE49-F238E27FC236}">
                <a16:creationId xmlns:a16="http://schemas.microsoft.com/office/drawing/2014/main" id="{F52836D8-AEC6-CA45-4060-AF2604770E49}"/>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733118750"/>
      </p:ext>
    </p:extLst>
  </p:cSld>
  <p:clrMap bg1="lt1" tx1="dk1" bg2="lt2" tx2="dk2" accent1="accent1" accent2="accent2" accent3="accent3" accent4="accent4" accent5="accent5" accent6="accent6" hlink="hlink" folHlink="folHlink"/>
  <p:sldLayoutIdLst>
    <p:sldLayoutId id="2147484222" r:id="rId1"/>
    <p:sldLayoutId id="2147484223" r:id="rId2"/>
    <p:sldLayoutId id="2147484224" r:id="rId3"/>
    <p:sldLayoutId id="2147484225" r:id="rId4"/>
    <p:sldLayoutId id="2147484226" r:id="rId5"/>
    <p:sldLayoutId id="2147484227" r:id="rId6"/>
    <p:sldLayoutId id="2147484228" r:id="rId7"/>
    <p:sldLayoutId id="2147484229" r:id="rId8"/>
    <p:sldLayoutId id="2147484230" r:id="rId9"/>
    <p:sldLayoutId id="2147484231" r:id="rId10"/>
    <p:sldLayoutId id="2147484232" r:id="rId11"/>
    <p:sldLayoutId id="2147484233" r:id="rId12"/>
    <p:sldLayoutId id="2147484234" r:id="rId13"/>
    <p:sldLayoutId id="2147484235" r:id="rId14"/>
    <p:sldLayoutId id="2147484236" r:id="rId15"/>
    <p:sldLayoutId id="2147484237" r:id="rId16"/>
    <p:sldLayoutId id="2147484238" r:id="rId17"/>
    <p:sldLayoutId id="2147484239" r:id="rId18"/>
    <p:sldLayoutId id="2147484240" r:id="rId19"/>
    <p:sldLayoutId id="2147484241" r:id="rId20"/>
    <p:sldLayoutId id="2147484242" r:id="rId21"/>
    <p:sldLayoutId id="2147484243" r:id="rId22"/>
    <p:sldLayoutId id="2147484244" r:id="rId23"/>
    <p:sldLayoutId id="2147484245" r:id="rId24"/>
    <p:sldLayoutId id="2147484246" r:id="rId25"/>
    <p:sldLayoutId id="2147484247" r:id="rId26"/>
    <p:sldLayoutId id="2147484248" r:id="rId27"/>
    <p:sldLayoutId id="2147484249" r:id="rId28"/>
    <p:sldLayoutId id="2147484250" r:id="rId29"/>
    <p:sldLayoutId id="2147484251" r:id="rId30"/>
    <p:sldLayoutId id="2147484252" r:id="rId31"/>
    <p:sldLayoutId id="2147484253" r:id="rId32"/>
    <p:sldLayoutId id="2147484254" r:id="rId33"/>
    <p:sldLayoutId id="2147484255" r:id="rId34"/>
    <p:sldLayoutId id="2147484256" r:id="rId35"/>
    <p:sldLayoutId id="2147484257" r:id="rId36"/>
    <p:sldLayoutId id="2147484258" r:id="rId37"/>
    <p:sldLayoutId id="2147484259" r:id="rId38"/>
    <p:sldLayoutId id="2147484260" r:id="rId39"/>
    <p:sldLayoutId id="2147484261" r:id="rId40"/>
    <p:sldLayoutId id="2147484262" r:id="rId41"/>
    <p:sldLayoutId id="2147484263" r:id="rId42"/>
    <p:sldLayoutId id="2147484264" r:id="rId43"/>
    <p:sldLayoutId id="2147484265" r:id="rId44"/>
  </p:sldLayoutIdLst>
  <p:hf hdr="0" ftr="0" dt="0"/>
  <p:txStyles>
    <p:titleStyle>
      <a:lvl1pPr algn="l" defTabSz="914354" rtl="0" eaLnBrk="1" latinLnBrk="0" hangingPunct="1">
        <a:lnSpc>
          <a:spcPct val="90000"/>
        </a:lnSpc>
        <a:spcBef>
          <a:spcPct val="0"/>
        </a:spcBef>
        <a:buNone/>
        <a:defRPr sz="4800" b="1" i="0" kern="1200">
          <a:solidFill>
            <a:schemeClr val="tx1"/>
          </a:solidFill>
          <a:latin typeface="Montserrat" panose="00000500000000000000" pitchFamily="2" charset="0"/>
          <a:ea typeface="+mj-ea"/>
          <a:cs typeface="Arial" panose="020B0604020202020204" pitchFamily="34" charset="0"/>
        </a:defRPr>
      </a:lvl1pPr>
    </p:titleStyle>
    <p:body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F950B339-5CC0-40B5-8836-660AF82E984D}"/>
              </a:ext>
            </a:extLst>
          </p:cNvPr>
          <p:cNvGraphicFramePr>
            <a:graphicFrameLocks noChangeAspect="1"/>
          </p:cNvGraphicFramePr>
          <p:nvPr userDrawn="1">
            <p:custDataLst>
              <p:tags r:id="rId20"/>
            </p:custDataLst>
            <p:extLst>
              <p:ext uri="{D42A27DB-BD31-4B8C-83A1-F6EECF244321}">
                <p14:modId xmlns:p14="http://schemas.microsoft.com/office/powerpoint/2010/main" val="22810742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1" imgW="306" imgH="306" progId="TCLayout.ActiveDocument.1">
                  <p:embed/>
                </p:oleObj>
              </mc:Choice>
              <mc:Fallback>
                <p:oleObj name="think-cell Slide" r:id="rId21" imgW="306" imgH="306" progId="TCLayout.ActiveDocument.1">
                  <p:embed/>
                  <p:pic>
                    <p:nvPicPr>
                      <p:cNvPr id="9" name="Object 8" hidden="1">
                        <a:extLst>
                          <a:ext uri="{FF2B5EF4-FFF2-40B4-BE49-F238E27FC236}">
                            <a16:creationId xmlns:a16="http://schemas.microsoft.com/office/drawing/2014/main" id="{F950B339-5CC0-40B5-8836-660AF82E984D}"/>
                          </a:ext>
                        </a:extLst>
                      </p:cNvPr>
                      <p:cNvPicPr/>
                      <p:nvPr/>
                    </p:nvPicPr>
                    <p:blipFill>
                      <a:blip r:embed="rId22"/>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10" name="TextBox 9">
            <a:extLst>
              <a:ext uri="{FF2B5EF4-FFF2-40B4-BE49-F238E27FC236}">
                <a16:creationId xmlns:a16="http://schemas.microsoft.com/office/drawing/2014/main" id="{AD0E1EFB-12D9-8987-277D-004C2B16E69C}"/>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574980470"/>
      </p:ext>
    </p:extLst>
  </p:cSld>
  <p:clrMap bg1="lt1" tx1="dk1" bg2="lt2" tx2="dk2" accent1="accent1" accent2="accent2" accent3="accent3" accent4="accent4" accent5="accent5" accent6="accent6" hlink="hlink" folHlink="folHlink"/>
  <p:sldLayoutIdLst>
    <p:sldLayoutId id="2147484450" r:id="rId1"/>
    <p:sldLayoutId id="2147484451" r:id="rId2"/>
    <p:sldLayoutId id="2147484452" r:id="rId3"/>
    <p:sldLayoutId id="2147484453" r:id="rId4"/>
    <p:sldLayoutId id="2147484454" r:id="rId5"/>
    <p:sldLayoutId id="2147484455" r:id="rId6"/>
    <p:sldLayoutId id="2147484456" r:id="rId7"/>
    <p:sldLayoutId id="2147484457" r:id="rId8"/>
    <p:sldLayoutId id="2147484458" r:id="rId9"/>
    <p:sldLayoutId id="2147484459" r:id="rId10"/>
    <p:sldLayoutId id="2147484460" r:id="rId11"/>
    <p:sldLayoutId id="2147484461" r:id="rId12"/>
    <p:sldLayoutId id="2147484462" r:id="rId13"/>
    <p:sldLayoutId id="2147484463" r:id="rId14"/>
    <p:sldLayoutId id="2147484464" r:id="rId15"/>
    <p:sldLayoutId id="2147484465" r:id="rId16"/>
    <p:sldLayoutId id="2147484466" r:id="rId17"/>
    <p:sldLayoutId id="2147484467" r:id="rId18"/>
  </p:sldLayoutIdLst>
  <p:hf hdr="0" ftr="0" dt="0"/>
  <p:txStyles>
    <p:titleStyle>
      <a:lvl1pPr algn="l" defTabSz="914377" rtl="0" eaLnBrk="1" latinLnBrk="0" hangingPunct="1">
        <a:lnSpc>
          <a:spcPct val="90000"/>
        </a:lnSpc>
        <a:spcBef>
          <a:spcPct val="0"/>
        </a:spcBef>
        <a:buNone/>
        <a:defRPr sz="4800" b="1" i="0" kern="1200">
          <a:solidFill>
            <a:schemeClr val="tx1"/>
          </a:solidFill>
          <a:latin typeface="Arial" panose="020B0604020202020204" pitchFamily="34" charset="0"/>
          <a:ea typeface="+mj-ea"/>
          <a:cs typeface="Arial" panose="020B0604020202020204" pitchFamily="34" charset="0"/>
        </a:defRPr>
      </a:lvl1pPr>
    </p:titleStyle>
    <p:bodyStyle>
      <a:lvl1pPr marL="228594" indent="-228594" algn="l" defTabSz="914377"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n-lt"/>
          <a:ea typeface="+mn-ea"/>
          <a:cs typeface="+mn-cs"/>
        </a:defRPr>
      </a:lvl1pPr>
      <a:lvl2pPr marL="764098" indent="-224361" algn="l" defTabSz="914377" rtl="0" eaLnBrk="1" latinLnBrk="0" hangingPunct="1">
        <a:lnSpc>
          <a:spcPct val="90000"/>
        </a:lnSpc>
        <a:spcBef>
          <a:spcPts val="500"/>
        </a:spcBef>
        <a:buFont typeface="System Font Regular"/>
        <a:buChar char="–"/>
        <a:tabLst/>
        <a:defRPr sz="2400" kern="1200">
          <a:solidFill>
            <a:schemeClr val="tx1"/>
          </a:solidFill>
          <a:latin typeface="+mn-lt"/>
          <a:ea typeface="+mn-ea"/>
          <a:cs typeface="+mn-cs"/>
        </a:defRPr>
      </a:lvl2pPr>
      <a:lvl3pPr marL="999042" indent="-234945" algn="l" defTabSz="914377" rtl="0" eaLnBrk="1" latinLnBrk="0" hangingPunct="1">
        <a:lnSpc>
          <a:spcPct val="90000"/>
        </a:lnSpc>
        <a:spcBef>
          <a:spcPts val="500"/>
        </a:spcBef>
        <a:buFont typeface="Wingdings" pitchFamily="2" charset="2"/>
        <a:buChar char="§"/>
        <a:tabLst/>
        <a:defRPr sz="2400" kern="1200">
          <a:solidFill>
            <a:schemeClr val="tx1"/>
          </a:solidFill>
          <a:latin typeface="+mn-lt"/>
          <a:ea typeface="+mn-ea"/>
          <a:cs typeface="+mn-cs"/>
        </a:defRPr>
      </a:lvl3pPr>
      <a:lvl4pPr marL="1151438" indent="-253994" algn="l" defTabSz="914377"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n-lt"/>
          <a:ea typeface="+mn-ea"/>
          <a:cs typeface="+mn-cs"/>
        </a:defRPr>
      </a:lvl4pPr>
      <a:lvl5pPr marL="1375799" indent="-224361" algn="l" defTabSz="914377"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82E2BF7C-9174-DE83-24EA-FCA77DE33CCA}"/>
              </a:ext>
            </a:extLst>
          </p:cNvPr>
          <p:cNvGraphicFramePr>
            <a:graphicFrameLocks noChangeAspect="1"/>
          </p:cNvGraphicFramePr>
          <p:nvPr userDrawn="1">
            <p:custDataLst>
              <p:tags r:id="rId18"/>
            </p:custDataLst>
            <p:extLst>
              <p:ext uri="{D42A27DB-BD31-4B8C-83A1-F6EECF244321}">
                <p14:modId xmlns:p14="http://schemas.microsoft.com/office/powerpoint/2010/main" val="1526455365"/>
              </p:ext>
            </p:extLst>
          </p:nvPr>
        </p:nvGraphicFramePr>
        <p:xfrm>
          <a:off x="2118" y="2118"/>
          <a:ext cx="1636" cy="2117"/>
        </p:xfrm>
        <a:graphic>
          <a:graphicData uri="http://schemas.openxmlformats.org/presentationml/2006/ole">
            <mc:AlternateContent xmlns:mc="http://schemas.openxmlformats.org/markup-compatibility/2006">
              <mc:Choice xmlns:v="urn:schemas-microsoft-com:vml" Requires="v">
                <p:oleObj name="think-cell Slide" r:id="rId19" imgW="7772400" imgH="10058400" progId="TCLayout.ActiveDocument.1">
                  <p:embed/>
                </p:oleObj>
              </mc:Choice>
              <mc:Fallback>
                <p:oleObj name="think-cell Slide" r:id="rId19" imgW="7772400" imgH="10058400" progId="TCLayout.ActiveDocument.1">
                  <p:embed/>
                  <p:pic>
                    <p:nvPicPr>
                      <p:cNvPr id="9" name="think-cell data - do not delete" hidden="1">
                        <a:extLst>
                          <a:ext uri="{FF2B5EF4-FFF2-40B4-BE49-F238E27FC236}">
                            <a16:creationId xmlns:a16="http://schemas.microsoft.com/office/drawing/2014/main" id="{82E2BF7C-9174-DE83-24EA-FCA77DE33CCA}"/>
                          </a:ext>
                        </a:extLst>
                      </p:cNvPr>
                      <p:cNvPicPr/>
                      <p:nvPr/>
                    </p:nvPicPr>
                    <p:blipFill>
                      <a:blip r:embed="rId20"/>
                      <a:stretch>
                        <a:fillRect/>
                      </a:stretch>
                    </p:blipFill>
                    <p:spPr>
                      <a:xfrm>
                        <a:off x="2118" y="2118"/>
                        <a:ext cx="1636" cy="2117"/>
                      </a:xfrm>
                      <a:prstGeom prst="rect">
                        <a:avLst/>
                      </a:prstGeom>
                    </p:spPr>
                  </p:pic>
                </p:oleObj>
              </mc:Fallback>
            </mc:AlternateContent>
          </a:graphicData>
        </a:graphic>
      </p:graphicFrame>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800">
                <a:solidFill>
                  <a:schemeClr val="tx1">
                    <a:tint val="75000"/>
                  </a:schemeClr>
                </a:solidFill>
              </a:defRPr>
            </a:lvl1pPr>
          </a:lstStyle>
          <a:p>
            <a:fld id="{7D18A8FE-DFC8-4843-AEF2-DE4DB0CF7D65}" type="slidenum">
              <a:rPr lang="en-US" smtClean="0"/>
              <a:pPr/>
              <a:t>‹#›</a:t>
            </a:fld>
            <a:endParaRPr lang="en-US" sz="800"/>
          </a:p>
        </p:txBody>
      </p:sp>
      <p:sp>
        <p:nvSpPr>
          <p:cNvPr id="10" name="TextBox 9">
            <a:extLst>
              <a:ext uri="{FF2B5EF4-FFF2-40B4-BE49-F238E27FC236}">
                <a16:creationId xmlns:a16="http://schemas.microsoft.com/office/drawing/2014/main" id="{E30B032F-0740-678D-B1A3-6AD1735A52FA}"/>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spTree>
    <p:extLst>
      <p:ext uri="{BB962C8B-B14F-4D97-AF65-F5344CB8AC3E}">
        <p14:creationId xmlns:p14="http://schemas.microsoft.com/office/powerpoint/2010/main" val="2189807336"/>
      </p:ext>
    </p:extLst>
  </p:cSld>
  <p:clrMap bg1="lt1" tx1="dk1" bg2="lt2" tx2="dk2" accent1="accent1" accent2="accent2" accent3="accent3" accent4="accent4" accent5="accent5" accent6="accent6" hlink="hlink" folHlink="folHlink"/>
  <p:sldLayoutIdLst>
    <p:sldLayoutId id="2147484501" r:id="rId1"/>
    <p:sldLayoutId id="2147484502" r:id="rId2"/>
    <p:sldLayoutId id="2147484503" r:id="rId3"/>
    <p:sldLayoutId id="2147484504" r:id="rId4"/>
    <p:sldLayoutId id="2147484505" r:id="rId5"/>
    <p:sldLayoutId id="2147484506" r:id="rId6"/>
    <p:sldLayoutId id="2147484507" r:id="rId7"/>
    <p:sldLayoutId id="2147484508" r:id="rId8"/>
    <p:sldLayoutId id="2147484509" r:id="rId9"/>
    <p:sldLayoutId id="2147484510" r:id="rId10"/>
    <p:sldLayoutId id="2147484511" r:id="rId11"/>
    <p:sldLayoutId id="2147484512" r:id="rId12"/>
    <p:sldLayoutId id="2147484513" r:id="rId13"/>
    <p:sldLayoutId id="2147484514" r:id="rId14"/>
    <p:sldLayoutId id="2147484515" r:id="rId15"/>
    <p:sldLayoutId id="2147484516" r:id="rId16"/>
  </p:sldLayoutIdLst>
  <p:hf hdr="0" ftr="0" dt="0"/>
  <p:txStyles>
    <p:titleStyle>
      <a:lvl1pPr algn="l" defTabSz="914354" rtl="0" eaLnBrk="1" latinLnBrk="0" hangingPunct="1">
        <a:lnSpc>
          <a:spcPct val="90000"/>
        </a:lnSpc>
        <a:spcBef>
          <a:spcPct val="0"/>
        </a:spcBef>
        <a:buNone/>
        <a:defRPr sz="4800" b="1" i="0" kern="1200">
          <a:solidFill>
            <a:schemeClr val="tx1"/>
          </a:solidFill>
          <a:latin typeface="Arial" panose="020B0604020202020204" pitchFamily="34" charset="0"/>
          <a:ea typeface="+mj-ea"/>
          <a:cs typeface="Arial" panose="020B0604020202020204" pitchFamily="34" charset="0"/>
        </a:defRPr>
      </a:lvl1pPr>
    </p:titleStyle>
    <p:body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n-lt"/>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n-lt"/>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n-lt"/>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n-lt"/>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n-lt"/>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Number Placeholder 5">
            <a:extLst>
              <a:ext uri="{FF2B5EF4-FFF2-40B4-BE49-F238E27FC236}">
                <a16:creationId xmlns:a16="http://schemas.microsoft.com/office/drawing/2014/main" id="{2A0A1C7C-2856-B845-9850-547B7959A52C}"/>
              </a:ext>
            </a:extLst>
          </p:cNvPr>
          <p:cNvSpPr>
            <a:spLocks noGrp="1"/>
          </p:cNvSpPr>
          <p:nvPr>
            <p:ph type="sldNum" sz="quarter" idx="4"/>
          </p:nvPr>
        </p:nvSpPr>
        <p:spPr>
          <a:xfrm>
            <a:off x="5888567" y="6454693"/>
            <a:ext cx="414867" cy="273304"/>
          </a:xfrm>
          <a:prstGeom prst="rect">
            <a:avLst/>
          </a:prstGeom>
        </p:spPr>
        <p:txBody>
          <a:bodyPr/>
          <a:lstStyle>
            <a:lvl1pPr algn="ctr">
              <a:defRPr sz="800">
                <a:solidFill>
                  <a:schemeClr val="tx2">
                    <a:lumMod val="10000"/>
                    <a:lumOff val="90000"/>
                  </a:schemeClr>
                </a:solidFill>
                <a:latin typeface="Montserrat" pitchFamily="2" charset="77"/>
              </a:defRPr>
            </a:lvl1pPr>
          </a:lstStyle>
          <a:p>
            <a:fld id="{7D18A8FE-DFC8-4843-AEF2-DE4DB0CF7D65}" type="slidenum">
              <a:rPr lang="en-US" smtClean="0"/>
              <a:pPr/>
              <a:t>‹#›</a:t>
            </a:fld>
            <a:endParaRPr lang="en-US"/>
          </a:p>
        </p:txBody>
      </p:sp>
      <p:sp>
        <p:nvSpPr>
          <p:cNvPr id="10" name="Oval 9">
            <a:extLst>
              <a:ext uri="{FF2B5EF4-FFF2-40B4-BE49-F238E27FC236}">
                <a16:creationId xmlns:a16="http://schemas.microsoft.com/office/drawing/2014/main" id="{E97F5C72-EC3B-A246-9E49-29368E9565C6}"/>
              </a:ext>
            </a:extLst>
          </p:cNvPr>
          <p:cNvSpPr/>
          <p:nvPr userDrawn="1"/>
        </p:nvSpPr>
        <p:spPr>
          <a:xfrm>
            <a:off x="11032946" y="442922"/>
            <a:ext cx="486103" cy="4861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11" name="Freeform 10">
            <a:extLst>
              <a:ext uri="{FF2B5EF4-FFF2-40B4-BE49-F238E27FC236}">
                <a16:creationId xmlns:a16="http://schemas.microsoft.com/office/drawing/2014/main" id="{95AF67CC-0C91-4348-B9AA-FCD8016433DB}"/>
              </a:ext>
            </a:extLst>
          </p:cNvPr>
          <p:cNvSpPr/>
          <p:nvPr userDrawn="1"/>
        </p:nvSpPr>
        <p:spPr>
          <a:xfrm>
            <a:off x="0" y="442920"/>
            <a:ext cx="254328" cy="486104"/>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2" name="Freeform 11">
            <a:extLst>
              <a:ext uri="{FF2B5EF4-FFF2-40B4-BE49-F238E27FC236}">
                <a16:creationId xmlns:a16="http://schemas.microsoft.com/office/drawing/2014/main" id="{3894DCD2-3DA9-0B41-AFB4-EAD27491FECF}"/>
              </a:ext>
            </a:extLst>
          </p:cNvPr>
          <p:cNvSpPr/>
          <p:nvPr userDrawn="1"/>
        </p:nvSpPr>
        <p:spPr>
          <a:xfrm>
            <a:off x="11698312" y="446467"/>
            <a:ext cx="493689" cy="475467"/>
          </a:xfrm>
          <a:custGeom>
            <a:avLst/>
            <a:gdLst>
              <a:gd name="connsiteX0" fmla="*/ 178300 w 370267"/>
              <a:gd name="connsiteY0" fmla="*/ 0 h 356600"/>
              <a:gd name="connsiteX1" fmla="*/ 370267 w 370267"/>
              <a:gd name="connsiteY1" fmla="*/ 0 h 356600"/>
              <a:gd name="connsiteX2" fmla="*/ 370267 w 370267"/>
              <a:gd name="connsiteY2" fmla="*/ 356600 h 356600"/>
              <a:gd name="connsiteX3" fmla="*/ 178300 w 370267"/>
              <a:gd name="connsiteY3" fmla="*/ 356600 h 356600"/>
              <a:gd name="connsiteX4" fmla="*/ 0 w 370267"/>
              <a:gd name="connsiteY4" fmla="*/ 178300 h 356600"/>
              <a:gd name="connsiteX5" fmla="*/ 178300 w 370267"/>
              <a:gd name="connsiteY5" fmla="*/ 0 h 356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0267" h="356600">
                <a:moveTo>
                  <a:pt x="178300" y="0"/>
                </a:moveTo>
                <a:lnTo>
                  <a:pt x="370267" y="0"/>
                </a:lnTo>
                <a:lnTo>
                  <a:pt x="370267" y="356600"/>
                </a:lnTo>
                <a:lnTo>
                  <a:pt x="178300" y="356600"/>
                </a:lnTo>
                <a:cubicBezTo>
                  <a:pt x="79828" y="356600"/>
                  <a:pt x="0" y="276772"/>
                  <a:pt x="0" y="178300"/>
                </a:cubicBezTo>
                <a:cubicBezTo>
                  <a:pt x="0" y="79828"/>
                  <a:pt x="79828" y="0"/>
                  <a:pt x="1783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400"/>
          </a:p>
        </p:txBody>
      </p:sp>
      <p:sp>
        <p:nvSpPr>
          <p:cNvPr id="14" name="Title Placeholder 13">
            <a:extLst>
              <a:ext uri="{FF2B5EF4-FFF2-40B4-BE49-F238E27FC236}">
                <a16:creationId xmlns:a16="http://schemas.microsoft.com/office/drawing/2014/main" id="{AE1B54B0-4A6F-8F4E-AC36-8BC50B4C6146}"/>
              </a:ext>
            </a:extLst>
          </p:cNvPr>
          <p:cNvSpPr>
            <a:spLocks noGrp="1"/>
          </p:cNvSpPr>
          <p:nvPr>
            <p:ph type="title"/>
          </p:nvPr>
        </p:nvSpPr>
        <p:spPr>
          <a:xfrm>
            <a:off x="457200" y="192969"/>
            <a:ext cx="10396483" cy="702655"/>
          </a:xfrm>
          <a:prstGeom prst="rect">
            <a:avLst/>
          </a:prstGeom>
        </p:spPr>
        <p:txBody>
          <a:bodyPr vert="horz" lIns="0" tIns="0" rIns="0" bIns="0" rtlCol="0" anchor="b">
            <a:normAutofit/>
          </a:bodyPr>
          <a:lstStyle/>
          <a:p>
            <a:r>
              <a:rPr lang="en-US"/>
              <a:t>Click to edit Master title style</a:t>
            </a:r>
          </a:p>
        </p:txBody>
      </p:sp>
      <p:sp>
        <p:nvSpPr>
          <p:cNvPr id="15" name="Text Placeholder 14">
            <a:extLst>
              <a:ext uri="{FF2B5EF4-FFF2-40B4-BE49-F238E27FC236}">
                <a16:creationId xmlns:a16="http://schemas.microsoft.com/office/drawing/2014/main" id="{F9FD7E04-C756-2947-BF55-1FC8E30D1692}"/>
              </a:ext>
            </a:extLst>
          </p:cNvPr>
          <p:cNvSpPr>
            <a:spLocks noGrp="1"/>
          </p:cNvSpPr>
          <p:nvPr>
            <p:ph type="body" idx="1"/>
          </p:nvPr>
        </p:nvSpPr>
        <p:spPr>
          <a:xfrm>
            <a:off x="457200" y="1576551"/>
            <a:ext cx="11232555" cy="4351283"/>
          </a:xfrm>
          <a:prstGeom prst="rect">
            <a:avLst/>
          </a:prstGeom>
        </p:spPr>
        <p:txBody>
          <a:bodyPr vert="horz" lIns="0" tIns="27432" rIns="0" bIns="0" rtlCol="0">
            <a:normAutofit/>
          </a:bodyPr>
          <a:lstStyle/>
          <a:p>
            <a:pPr lvl="0"/>
            <a:r>
              <a:rPr lang="en-US"/>
              <a:t>First level</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F00690A2-18E7-4995-D97A-69C81CB916C7}"/>
              </a:ext>
            </a:extLst>
          </p:cNvPr>
          <p:cNvSpPr txBox="1"/>
          <p:nvPr userDrawn="1">
            <p:extLst>
              <p:ext uri="{1162E1C5-73C7-4A58-AE30-91384D911F3F}">
                <p184:classification xmlns:p184="http://schemas.microsoft.com/office/powerpoint/2018/4/main" val="hdr"/>
              </p:ext>
            </p:extLst>
          </p:nvPr>
        </p:nvSpPr>
        <p:spPr>
          <a:xfrm>
            <a:off x="63500" y="63500"/>
            <a:ext cx="1400175" cy="182880"/>
          </a:xfrm>
          <a:prstGeom prst="rect">
            <a:avLst/>
          </a:prstGeom>
        </p:spPr>
        <p:txBody>
          <a:bodyPr horzOverflow="overflow" lIns="0" tIns="0" rIns="0" bIns="0">
            <a:spAutoFit/>
          </a:bodyPr>
          <a:lstStyle/>
          <a:p>
            <a:pPr algn="l"/>
            <a:r>
              <a:rPr lang="en-US" sz="1200">
                <a:solidFill>
                  <a:srgbClr val="00B294"/>
                </a:solidFill>
                <a:latin typeface="Calibri" panose="020F0502020204030204" pitchFamily="34" charset="0"/>
                <a:ea typeface="Calibri" panose="020F0502020204030204" pitchFamily="34" charset="0"/>
                <a:cs typeface="Calibri" panose="020F0502020204030204" pitchFamily="34" charset="0"/>
              </a:rPr>
              <a:t>[Organon] Proprietary</a:t>
            </a:r>
          </a:p>
        </p:txBody>
      </p:sp>
      <p:pic>
        <p:nvPicPr>
          <p:cNvPr id="2" name="Graphic 1">
            <a:extLst>
              <a:ext uri="{FF2B5EF4-FFF2-40B4-BE49-F238E27FC236}">
                <a16:creationId xmlns:a16="http://schemas.microsoft.com/office/drawing/2014/main" id="{2C1CB57B-7019-0C40-EBA8-97CDCF1184B7}"/>
              </a:ext>
            </a:extLst>
          </p:cNvPr>
          <p:cNvPicPr>
            <a:picLocks noChangeAspect="1"/>
          </p:cNvPicPr>
          <p:nvPr userDrawn="1"/>
        </p:nvPicPr>
        <p:blipFill>
          <a:blip r:embed="rId55" cstate="screen">
            <a:extLst>
              <a:ext uri="{28A0092B-C50C-407E-A947-70E740481C1C}">
                <a14:useLocalDpi xmlns:a14="http://schemas.microsoft.com/office/drawing/2010/main"/>
              </a:ext>
              <a:ext uri="{96DAC541-7B7A-43D3-8B79-37D633B846F1}">
                <asvg:svgBlip xmlns:asvg="http://schemas.microsoft.com/office/drawing/2016/SVG/main" r:embed="rId56"/>
              </a:ext>
            </a:extLst>
          </a:blip>
          <a:stretch>
            <a:fillRect/>
          </a:stretch>
        </p:blipFill>
        <p:spPr>
          <a:xfrm>
            <a:off x="10240679" y="6365955"/>
            <a:ext cx="1489888" cy="368288"/>
          </a:xfrm>
          <a:prstGeom prst="rect">
            <a:avLst/>
          </a:prstGeom>
        </p:spPr>
      </p:pic>
    </p:spTree>
    <p:extLst>
      <p:ext uri="{BB962C8B-B14F-4D97-AF65-F5344CB8AC3E}">
        <p14:creationId xmlns:p14="http://schemas.microsoft.com/office/powerpoint/2010/main" val="1806079918"/>
      </p:ext>
    </p:extLst>
  </p:cSld>
  <p:clrMap bg1="lt1" tx1="dk1" bg2="lt2" tx2="dk2" accent1="accent1" accent2="accent2" accent3="accent3" accent4="accent4" accent5="accent5" accent6="accent6" hlink="hlink" folHlink="folHlink"/>
  <p:sldLayoutIdLst>
    <p:sldLayoutId id="2147484519" r:id="rId1"/>
    <p:sldLayoutId id="2147484520" r:id="rId2"/>
    <p:sldLayoutId id="2147484521" r:id="rId3"/>
    <p:sldLayoutId id="2147484522" r:id="rId4"/>
    <p:sldLayoutId id="2147484523" r:id="rId5"/>
    <p:sldLayoutId id="2147484524" r:id="rId6"/>
    <p:sldLayoutId id="2147484525" r:id="rId7"/>
    <p:sldLayoutId id="2147484526" r:id="rId8"/>
    <p:sldLayoutId id="2147484527" r:id="rId9"/>
    <p:sldLayoutId id="2147484528" r:id="rId10"/>
    <p:sldLayoutId id="2147484529" r:id="rId11"/>
    <p:sldLayoutId id="2147484530" r:id="rId12"/>
    <p:sldLayoutId id="2147484531" r:id="rId13"/>
    <p:sldLayoutId id="2147484532" r:id="rId14"/>
    <p:sldLayoutId id="2147484533" r:id="rId15"/>
    <p:sldLayoutId id="2147484534" r:id="rId16"/>
    <p:sldLayoutId id="2147484535" r:id="rId17"/>
    <p:sldLayoutId id="2147484536" r:id="rId18"/>
    <p:sldLayoutId id="2147484537" r:id="rId19"/>
    <p:sldLayoutId id="2147484538" r:id="rId20"/>
    <p:sldLayoutId id="2147484539" r:id="rId21"/>
    <p:sldLayoutId id="2147484540" r:id="rId22"/>
    <p:sldLayoutId id="2147484541" r:id="rId23"/>
    <p:sldLayoutId id="2147484542" r:id="rId24"/>
    <p:sldLayoutId id="2147484543" r:id="rId25"/>
    <p:sldLayoutId id="2147484544" r:id="rId26"/>
    <p:sldLayoutId id="2147484545" r:id="rId27"/>
    <p:sldLayoutId id="2147484546" r:id="rId28"/>
    <p:sldLayoutId id="2147484547" r:id="rId29"/>
    <p:sldLayoutId id="2147484548" r:id="rId30"/>
    <p:sldLayoutId id="2147484549" r:id="rId31"/>
    <p:sldLayoutId id="2147484550" r:id="rId32"/>
    <p:sldLayoutId id="2147484551" r:id="rId33"/>
    <p:sldLayoutId id="2147484552" r:id="rId34"/>
    <p:sldLayoutId id="2147484553" r:id="rId35"/>
    <p:sldLayoutId id="2147484554" r:id="rId36"/>
    <p:sldLayoutId id="2147484555" r:id="rId37"/>
    <p:sldLayoutId id="2147484556" r:id="rId38"/>
    <p:sldLayoutId id="2147484557" r:id="rId39"/>
    <p:sldLayoutId id="2147484558" r:id="rId40"/>
    <p:sldLayoutId id="2147484559" r:id="rId41"/>
    <p:sldLayoutId id="2147484560" r:id="rId42"/>
    <p:sldLayoutId id="2147484561" r:id="rId43"/>
    <p:sldLayoutId id="2147484562" r:id="rId44"/>
    <p:sldLayoutId id="2147484563" r:id="rId45"/>
    <p:sldLayoutId id="2147484564" r:id="rId46"/>
    <p:sldLayoutId id="2147484565" r:id="rId47"/>
    <p:sldLayoutId id="2147484566" r:id="rId48"/>
    <p:sldLayoutId id="2147484567" r:id="rId49"/>
    <p:sldLayoutId id="2147484568" r:id="rId50"/>
    <p:sldLayoutId id="2147484569" r:id="rId51"/>
    <p:sldLayoutId id="2147484570" r:id="rId52"/>
    <p:sldLayoutId id="2147484571" r:id="rId53"/>
  </p:sldLayoutIdLst>
  <p:hf hdr="0" ftr="0" dt="0"/>
  <p:txStyles>
    <p:titleStyle>
      <a:lvl1pPr algn="l" defTabSz="914377" rtl="0" eaLnBrk="1" latinLnBrk="0" hangingPunct="1">
        <a:lnSpc>
          <a:spcPct val="90000"/>
        </a:lnSpc>
        <a:spcBef>
          <a:spcPct val="0"/>
        </a:spcBef>
        <a:buNone/>
        <a:defRPr sz="2933" b="1" i="0" kern="1200">
          <a:solidFill>
            <a:schemeClr val="tx1"/>
          </a:solidFill>
          <a:latin typeface="+mj-lt"/>
          <a:ea typeface="+mj-ea"/>
          <a:cs typeface="Arial" panose="020B0604020202020204" pitchFamily="34" charset="0"/>
        </a:defRPr>
      </a:lvl1pPr>
    </p:titleStyle>
    <p:body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1.xml"/></Relationships>
</file>

<file path=ppt/slides/_rels/slide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xml"/><Relationship Id="rId1" Type="http://schemas.openxmlformats.org/officeDocument/2006/relationships/slideLayout" Target="../slideLayouts/slideLayout80.xml"/></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213.xml"/></Relationships>
</file>

<file path=ppt/slides/_rels/slide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161.xml"/></Relationships>
</file>

<file path=ppt/slides/_rels/slide8.xml.rels><?xml version="1.0" encoding="UTF-8" standalone="yes"?>
<Relationships xmlns="http://schemas.openxmlformats.org/package/2006/relationships"><Relationship Id="rId8" Type="http://schemas.openxmlformats.org/officeDocument/2006/relationships/image" Target="../media/image40.emf"/><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213.xml"/><Relationship Id="rId6" Type="http://schemas.openxmlformats.org/officeDocument/2006/relationships/image" Target="../media/image38.emf"/><Relationship Id="rId5" Type="http://schemas.openxmlformats.org/officeDocument/2006/relationships/image" Target="../media/image37.emf"/><Relationship Id="rId4" Type="http://schemas.openxmlformats.org/officeDocument/2006/relationships/image" Target="../media/image36.emf"/></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xml"/><Relationship Id="rId1" Type="http://schemas.openxmlformats.org/officeDocument/2006/relationships/slideLayout" Target="../slideLayouts/slideLayout213.xml"/><Relationship Id="rId5" Type="http://schemas.openxmlformats.org/officeDocument/2006/relationships/image" Target="../media/image42.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13.xml"/></Relationships>
</file>

<file path=ppt/slides/_rels/slide1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0.xml"/><Relationship Id="rId1" Type="http://schemas.openxmlformats.org/officeDocument/2006/relationships/slideLayout" Target="../slideLayouts/slideLayout213.xml"/><Relationship Id="rId5" Type="http://schemas.openxmlformats.org/officeDocument/2006/relationships/image" Target="../media/image45.png"/><Relationship Id="rId4" Type="http://schemas.openxmlformats.org/officeDocument/2006/relationships/image" Target="../media/image4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13.xml"/></Relationships>
</file>

<file path=ppt/slides/_rels/slide1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2.xml"/><Relationship Id="rId1" Type="http://schemas.openxmlformats.org/officeDocument/2006/relationships/slideLayout" Target="../slideLayouts/slideLayout2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3.xml"/><Relationship Id="rId1" Type="http://schemas.openxmlformats.org/officeDocument/2006/relationships/slideLayout" Target="../slideLayouts/slideLayout213.xml"/></Relationships>
</file>

<file path=ppt/slides/_rels/slide1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4.xml"/><Relationship Id="rId1" Type="http://schemas.openxmlformats.org/officeDocument/2006/relationships/slideLayout" Target="../slideLayouts/slideLayout213.xml"/></Relationships>
</file>

<file path=ppt/slides/_rels/slide1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5.xml"/><Relationship Id="rId1" Type="http://schemas.openxmlformats.org/officeDocument/2006/relationships/slideLayout" Target="../slideLayouts/slideLayout213.xml"/></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3.xml"/></Relationships>
</file>

<file path=ppt/slides/_rels/slide21.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18.xml"/><Relationship Id="rId1" Type="http://schemas.openxmlformats.org/officeDocument/2006/relationships/slideLayout" Target="../slideLayouts/slideLayout213.xml"/></Relationships>
</file>

<file path=ppt/slides/_rels/slide22.xml.rels><?xml version="1.0" encoding="UTF-8" standalone="yes"?>
<Relationships xmlns="http://schemas.openxmlformats.org/package/2006/relationships"><Relationship Id="rId3" Type="http://schemas.openxmlformats.org/officeDocument/2006/relationships/hyperlink" Target="https://vimeo.com/user12034463/review/743433687/d90d120ead" TargetMode="External"/><Relationship Id="rId2" Type="http://schemas.openxmlformats.org/officeDocument/2006/relationships/notesSlide" Target="../notesSlides/notesSlide19.xml"/><Relationship Id="rId1" Type="http://schemas.openxmlformats.org/officeDocument/2006/relationships/slideLayout" Target="../slideLayouts/slideLayout213.xml"/><Relationship Id="rId5" Type="http://schemas.openxmlformats.org/officeDocument/2006/relationships/image" Target="../media/image53.png"/><Relationship Id="rId4" Type="http://schemas.openxmlformats.org/officeDocument/2006/relationships/image" Target="../media/image5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7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87.xml"/></Relationships>
</file>

<file path=ppt/slides/_rels/slide28.xml.rels><?xml version="1.0" encoding="UTF-8" standalone="yes"?>
<Relationships xmlns="http://schemas.openxmlformats.org/package/2006/relationships"><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notesSlide" Target="../notesSlides/notesSlide24.xml"/><Relationship Id="rId1" Type="http://schemas.openxmlformats.org/officeDocument/2006/relationships/slideLayout" Target="../slideLayouts/slideLayout24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3.xml"/></Relationships>
</file>

<file path=ppt/slides/_rels/slide30.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26.xml"/><Relationship Id="rId1" Type="http://schemas.openxmlformats.org/officeDocument/2006/relationships/slideLayout" Target="../slideLayouts/slideLayout213.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25AD458A-1352-B9FC-2354-0057B6D34F9D}"/>
              </a:ext>
            </a:extLst>
          </p:cNvPr>
          <p:cNvSpPr>
            <a:spLocks noGrp="1"/>
          </p:cNvSpPr>
          <p:nvPr>
            <p:ph type="subTitle" idx="1"/>
          </p:nvPr>
        </p:nvSpPr>
        <p:spPr/>
        <p:txBody>
          <a:bodyPr/>
          <a:lstStyle/>
          <a:p>
            <a:r>
              <a:rPr lang="en-US" dirty="0"/>
              <a:t>Revised September 11, 2025</a:t>
            </a:r>
          </a:p>
        </p:txBody>
      </p:sp>
      <p:sp>
        <p:nvSpPr>
          <p:cNvPr id="3" name="Title 2">
            <a:extLst>
              <a:ext uri="{FF2B5EF4-FFF2-40B4-BE49-F238E27FC236}">
                <a16:creationId xmlns:a16="http://schemas.microsoft.com/office/drawing/2014/main" id="{E98A25F2-0338-C623-8194-071F73E3C28D}"/>
              </a:ext>
            </a:extLst>
          </p:cNvPr>
          <p:cNvSpPr>
            <a:spLocks noGrp="1"/>
          </p:cNvSpPr>
          <p:nvPr>
            <p:ph type="ctrTitle"/>
          </p:nvPr>
        </p:nvSpPr>
        <p:spPr>
          <a:xfrm>
            <a:off x="456936" y="3368277"/>
            <a:ext cx="8598164" cy="1354081"/>
          </a:xfrm>
        </p:spPr>
        <p:txBody>
          <a:bodyPr/>
          <a:lstStyle/>
          <a:p>
            <a:r>
              <a:rPr lang="en-GB"/>
              <a:t>OGN corporate slide deck template</a:t>
            </a:r>
            <a:endParaRPr lang="en-US"/>
          </a:p>
        </p:txBody>
      </p:sp>
      <p:sp>
        <p:nvSpPr>
          <p:cNvPr id="6" name="TextBox 5">
            <a:extLst>
              <a:ext uri="{FF2B5EF4-FFF2-40B4-BE49-F238E27FC236}">
                <a16:creationId xmlns:a16="http://schemas.microsoft.com/office/drawing/2014/main" id="{E78776FC-5980-614E-D6E7-39FC4B0088F4}"/>
              </a:ext>
            </a:extLst>
          </p:cNvPr>
          <p:cNvSpPr txBox="1"/>
          <p:nvPr/>
        </p:nvSpPr>
        <p:spPr>
          <a:xfrm>
            <a:off x="6264274" y="1108336"/>
            <a:ext cx="4772025" cy="1815882"/>
          </a:xfrm>
          <a:prstGeom prst="rect">
            <a:avLst/>
          </a:prstGeom>
          <a:solidFill>
            <a:schemeClr val="accent1"/>
          </a:solidFill>
        </p:spPr>
        <p:txBody>
          <a:bodyPr wrap="square" rtlCol="0">
            <a:spAutoFit/>
          </a:bodyPr>
          <a:lstStyle/>
          <a:p>
            <a:r>
              <a:rPr lang="en-US" sz="1600" b="1" dirty="0">
                <a:solidFill>
                  <a:schemeClr val="bg1"/>
                </a:solidFill>
                <a:latin typeface="Montserrat" panose="00000500000000000000" pitchFamily="2" charset="0"/>
              </a:rPr>
              <a:t>PLEASE NOTE THIS DOCUMENT IS A TEMPLATE THAT IS NOT TO BE DISTRIBUTED EXTERNALLY. ANY DERIVATIVE CONTENT DEVELOPED USING THIS TEMPLATE (IN WHOLE OR IN PART) MUST UNDERGO APPROPRIATE INTERNAL REVIEW AND APPROVAL PROCESS.</a:t>
            </a:r>
            <a:endParaRPr lang="en-IE" sz="1600" b="1"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3928142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269EC9-308F-03DC-EB12-4DF7F77D3A33}"/>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2</a:t>
            </a:fld>
            <a:endParaRPr lang="en-US">
              <a:solidFill>
                <a:schemeClr val="tx2"/>
              </a:solidFill>
              <a:latin typeface="Montserrat" panose="00000500000000000000" pitchFamily="2" charset="0"/>
            </a:endParaRPr>
          </a:p>
        </p:txBody>
      </p:sp>
      <p:sp>
        <p:nvSpPr>
          <p:cNvPr id="8" name="Title 1">
            <a:extLst>
              <a:ext uri="{FF2B5EF4-FFF2-40B4-BE49-F238E27FC236}">
                <a16:creationId xmlns:a16="http://schemas.microsoft.com/office/drawing/2014/main" id="{903FC8D3-F8CE-21A1-98ED-DA4E114C6E3E}"/>
              </a:ext>
            </a:extLst>
          </p:cNvPr>
          <p:cNvSpPr txBox="1">
            <a:spLocks/>
          </p:cNvSpPr>
          <p:nvPr/>
        </p:nvSpPr>
        <p:spPr>
          <a:xfrm>
            <a:off x="456451" y="-25362"/>
            <a:ext cx="10420092" cy="947296"/>
          </a:xfrm>
          <a:prstGeom prst="rect">
            <a:avLst/>
          </a:prstGeom>
        </p:spPr>
        <p:txBody>
          <a:bodyPr vert="horz" lIns="0" tIns="0" rIns="0" bIns="0" rtlCol="0" anchor="b">
            <a:normAutofit/>
          </a:bodyPr>
          <a:lstStyle>
            <a:lvl1pPr algn="l" defTabSz="914354" rtl="0" eaLnBrk="1" latinLnBrk="0" hangingPunct="1">
              <a:lnSpc>
                <a:spcPct val="90000"/>
              </a:lnSpc>
              <a:spcBef>
                <a:spcPct val="0"/>
              </a:spcBef>
              <a:buNone/>
              <a:defRPr sz="2933" b="1" i="0" kern="1200">
                <a:solidFill>
                  <a:schemeClr val="tx1"/>
                </a:solidFill>
                <a:latin typeface="Montserrat" panose="00000500000000000000" pitchFamily="2" charset="0"/>
                <a:ea typeface="+mj-ea"/>
                <a:cs typeface="Arial" panose="020B0604020202020204" pitchFamily="34" charset="0"/>
              </a:defRPr>
            </a:lvl1pPr>
          </a:lstStyle>
          <a:p>
            <a:r>
              <a:rPr lang="en-US" sz="2931">
                <a:solidFill>
                  <a:srgbClr val="000000"/>
                </a:solidFill>
                <a:latin typeface="Montserrat ExtraBold" panose="00000900000000000000" pitchFamily="2" charset="0"/>
              </a:rPr>
              <a:t>How to use this document</a:t>
            </a:r>
            <a:endParaRPr lang="en-US" sz="2931">
              <a:latin typeface="Montserrat ExtraBold" panose="00000900000000000000" pitchFamily="2" charset="0"/>
            </a:endParaRPr>
          </a:p>
        </p:txBody>
      </p:sp>
      <p:sp>
        <p:nvSpPr>
          <p:cNvPr id="9" name="TextBox 8">
            <a:extLst>
              <a:ext uri="{FF2B5EF4-FFF2-40B4-BE49-F238E27FC236}">
                <a16:creationId xmlns:a16="http://schemas.microsoft.com/office/drawing/2014/main" id="{E482FFD7-1548-89A9-75E0-1F2180354F36}"/>
              </a:ext>
            </a:extLst>
          </p:cNvPr>
          <p:cNvSpPr txBox="1"/>
          <p:nvPr/>
        </p:nvSpPr>
        <p:spPr>
          <a:xfrm>
            <a:off x="354733" y="1087663"/>
            <a:ext cx="10678213" cy="4031873"/>
          </a:xfrm>
          <a:prstGeom prst="rect">
            <a:avLst/>
          </a:prstGeom>
          <a:noFill/>
        </p:spPr>
        <p:txBody>
          <a:bodyPr wrap="square">
            <a:spAutoFit/>
          </a:bodyPr>
          <a:lstStyle/>
          <a:p>
            <a:pPr>
              <a:defRPr/>
            </a:pPr>
            <a:r>
              <a:rPr kumimoji="0" lang="en-US" sz="2000" b="1" i="0" u="none" strike="noStrike" kern="1200" cap="none" spc="0" normalizeH="0" baseline="0" noProof="0" dirty="0">
                <a:ln>
                  <a:noFill/>
                </a:ln>
                <a:solidFill>
                  <a:schemeClr val="accent1"/>
                </a:solidFill>
                <a:effectLst/>
                <a:uLnTx/>
                <a:uFillTx/>
                <a:latin typeface="Montserrat" pitchFamily="2" charset="77"/>
                <a:ea typeface="+mn-ea"/>
                <a:cs typeface="+mn-cs"/>
              </a:rPr>
              <a:t>[DELETE THIS SLIDE AND SECTION DIVIDERS PRIOR TO PRESENTATION]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rgbClr val="171717"/>
              </a:solidFill>
              <a:latin typeface="Montserrat"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2000" b="1" dirty="0">
                <a:solidFill>
                  <a:srgbClr val="171717"/>
                </a:solidFill>
                <a:latin typeface="Montserrat" pitchFamily="2" charset="77"/>
              </a:rPr>
              <a:t>Presentations created from this slide template must undergo appropriate local review and approval prior to use</a:t>
            </a:r>
            <a:r>
              <a:rPr kumimoji="0" lang="en-US" sz="2000" b="1" i="0" u="none" strike="noStrike" kern="1200" cap="none" spc="0" normalizeH="0" baseline="0" noProof="0" dirty="0">
                <a:ln>
                  <a:noFill/>
                </a:ln>
                <a:solidFill>
                  <a:srgbClr val="171717"/>
                </a:solidFill>
                <a:effectLst/>
                <a:uLnTx/>
                <a:uFillTx/>
                <a:latin typeface="Montserrat" pitchFamily="2" charset="77"/>
                <a:ea typeface="+mn-ea"/>
                <a:cs typeface="+mn-cs"/>
              </a:rPr>
              <a:t>. </a:t>
            </a:r>
            <a:r>
              <a:rPr lang="en-US" sz="2000" b="1" dirty="0">
                <a:solidFill>
                  <a:srgbClr val="171717"/>
                </a:solidFill>
                <a:latin typeface="Montserrat" pitchFamily="2" charset="77"/>
              </a:rPr>
              <a:t>Each new job derived from this template should link back to it in Veeva </a:t>
            </a:r>
            <a:r>
              <a:rPr lang="en-US" sz="2000" b="1" dirty="0" err="1">
                <a:solidFill>
                  <a:srgbClr val="171717"/>
                </a:solidFill>
                <a:latin typeface="Montserrat" pitchFamily="2" charset="77"/>
              </a:rPr>
              <a:t>PromoMats</a:t>
            </a:r>
            <a:r>
              <a:rPr lang="en-US" sz="2000" b="1" dirty="0">
                <a:solidFill>
                  <a:srgbClr val="171717"/>
                </a:solidFill>
                <a:latin typeface="Montserrat" pitchFamily="2" charset="77"/>
              </a:rPr>
              <a:t> and retain the same expiration date. </a:t>
            </a:r>
            <a:r>
              <a:rPr kumimoji="0" lang="en-US" sz="2000" b="1" i="0" u="none" strike="noStrike" kern="1200" cap="none" spc="0" normalizeH="0" baseline="0" noProof="0" dirty="0">
                <a:ln>
                  <a:noFill/>
                </a:ln>
                <a:solidFill>
                  <a:srgbClr val="171717"/>
                </a:solidFill>
                <a:effectLst/>
                <a:uLnTx/>
                <a:uFillTx/>
                <a:latin typeface="Montserrat" pitchFamily="2" charset="77"/>
                <a:ea typeface="+mn-ea"/>
                <a:cs typeface="+mn-cs"/>
              </a:rPr>
              <a:t>See additional notes/guidance </a:t>
            </a:r>
            <a:r>
              <a:rPr lang="en-US" sz="2000" b="1" dirty="0">
                <a:solidFill>
                  <a:srgbClr val="171717"/>
                </a:solidFill>
                <a:latin typeface="Montserrat" pitchFamily="2" charset="77"/>
              </a:rPr>
              <a:t>on each </a:t>
            </a:r>
            <a:r>
              <a:rPr kumimoji="0" lang="en-US" sz="2000" b="1" i="0" u="none" strike="noStrike" kern="1200" cap="none" spc="0" normalizeH="0" baseline="0" noProof="0" dirty="0">
                <a:ln>
                  <a:noFill/>
                </a:ln>
                <a:solidFill>
                  <a:srgbClr val="171717"/>
                </a:solidFill>
                <a:effectLst/>
                <a:uLnTx/>
                <a:uFillTx/>
                <a:latin typeface="Montserrat" pitchFamily="2" charset="77"/>
                <a:ea typeface="+mn-ea"/>
                <a:cs typeface="+mn-cs"/>
              </a:rPr>
              <a:t>slide’s notes section.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rgbClr val="171717"/>
              </a:solidFill>
              <a:latin typeface="Montserrat"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171717"/>
                </a:solidFill>
                <a:latin typeface="Montserrat" pitchFamily="2" charset="77"/>
              </a:rPr>
              <a:t>Section 1 </a:t>
            </a:r>
            <a:r>
              <a:rPr lang="en-US" sz="1600" dirty="0">
                <a:solidFill>
                  <a:srgbClr val="171717"/>
                </a:solidFill>
                <a:latin typeface="Montserrat" pitchFamily="2" charset="77"/>
              </a:rPr>
              <a:t>– company overview, high-level positioning; franchise one-pager, global reach one-pager, ORD and OMS overviews; key partnerships and accomplishments, culture and values, social channels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solidFill>
                  <a:schemeClr val="accent1"/>
                </a:solidFill>
                <a:latin typeface="Montserrat" pitchFamily="2" charset="77"/>
              </a:rPr>
              <a:t>[The content of Section 1 cannot be altered.]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dirty="0">
              <a:solidFill>
                <a:srgbClr val="171717"/>
              </a:solidFill>
              <a:latin typeface="Montserrat"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600" b="1" dirty="0">
              <a:solidFill>
                <a:srgbClr val="171717"/>
              </a:solidFill>
              <a:latin typeface="Montserrat" pitchFamily="2" charset="77"/>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rgbClr val="171717"/>
                </a:solidFill>
                <a:latin typeface="Montserrat" pitchFamily="2" charset="77"/>
              </a:rPr>
              <a:t>Section 2 </a:t>
            </a:r>
            <a:r>
              <a:rPr lang="en-US" sz="1600" dirty="0">
                <a:solidFill>
                  <a:srgbClr val="171717"/>
                </a:solidFill>
                <a:latin typeface="Montserrat" pitchFamily="2" charset="77"/>
              </a:rPr>
              <a:t>– templates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000" b="1" dirty="0">
              <a:solidFill>
                <a:srgbClr val="171717"/>
              </a:solidFill>
              <a:latin typeface="Montserrat" pitchFamily="2" charset="77"/>
            </a:endParaRPr>
          </a:p>
        </p:txBody>
      </p:sp>
    </p:spTree>
    <p:extLst>
      <p:ext uri="{BB962C8B-B14F-4D97-AF65-F5344CB8AC3E}">
        <p14:creationId xmlns:p14="http://schemas.microsoft.com/office/powerpoint/2010/main" val="1108492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D5D67FF-78A8-34F6-B81B-1F176D9DF0CA}"/>
              </a:ext>
            </a:extLst>
          </p:cNvPr>
          <p:cNvSpPr>
            <a:spLocks noGrp="1"/>
          </p:cNvSpPr>
          <p:nvPr>
            <p:ph type="title"/>
          </p:nvPr>
        </p:nvSpPr>
        <p:spPr/>
        <p:txBody>
          <a:bodyPr/>
          <a:lstStyle/>
          <a:p>
            <a:r>
              <a:rPr lang="en-US"/>
              <a:t>Section 1 – core content</a:t>
            </a:r>
          </a:p>
        </p:txBody>
      </p:sp>
      <p:sp>
        <p:nvSpPr>
          <p:cNvPr id="3" name="Slide Number Placeholder 2">
            <a:extLst>
              <a:ext uri="{FF2B5EF4-FFF2-40B4-BE49-F238E27FC236}">
                <a16:creationId xmlns:a16="http://schemas.microsoft.com/office/drawing/2014/main" id="{7E950CCE-CFF5-57F4-7CF2-AF415C9D8711}"/>
              </a:ext>
            </a:extLst>
          </p:cNvPr>
          <p:cNvSpPr>
            <a:spLocks noGrp="1"/>
          </p:cNvSpPr>
          <p:nvPr>
            <p:ph type="sldNum" sz="quarter" idx="10"/>
          </p:nvPr>
        </p:nvSpPr>
        <p:spPr/>
        <p:txBody>
          <a:bodyPr/>
          <a:lstStyle/>
          <a:p>
            <a:fld id="{7D18A8FE-DFC8-4843-AEF2-DE4DB0CF7D65}" type="slidenum">
              <a:rPr lang="en-US" smtClean="0"/>
              <a:pPr/>
              <a:t>3</a:t>
            </a:fld>
            <a:endParaRPr lang="en-US"/>
          </a:p>
        </p:txBody>
      </p:sp>
    </p:spTree>
    <p:extLst>
      <p:ext uri="{BB962C8B-B14F-4D97-AF65-F5344CB8AC3E}">
        <p14:creationId xmlns:p14="http://schemas.microsoft.com/office/powerpoint/2010/main" val="28330217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B8AB00B-8422-2A4A-8A44-E795629E5969}"/>
              </a:ext>
            </a:extLst>
          </p:cNvPr>
          <p:cNvSpPr>
            <a:spLocks noGrp="1"/>
          </p:cNvSpPr>
          <p:nvPr>
            <p:ph type="subTitle" idx="1"/>
          </p:nvPr>
        </p:nvSpPr>
        <p:spPr/>
        <p:txBody>
          <a:bodyPr/>
          <a:lstStyle/>
          <a:p>
            <a:r>
              <a:rPr lang="en-US"/>
              <a:t>Date</a:t>
            </a:r>
          </a:p>
        </p:txBody>
      </p:sp>
      <p:sp>
        <p:nvSpPr>
          <p:cNvPr id="3" name="Title 2">
            <a:extLst>
              <a:ext uri="{FF2B5EF4-FFF2-40B4-BE49-F238E27FC236}">
                <a16:creationId xmlns:a16="http://schemas.microsoft.com/office/drawing/2014/main" id="{3273A321-D31A-7949-B02C-C8B6EF39767A}"/>
              </a:ext>
            </a:extLst>
          </p:cNvPr>
          <p:cNvSpPr>
            <a:spLocks noGrp="1"/>
          </p:cNvSpPr>
          <p:nvPr>
            <p:ph type="ctrTitle"/>
          </p:nvPr>
        </p:nvSpPr>
        <p:spPr/>
        <p:txBody>
          <a:bodyPr/>
          <a:lstStyle/>
          <a:p>
            <a:r>
              <a:rPr lang="en-GB">
                <a:latin typeface="+mj-lt"/>
              </a:rPr>
              <a:t>Organon: Here for her health</a:t>
            </a:r>
            <a:endParaRPr lang="en-US">
              <a:latin typeface="+mj-lt"/>
            </a:endParaRPr>
          </a:p>
        </p:txBody>
      </p:sp>
      <p:pic>
        <p:nvPicPr>
          <p:cNvPr id="12" name="Picture Placeholder 11" descr="A group of people standing together&#10;&#10;Description automatically generated">
            <a:extLst>
              <a:ext uri="{FF2B5EF4-FFF2-40B4-BE49-F238E27FC236}">
                <a16:creationId xmlns:a16="http://schemas.microsoft.com/office/drawing/2014/main" id="{616D8671-EA12-4BDC-6E0F-0A998FE4584F}"/>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10243" b="10243"/>
          <a:stretch>
            <a:fillRect/>
          </a:stretch>
        </p:blipFill>
        <p:spPr/>
      </p:pic>
    </p:spTree>
    <p:extLst>
      <p:ext uri="{BB962C8B-B14F-4D97-AF65-F5344CB8AC3E}">
        <p14:creationId xmlns:p14="http://schemas.microsoft.com/office/powerpoint/2010/main" val="3628251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BAF4B-24B5-9DCB-EAE8-E382A10F3EA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F70AEA6C-61F8-DCD3-1C26-19183E1E8A39}"/>
              </a:ext>
            </a:extLst>
          </p:cNvPr>
          <p:cNvSpPr txBox="1"/>
          <p:nvPr/>
        </p:nvSpPr>
        <p:spPr>
          <a:xfrm>
            <a:off x="6426415" y="1336121"/>
            <a:ext cx="5435173" cy="4708981"/>
          </a:xfrm>
          <a:prstGeom prst="rect">
            <a:avLst/>
          </a:prstGeom>
          <a:noFill/>
        </p:spPr>
        <p:txBody>
          <a:bodyPr wrap="square">
            <a:spAutoFit/>
          </a:bodyPr>
          <a:lstStyle/>
          <a:p>
            <a:pPr algn="ctr" defTabSz="609570">
              <a:buClr>
                <a:srgbClr val="00857C">
                  <a:lumMod val="100000"/>
                </a:srgbClr>
              </a:buClr>
              <a:buSzPct val="100000"/>
              <a:buFont typeface="Trebuchet MS" panose="020B0603020202020204" pitchFamily="34" charset="0"/>
              <a:buChar char="​"/>
            </a:pPr>
            <a:r>
              <a:rPr lang="en-US" sz="2000" b="1">
                <a:solidFill>
                  <a:srgbClr val="E20177"/>
                </a:solidFill>
                <a:latin typeface="Montserrat" panose="00000500000000000000" pitchFamily="2" charset="0"/>
                <a:sym typeface="+mn-lt"/>
              </a:rPr>
              <a:t>Vision </a:t>
            </a:r>
          </a:p>
          <a:p>
            <a:pPr algn="ctr" defTabSz="609570">
              <a:buClr>
                <a:srgbClr val="00857C">
                  <a:lumMod val="100000"/>
                </a:srgbClr>
              </a:buClr>
              <a:buSzPct val="100000"/>
              <a:buFont typeface="Trebuchet MS" panose="020B0603020202020204" pitchFamily="34" charset="0"/>
              <a:buChar char="​"/>
            </a:pPr>
            <a:r>
              <a:rPr lang="en-US" sz="2000">
                <a:solidFill>
                  <a:srgbClr val="1B4198"/>
                </a:solidFill>
                <a:latin typeface="Montserrat" panose="00000500000000000000" pitchFamily="2" charset="0"/>
              </a:rPr>
              <a:t>A better and healthier every day </a:t>
            </a:r>
          </a:p>
          <a:p>
            <a:pPr algn="ctr" defTabSz="609570">
              <a:buClr>
                <a:srgbClr val="00857C">
                  <a:lumMod val="100000"/>
                </a:srgbClr>
              </a:buClr>
              <a:buSzPct val="100000"/>
              <a:buFont typeface="Trebuchet MS" panose="020B0603020202020204" pitchFamily="34" charset="0"/>
              <a:buChar char="​"/>
            </a:pPr>
            <a:r>
              <a:rPr lang="en-US" sz="2000">
                <a:solidFill>
                  <a:srgbClr val="1B4198"/>
                </a:solidFill>
                <a:latin typeface="Montserrat" panose="00000500000000000000" pitchFamily="2" charset="0"/>
              </a:rPr>
              <a:t>for every woman</a:t>
            </a:r>
          </a:p>
          <a:p>
            <a:pPr algn="ctr" defTabSz="609570">
              <a:buClr>
                <a:srgbClr val="00857C">
                  <a:lumMod val="100000"/>
                </a:srgbClr>
              </a:buClr>
              <a:buSzPct val="100000"/>
              <a:buFont typeface="Trebuchet MS" panose="020B0603020202020204" pitchFamily="34" charset="0"/>
              <a:buChar char="​"/>
            </a:pPr>
            <a:endParaRPr lang="en-US" sz="2000">
              <a:solidFill>
                <a:srgbClr val="1B4198"/>
              </a:solidFill>
              <a:latin typeface="Montserrat" panose="00000500000000000000" pitchFamily="2" charset="0"/>
            </a:endParaRPr>
          </a:p>
          <a:p>
            <a:pPr algn="ctr" defTabSz="609570">
              <a:buClr>
                <a:srgbClr val="00857C">
                  <a:lumMod val="100000"/>
                </a:srgbClr>
              </a:buClr>
              <a:buSzPct val="100000"/>
              <a:buFont typeface="Trebuchet MS" panose="020B0603020202020204" pitchFamily="34" charset="0"/>
              <a:buChar char="​"/>
            </a:pPr>
            <a:r>
              <a:rPr lang="en-US" sz="2000" b="1">
                <a:solidFill>
                  <a:srgbClr val="E20177"/>
                </a:solidFill>
                <a:latin typeface="Montserrat" panose="00000500000000000000" pitchFamily="2" charset="0"/>
                <a:sym typeface="+mn-lt"/>
              </a:rPr>
              <a:t>Mission</a:t>
            </a:r>
          </a:p>
          <a:p>
            <a:pPr algn="ctr" defTabSz="609570">
              <a:buClr>
                <a:srgbClr val="00857C">
                  <a:lumMod val="100000"/>
                </a:srgbClr>
              </a:buClr>
              <a:buSzPct val="100000"/>
            </a:pPr>
            <a:r>
              <a:rPr lang="en-US" sz="2000">
                <a:solidFill>
                  <a:srgbClr val="1B4198"/>
                </a:solidFill>
                <a:latin typeface="Montserrat" panose="00000500000000000000" pitchFamily="2" charset="0"/>
                <a:sym typeface="+mn-lt"/>
              </a:rPr>
              <a:t>Deliver impactful medicines and solutions for a healthier every day</a:t>
            </a:r>
          </a:p>
          <a:p>
            <a:pPr algn="ctr" defTabSz="609570">
              <a:buClr>
                <a:srgbClr val="00857C">
                  <a:lumMod val="100000"/>
                </a:srgbClr>
              </a:buClr>
              <a:buSzPct val="100000"/>
              <a:buFont typeface="Trebuchet MS" panose="020B0603020202020204" pitchFamily="34" charset="0"/>
              <a:buChar char="​"/>
            </a:pPr>
            <a:endParaRPr lang="en-US" sz="2000">
              <a:solidFill>
                <a:srgbClr val="1B4198"/>
              </a:solidFill>
              <a:latin typeface="Montserrat" panose="00000500000000000000" pitchFamily="2" charset="0"/>
            </a:endParaRPr>
          </a:p>
          <a:p>
            <a:pPr algn="ctr" defTabSz="609570">
              <a:buClr>
                <a:srgbClr val="00857C">
                  <a:lumMod val="100000"/>
                </a:srgbClr>
              </a:buClr>
              <a:buSzPct val="100000"/>
              <a:buFont typeface="Trebuchet MS" panose="020B0603020202020204" pitchFamily="34" charset="0"/>
              <a:buChar char="​"/>
            </a:pPr>
            <a:r>
              <a:rPr lang="en-US" sz="2000" b="1">
                <a:solidFill>
                  <a:srgbClr val="E20177"/>
                </a:solidFill>
                <a:latin typeface="Montserrat" panose="00000500000000000000" pitchFamily="2" charset="0"/>
                <a:sym typeface="+mn-lt"/>
              </a:rPr>
              <a:t>Purpose</a:t>
            </a:r>
          </a:p>
          <a:p>
            <a:pPr algn="ctr" defTabSz="609570">
              <a:buClr>
                <a:srgbClr val="00857C">
                  <a:lumMod val="100000"/>
                </a:srgbClr>
              </a:buClr>
              <a:buSzPct val="100000"/>
            </a:pPr>
            <a:r>
              <a:rPr lang="en-US" sz="2000">
                <a:solidFill>
                  <a:srgbClr val="1B4198"/>
                </a:solidFill>
                <a:latin typeface="Montserrat" panose="00000500000000000000" pitchFamily="2" charset="0"/>
              </a:rPr>
              <a:t>Help women and girls achieve their promise through better health. By addressing gender-related disparities in health, we build a more sustainable future for women, families, economies and society.</a:t>
            </a:r>
            <a:endParaRPr lang="en-US" sz="2000">
              <a:solidFill>
                <a:srgbClr val="1B4198"/>
              </a:solidFill>
              <a:latin typeface="Montserrat" panose="00000500000000000000" pitchFamily="2" charset="0"/>
              <a:sym typeface="+mn-lt"/>
            </a:endParaRPr>
          </a:p>
        </p:txBody>
      </p:sp>
      <p:grpSp>
        <p:nvGrpSpPr>
          <p:cNvPr id="9" name="Group 8">
            <a:extLst>
              <a:ext uri="{FF2B5EF4-FFF2-40B4-BE49-F238E27FC236}">
                <a16:creationId xmlns:a16="http://schemas.microsoft.com/office/drawing/2014/main" id="{943AB0D6-7848-B88C-6870-8692B2CEA943}"/>
              </a:ext>
            </a:extLst>
          </p:cNvPr>
          <p:cNvGrpSpPr/>
          <p:nvPr/>
        </p:nvGrpSpPr>
        <p:grpSpPr>
          <a:xfrm>
            <a:off x="0" y="1600200"/>
            <a:ext cx="6426412" cy="3657600"/>
            <a:chOff x="0" y="1336121"/>
            <a:chExt cx="6426412" cy="3657600"/>
          </a:xfrm>
        </p:grpSpPr>
        <p:sp>
          <p:nvSpPr>
            <p:cNvPr id="8" name="Rectangle: Rounded Corners 7">
              <a:extLst>
                <a:ext uri="{FF2B5EF4-FFF2-40B4-BE49-F238E27FC236}">
                  <a16:creationId xmlns:a16="http://schemas.microsoft.com/office/drawing/2014/main" id="{FBF45C87-D1EE-2169-8708-DEA0F1B05895}"/>
                </a:ext>
              </a:extLst>
            </p:cNvPr>
            <p:cNvSpPr/>
            <p:nvPr/>
          </p:nvSpPr>
          <p:spPr>
            <a:xfrm>
              <a:off x="330412" y="1336121"/>
              <a:ext cx="6096000" cy="3657600"/>
            </a:xfrm>
            <a:prstGeom prst="roundRect">
              <a:avLst>
                <a:gd name="adj" fmla="val 50000"/>
              </a:avLst>
            </a:prstGeom>
            <a:solidFill>
              <a:srgbClr val="FFE9D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658AFCB3-3E64-AFB6-A4D1-D0A9F7E2CFA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940" t="13004" b="33663"/>
            <a:stretch/>
          </p:blipFill>
          <p:spPr bwMode="auto">
            <a:xfrm>
              <a:off x="0" y="1336121"/>
              <a:ext cx="5627679" cy="3657600"/>
            </a:xfrm>
            <a:custGeom>
              <a:avLst/>
              <a:gdLst>
                <a:gd name="connsiteX0" fmla="*/ 0 w 5627679"/>
                <a:gd name="connsiteY0" fmla="*/ 0 h 3657600"/>
                <a:gd name="connsiteX1" fmla="*/ 4597615 w 5627679"/>
                <a:gd name="connsiteY1" fmla="*/ 0 h 3657600"/>
                <a:gd name="connsiteX2" fmla="*/ 5620115 w 5627679"/>
                <a:gd name="connsiteY2" fmla="*/ 312331 h 3657600"/>
                <a:gd name="connsiteX3" fmla="*/ 5627679 w 5627679"/>
                <a:gd name="connsiteY3" fmla="*/ 317987 h 3657600"/>
                <a:gd name="connsiteX4" fmla="*/ 5627679 w 5627679"/>
                <a:gd name="connsiteY4" fmla="*/ 3339613 h 3657600"/>
                <a:gd name="connsiteX5" fmla="*/ 5620115 w 5627679"/>
                <a:gd name="connsiteY5" fmla="*/ 3345270 h 3657600"/>
                <a:gd name="connsiteX6" fmla="*/ 4597615 w 5627679"/>
                <a:gd name="connsiteY6" fmla="*/ 3657600 h 3657600"/>
                <a:gd name="connsiteX7" fmla="*/ 0 w 5627679"/>
                <a:gd name="connsiteY7" fmla="*/ 3657600 h 3657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627679" h="3657600">
                  <a:moveTo>
                    <a:pt x="0" y="0"/>
                  </a:moveTo>
                  <a:lnTo>
                    <a:pt x="4597615" y="0"/>
                  </a:lnTo>
                  <a:cubicBezTo>
                    <a:pt x="4976372" y="0"/>
                    <a:pt x="5328236" y="115141"/>
                    <a:pt x="5620115" y="312331"/>
                  </a:cubicBezTo>
                  <a:lnTo>
                    <a:pt x="5627679" y="317987"/>
                  </a:lnTo>
                  <a:lnTo>
                    <a:pt x="5627679" y="3339613"/>
                  </a:lnTo>
                  <a:lnTo>
                    <a:pt x="5620115" y="3345270"/>
                  </a:lnTo>
                  <a:cubicBezTo>
                    <a:pt x="5328236" y="3542459"/>
                    <a:pt x="4976372" y="3657600"/>
                    <a:pt x="4597615" y="3657600"/>
                  </a:cubicBezTo>
                  <a:lnTo>
                    <a:pt x="0" y="3657600"/>
                  </a:lnTo>
                  <a:close/>
                </a:path>
              </a:pathLst>
            </a:custGeom>
            <a:noFill/>
            <a:extLst>
              <a:ext uri="{909E8E84-426E-40DD-AFC4-6F175D3DCCD1}">
                <a14:hiddenFill xmlns:a14="http://schemas.microsoft.com/office/drawing/2010/main">
                  <a:solidFill>
                    <a:srgbClr val="FFFFFF"/>
                  </a:solidFill>
                </a14:hiddenFill>
              </a:ext>
            </a:extLst>
          </p:spPr>
        </p:pic>
      </p:grpSp>
      <p:sp>
        <p:nvSpPr>
          <p:cNvPr id="2" name="Slide Number Placeholder 1">
            <a:extLst>
              <a:ext uri="{FF2B5EF4-FFF2-40B4-BE49-F238E27FC236}">
                <a16:creationId xmlns:a16="http://schemas.microsoft.com/office/drawing/2014/main" id="{B0236001-5E80-2697-3F25-C2EABB153BA4}"/>
              </a:ext>
            </a:extLst>
          </p:cNvPr>
          <p:cNvSpPr>
            <a:spLocks noGrp="1"/>
          </p:cNvSpPr>
          <p:nvPr>
            <p:ph type="sldNum" sz="quarter" idx="12"/>
          </p:nvPr>
        </p:nvSpPr>
        <p:spPr/>
        <p:txBody>
          <a:bodyPr/>
          <a:lstStyle/>
          <a:p>
            <a:pPr defTabSz="609585"/>
            <a:fld id="{7D18A8FE-DFC8-4843-AEF2-DE4DB0CF7D65}" type="slidenum">
              <a:rPr lang="en-US">
                <a:solidFill>
                  <a:srgbClr val="171717"/>
                </a:solidFill>
                <a:latin typeface="Montserrat" panose="00000500000000000000" pitchFamily="2" charset="0"/>
              </a:rPr>
              <a:pPr defTabSz="609585"/>
              <a:t>5</a:t>
            </a:fld>
            <a:endParaRPr lang="en-US">
              <a:solidFill>
                <a:srgbClr val="171717"/>
              </a:solidFill>
              <a:latin typeface="Montserrat" panose="00000500000000000000" pitchFamily="2" charset="0"/>
            </a:endParaRPr>
          </a:p>
        </p:txBody>
      </p:sp>
      <p:sp>
        <p:nvSpPr>
          <p:cNvPr id="3" name="Title 1">
            <a:extLst>
              <a:ext uri="{FF2B5EF4-FFF2-40B4-BE49-F238E27FC236}">
                <a16:creationId xmlns:a16="http://schemas.microsoft.com/office/drawing/2014/main" id="{D9649DDE-4794-1DFB-8B8B-C1B752053939}"/>
              </a:ext>
            </a:extLst>
          </p:cNvPr>
          <p:cNvSpPr>
            <a:spLocks noGrp="1"/>
          </p:cNvSpPr>
          <p:nvPr>
            <p:ph type="title"/>
          </p:nvPr>
        </p:nvSpPr>
        <p:spPr>
          <a:xfrm>
            <a:off x="457201" y="192361"/>
            <a:ext cx="8202891" cy="699433"/>
          </a:xfrm>
        </p:spPr>
        <p:txBody>
          <a:bodyPr/>
          <a:lstStyle/>
          <a:p>
            <a:r>
              <a:rPr lang="en-US">
                <a:latin typeface="Montserrat ExtraBold" panose="00000900000000000000" pitchFamily="2" charset="0"/>
              </a:rPr>
              <a:t>Our vision, mission and purpose</a:t>
            </a:r>
          </a:p>
        </p:txBody>
      </p:sp>
    </p:spTree>
    <p:extLst>
      <p:ext uri="{BB962C8B-B14F-4D97-AF65-F5344CB8AC3E}">
        <p14:creationId xmlns:p14="http://schemas.microsoft.com/office/powerpoint/2010/main" val="2504299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29A8C-DCE6-FB47-4BE0-DCDB7118EDC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6F23915-9F71-7740-DE5D-6206165751F7}"/>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6</a:t>
            </a:fld>
            <a:endParaRPr lang="en-US">
              <a:solidFill>
                <a:schemeClr val="tx2"/>
              </a:solidFill>
              <a:latin typeface="Montserrat" panose="00000500000000000000" pitchFamily="2" charset="0"/>
            </a:endParaRPr>
          </a:p>
        </p:txBody>
      </p:sp>
      <p:sp>
        <p:nvSpPr>
          <p:cNvPr id="14" name="Title 1">
            <a:extLst>
              <a:ext uri="{FF2B5EF4-FFF2-40B4-BE49-F238E27FC236}">
                <a16:creationId xmlns:a16="http://schemas.microsoft.com/office/drawing/2014/main" id="{28864AB6-1CC9-4E80-7834-1108DAF4546C}"/>
              </a:ext>
            </a:extLst>
          </p:cNvPr>
          <p:cNvSpPr>
            <a:spLocks noGrp="1"/>
          </p:cNvSpPr>
          <p:nvPr>
            <p:ph type="title"/>
          </p:nvPr>
        </p:nvSpPr>
        <p:spPr>
          <a:xfrm>
            <a:off x="457200" y="192360"/>
            <a:ext cx="10396483" cy="699433"/>
          </a:xfrm>
        </p:spPr>
        <p:txBody>
          <a:bodyPr/>
          <a:lstStyle/>
          <a:p>
            <a:r>
              <a:rPr lang="en-US">
                <a:latin typeface="Montserrat ExtraBold" panose="00000900000000000000" pitchFamily="2" charset="0"/>
              </a:rPr>
              <a:t>Living our values</a:t>
            </a:r>
          </a:p>
        </p:txBody>
      </p:sp>
      <p:pic>
        <p:nvPicPr>
          <p:cNvPr id="15" name="Picture 14">
            <a:extLst>
              <a:ext uri="{FF2B5EF4-FFF2-40B4-BE49-F238E27FC236}">
                <a16:creationId xmlns:a16="http://schemas.microsoft.com/office/drawing/2014/main" id="{00F6938B-7E92-7CB6-90FC-374DE9C70A5B}"/>
              </a:ext>
            </a:extLst>
          </p:cNvPr>
          <p:cNvPicPr>
            <a:picLocks noChangeAspect="1"/>
          </p:cNvPicPr>
          <p:nvPr/>
        </p:nvPicPr>
        <p:blipFill>
          <a:blip r:embed="rId3"/>
          <a:srcRect r="11374"/>
          <a:stretch/>
        </p:blipFill>
        <p:spPr>
          <a:xfrm>
            <a:off x="8290477" y="1935982"/>
            <a:ext cx="3901523" cy="2509177"/>
          </a:xfrm>
          <a:prstGeom prst="rect">
            <a:avLst/>
          </a:prstGeom>
        </p:spPr>
      </p:pic>
      <p:sp>
        <p:nvSpPr>
          <p:cNvPr id="16" name="Content Placeholder 2">
            <a:extLst>
              <a:ext uri="{FF2B5EF4-FFF2-40B4-BE49-F238E27FC236}">
                <a16:creationId xmlns:a16="http://schemas.microsoft.com/office/drawing/2014/main" id="{8A252A9E-1F21-6E44-3025-33E8FED74FD8}"/>
              </a:ext>
            </a:extLst>
          </p:cNvPr>
          <p:cNvSpPr txBox="1">
            <a:spLocks/>
          </p:cNvSpPr>
          <p:nvPr/>
        </p:nvSpPr>
        <p:spPr>
          <a:xfrm>
            <a:off x="367457" y="2248592"/>
            <a:ext cx="2418355" cy="382731"/>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Be real</a:t>
            </a:r>
          </a:p>
        </p:txBody>
      </p:sp>
      <p:sp>
        <p:nvSpPr>
          <p:cNvPr id="17" name="TextBox 16">
            <a:extLst>
              <a:ext uri="{FF2B5EF4-FFF2-40B4-BE49-F238E27FC236}">
                <a16:creationId xmlns:a16="http://schemas.microsoft.com/office/drawing/2014/main" id="{86ACFCDD-EE69-F173-021F-F4B241AF3BEC}"/>
              </a:ext>
            </a:extLst>
          </p:cNvPr>
          <p:cNvSpPr txBox="1"/>
          <p:nvPr/>
        </p:nvSpPr>
        <p:spPr>
          <a:xfrm>
            <a:off x="408360" y="2722918"/>
            <a:ext cx="2012661"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chemeClr val="accent2"/>
                </a:solidFill>
                <a:effectLst/>
                <a:uLnTx/>
                <a:uFillTx/>
                <a:latin typeface="Montserrat" pitchFamily="2" charset="77"/>
                <a:ea typeface="+mn-ea"/>
                <a:cs typeface="+mn-cs"/>
              </a:rPr>
              <a:t>We are authentic and transparent.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chemeClr val="accent2"/>
              </a:solidFill>
              <a:effectLst/>
              <a:uLnTx/>
              <a:uFillTx/>
              <a:latin typeface="Montserrat"/>
              <a:ea typeface="+mn-ea"/>
              <a:cs typeface="+mn-cs"/>
            </a:endParaRPr>
          </a:p>
        </p:txBody>
      </p:sp>
      <p:sp>
        <p:nvSpPr>
          <p:cNvPr id="18" name="Content Placeholder 2">
            <a:extLst>
              <a:ext uri="{FF2B5EF4-FFF2-40B4-BE49-F238E27FC236}">
                <a16:creationId xmlns:a16="http://schemas.microsoft.com/office/drawing/2014/main" id="{EA4A729A-FF06-F92D-D76F-690DB28354F7}"/>
              </a:ext>
            </a:extLst>
          </p:cNvPr>
          <p:cNvSpPr txBox="1">
            <a:spLocks/>
          </p:cNvSpPr>
          <p:nvPr/>
        </p:nvSpPr>
        <p:spPr>
          <a:xfrm>
            <a:off x="2924119" y="2248592"/>
            <a:ext cx="2418355" cy="382731"/>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Own it</a:t>
            </a:r>
          </a:p>
        </p:txBody>
      </p:sp>
      <p:sp>
        <p:nvSpPr>
          <p:cNvPr id="19" name="TextBox 18">
            <a:extLst>
              <a:ext uri="{FF2B5EF4-FFF2-40B4-BE49-F238E27FC236}">
                <a16:creationId xmlns:a16="http://schemas.microsoft.com/office/drawing/2014/main" id="{0E43C3C7-FBA3-0D53-7AD3-F11B3966C16E}"/>
              </a:ext>
            </a:extLst>
          </p:cNvPr>
          <p:cNvSpPr txBox="1"/>
          <p:nvPr/>
        </p:nvSpPr>
        <p:spPr>
          <a:xfrm>
            <a:off x="2924119" y="2722918"/>
            <a:ext cx="2735350" cy="1077218"/>
          </a:xfrm>
          <a:prstGeom prst="rect">
            <a:avLst/>
          </a:prstGeom>
          <a:noFill/>
        </p:spPr>
        <p:txBody>
          <a:bodyPr wrap="square" rtlCol="0">
            <a:spAutoFit/>
          </a:bodyPr>
          <a:lstStyle/>
          <a:p>
            <a:pPr marL="0" marR="0" lvl="0" indent="0" algn="l" defTabSz="685800" rtl="0" eaLnBrk="1" fontAlgn="auto" latinLnBrk="0" hangingPunct="1">
              <a:lnSpc>
                <a:spcPct val="100000"/>
              </a:lnSpc>
              <a:spcBef>
                <a:spcPts val="750"/>
              </a:spcBef>
              <a:spcAft>
                <a:spcPts val="0"/>
              </a:spcAft>
              <a:buClr>
                <a:srgbClr val="1B4198"/>
              </a:buClr>
              <a:buSzPct val="120000"/>
              <a:buFont typeface="Arial" charset="0"/>
              <a:buNone/>
              <a:tabLst/>
              <a:defRPr/>
            </a:pPr>
            <a:r>
              <a:rPr kumimoji="0" lang="en-US" sz="1600" b="0" i="0" u="none" strike="noStrike" kern="1200" cap="none" spc="0" normalizeH="0" baseline="0" noProof="0">
                <a:ln>
                  <a:noFill/>
                </a:ln>
                <a:solidFill>
                  <a:schemeClr val="accent2"/>
                </a:solidFill>
                <a:effectLst/>
                <a:uLnTx/>
                <a:uFillTx/>
                <a:latin typeface="Montserrat" pitchFamily="2" charset="77"/>
                <a:ea typeface="+mn-ea"/>
                <a:cs typeface="+mn-cs"/>
              </a:rPr>
              <a:t>We drive accountability and empowerment with high integrity and ethical standards.</a:t>
            </a:r>
          </a:p>
        </p:txBody>
      </p:sp>
      <p:sp>
        <p:nvSpPr>
          <p:cNvPr id="20" name="Content Placeholder 2">
            <a:extLst>
              <a:ext uri="{FF2B5EF4-FFF2-40B4-BE49-F238E27FC236}">
                <a16:creationId xmlns:a16="http://schemas.microsoft.com/office/drawing/2014/main" id="{1C14741D-91D7-51B4-7BCA-535EF1E28593}"/>
              </a:ext>
            </a:extLst>
          </p:cNvPr>
          <p:cNvSpPr txBox="1">
            <a:spLocks/>
          </p:cNvSpPr>
          <p:nvPr/>
        </p:nvSpPr>
        <p:spPr>
          <a:xfrm>
            <a:off x="5855494" y="2248592"/>
            <a:ext cx="2418355" cy="382731"/>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Rise together</a:t>
            </a:r>
          </a:p>
        </p:txBody>
      </p:sp>
      <p:sp>
        <p:nvSpPr>
          <p:cNvPr id="21" name="TextBox 20">
            <a:extLst>
              <a:ext uri="{FF2B5EF4-FFF2-40B4-BE49-F238E27FC236}">
                <a16:creationId xmlns:a16="http://schemas.microsoft.com/office/drawing/2014/main" id="{91329052-B302-E190-D677-D46276D81245}"/>
              </a:ext>
            </a:extLst>
          </p:cNvPr>
          <p:cNvSpPr txBox="1"/>
          <p:nvPr/>
        </p:nvSpPr>
        <p:spPr>
          <a:xfrm>
            <a:off x="5886546" y="2722918"/>
            <a:ext cx="2176854" cy="83099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750"/>
              </a:spcBef>
              <a:spcAft>
                <a:spcPts val="0"/>
              </a:spcAft>
              <a:buClr>
                <a:srgbClr val="1B4198"/>
              </a:buClr>
              <a:buSzPct val="120000"/>
              <a:buFont typeface="Arial" charset="0"/>
              <a:buNone/>
              <a:tabLst/>
              <a:defRPr/>
            </a:pPr>
            <a:r>
              <a:rPr kumimoji="0" lang="en-US" sz="1600" b="0" i="0" u="none" strike="noStrike" kern="1200" cap="none" spc="0" normalizeH="0" baseline="0" noProof="0">
                <a:ln>
                  <a:noFill/>
                </a:ln>
                <a:solidFill>
                  <a:schemeClr val="accent2"/>
                </a:solidFill>
                <a:effectLst/>
                <a:uLnTx/>
                <a:uFillTx/>
                <a:latin typeface="Montserrat" pitchFamily="2" charset="77"/>
                <a:ea typeface="+mn-ea"/>
                <a:cs typeface="+mn-cs"/>
              </a:rPr>
              <a:t>We will collaborate and succeed as a team.</a:t>
            </a:r>
          </a:p>
        </p:txBody>
      </p:sp>
      <p:sp>
        <p:nvSpPr>
          <p:cNvPr id="22" name="Content Placeholder 2">
            <a:extLst>
              <a:ext uri="{FF2B5EF4-FFF2-40B4-BE49-F238E27FC236}">
                <a16:creationId xmlns:a16="http://schemas.microsoft.com/office/drawing/2014/main" id="{02C07290-067F-D4A3-2BFA-BCF9D32B87B0}"/>
              </a:ext>
            </a:extLst>
          </p:cNvPr>
          <p:cNvSpPr txBox="1">
            <a:spLocks/>
          </p:cNvSpPr>
          <p:nvPr/>
        </p:nvSpPr>
        <p:spPr>
          <a:xfrm>
            <a:off x="408360" y="3955082"/>
            <a:ext cx="2418355" cy="382731"/>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Keep moving</a:t>
            </a:r>
          </a:p>
        </p:txBody>
      </p:sp>
      <p:sp>
        <p:nvSpPr>
          <p:cNvPr id="23" name="TextBox 22">
            <a:extLst>
              <a:ext uri="{FF2B5EF4-FFF2-40B4-BE49-F238E27FC236}">
                <a16:creationId xmlns:a16="http://schemas.microsoft.com/office/drawing/2014/main" id="{6F14EF4F-2FE2-2964-6731-AF7E6ACF6B2A}"/>
              </a:ext>
            </a:extLst>
          </p:cNvPr>
          <p:cNvSpPr txBox="1"/>
          <p:nvPr/>
        </p:nvSpPr>
        <p:spPr>
          <a:xfrm>
            <a:off x="408360" y="4447524"/>
            <a:ext cx="237745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a:solidFill>
                  <a:schemeClr val="accent2"/>
                </a:solidFill>
                <a:latin typeface="Montserrat" pitchFamily="2" charset="77"/>
              </a:rPr>
              <a:t>We will be entrepreneurial and resilient, lean into challenges and embrace change.</a:t>
            </a:r>
          </a:p>
        </p:txBody>
      </p:sp>
      <p:sp>
        <p:nvSpPr>
          <p:cNvPr id="24" name="Content Placeholder 2">
            <a:extLst>
              <a:ext uri="{FF2B5EF4-FFF2-40B4-BE49-F238E27FC236}">
                <a16:creationId xmlns:a16="http://schemas.microsoft.com/office/drawing/2014/main" id="{B046940D-A1E2-C298-0517-A9F63E5B084D}"/>
              </a:ext>
            </a:extLst>
          </p:cNvPr>
          <p:cNvSpPr txBox="1">
            <a:spLocks/>
          </p:cNvSpPr>
          <p:nvPr/>
        </p:nvSpPr>
        <p:spPr>
          <a:xfrm>
            <a:off x="2924119" y="3955082"/>
            <a:ext cx="2735350" cy="488619"/>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Bring your fire</a:t>
            </a:r>
          </a:p>
        </p:txBody>
      </p:sp>
      <p:sp>
        <p:nvSpPr>
          <p:cNvPr id="25" name="TextBox 24">
            <a:extLst>
              <a:ext uri="{FF2B5EF4-FFF2-40B4-BE49-F238E27FC236}">
                <a16:creationId xmlns:a16="http://schemas.microsoft.com/office/drawing/2014/main" id="{E04D6496-10A7-617E-3816-33023BB1DFBE}"/>
              </a:ext>
            </a:extLst>
          </p:cNvPr>
          <p:cNvSpPr txBox="1"/>
          <p:nvPr/>
        </p:nvSpPr>
        <p:spPr>
          <a:xfrm>
            <a:off x="2924118" y="4447524"/>
            <a:ext cx="2550265" cy="83099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750"/>
              </a:spcBef>
              <a:spcAft>
                <a:spcPts val="0"/>
              </a:spcAft>
              <a:buClr>
                <a:srgbClr val="1B4198"/>
              </a:buClr>
              <a:buSzPct val="120000"/>
              <a:buFont typeface="Arial" charset="0"/>
              <a:buNone/>
              <a:tabLst/>
              <a:defRPr/>
            </a:pPr>
            <a:r>
              <a:rPr kumimoji="0" lang="en-US" sz="1600" b="0" i="0" u="none" strike="noStrike" kern="1200" cap="none" spc="0" normalizeH="0" baseline="0" noProof="0" dirty="0">
                <a:ln>
                  <a:noFill/>
                </a:ln>
                <a:solidFill>
                  <a:schemeClr val="accent2"/>
                </a:solidFill>
                <a:effectLst/>
                <a:uLnTx/>
                <a:uFillTx/>
                <a:latin typeface="Montserrat" pitchFamily="2" charset="77"/>
                <a:ea typeface="+mn-ea"/>
                <a:cs typeface="+mn-cs"/>
              </a:rPr>
              <a:t>We maintain passion for our purpose and what we do.</a:t>
            </a:r>
          </a:p>
        </p:txBody>
      </p:sp>
      <p:sp>
        <p:nvSpPr>
          <p:cNvPr id="26" name="Content Placeholder 2">
            <a:extLst>
              <a:ext uri="{FF2B5EF4-FFF2-40B4-BE49-F238E27FC236}">
                <a16:creationId xmlns:a16="http://schemas.microsoft.com/office/drawing/2014/main" id="{9187EC83-151D-F6F2-6581-3C691509E87D}"/>
              </a:ext>
            </a:extLst>
          </p:cNvPr>
          <p:cNvSpPr txBox="1">
            <a:spLocks/>
          </p:cNvSpPr>
          <p:nvPr/>
        </p:nvSpPr>
        <p:spPr>
          <a:xfrm>
            <a:off x="5855494" y="3955082"/>
            <a:ext cx="2418355" cy="382731"/>
          </a:xfrm>
          <a:prstGeom prst="rect">
            <a:avLst/>
          </a:prstGeom>
        </p:spPr>
        <p:txBody>
          <a:bodyPr anchor="t"/>
          <a:lstStyle>
            <a:lvl1pPr marL="0" indent="0" algn="l" defTabSz="914377" rtl="0" eaLnBrk="1" latinLnBrk="0" hangingPunct="1">
              <a:lnSpc>
                <a:spcPct val="100000"/>
              </a:lnSpc>
              <a:spcBef>
                <a:spcPts val="1000"/>
              </a:spcBef>
              <a:buClr>
                <a:schemeClr val="accent1"/>
              </a:buClr>
              <a:buSzPct val="120000"/>
              <a:buFont typeface="Arial" panose="020B0604020202020204" pitchFamily="34" charset="0"/>
              <a:buNone/>
              <a:tabLst/>
              <a:defRPr sz="2133"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377" rtl="0" eaLnBrk="1" fontAlgn="auto" latinLnBrk="0" hangingPunct="1">
              <a:lnSpc>
                <a:spcPct val="100000"/>
              </a:lnSpc>
              <a:spcBef>
                <a:spcPts val="1000"/>
              </a:spcBef>
              <a:spcAft>
                <a:spcPts val="0"/>
              </a:spcAft>
              <a:buClr>
                <a:srgbClr val="E20177"/>
              </a:buClr>
              <a:buSzPct val="120000"/>
              <a:buFont typeface="Arial" panose="020B0604020202020204" pitchFamily="34" charset="0"/>
              <a:buNone/>
              <a:tabLst/>
              <a:defRPr/>
            </a:pPr>
            <a:r>
              <a:rPr kumimoji="0" lang="en-US" sz="2400" b="1" i="0" u="none" strike="noStrike" kern="1200" cap="none" spc="0" normalizeH="0" baseline="0" noProof="0">
                <a:ln>
                  <a:noFill/>
                </a:ln>
                <a:solidFill>
                  <a:srgbClr val="E20177"/>
                </a:solidFill>
                <a:effectLst/>
                <a:uLnTx/>
                <a:uFillTx/>
                <a:latin typeface="Montserrat" pitchFamily="2" charset="77"/>
                <a:ea typeface="+mn-ea"/>
                <a:cs typeface="+mn-cs"/>
              </a:rPr>
              <a:t>We all belong</a:t>
            </a:r>
          </a:p>
        </p:txBody>
      </p:sp>
      <p:sp>
        <p:nvSpPr>
          <p:cNvPr id="27" name="TextBox 26">
            <a:extLst>
              <a:ext uri="{FF2B5EF4-FFF2-40B4-BE49-F238E27FC236}">
                <a16:creationId xmlns:a16="http://schemas.microsoft.com/office/drawing/2014/main" id="{0DF1370E-9F39-19DB-F7C2-8BCE4E1E4A8F}"/>
              </a:ext>
            </a:extLst>
          </p:cNvPr>
          <p:cNvSpPr txBox="1"/>
          <p:nvPr/>
        </p:nvSpPr>
        <p:spPr>
          <a:xfrm>
            <a:off x="5850139" y="4447524"/>
            <a:ext cx="3236711" cy="830997"/>
          </a:xfrm>
          <a:prstGeom prst="rect">
            <a:avLst/>
          </a:prstGeom>
          <a:noFill/>
        </p:spPr>
        <p:txBody>
          <a:bodyPr wrap="square" rtlCol="0">
            <a:spAutoFit/>
          </a:bodyPr>
          <a:lstStyle/>
          <a:p>
            <a:pPr marL="0" marR="0" lvl="0" indent="0" algn="l" defTabSz="685800" rtl="0" eaLnBrk="1" fontAlgn="auto" latinLnBrk="0" hangingPunct="1">
              <a:lnSpc>
                <a:spcPct val="100000"/>
              </a:lnSpc>
              <a:spcBef>
                <a:spcPts val="750"/>
              </a:spcBef>
              <a:spcAft>
                <a:spcPts val="0"/>
              </a:spcAft>
              <a:buClr>
                <a:srgbClr val="1B4198"/>
              </a:buClr>
              <a:buSzPct val="120000"/>
              <a:buFont typeface="Arial" charset="0"/>
              <a:buNone/>
              <a:tabLst/>
              <a:defRPr/>
            </a:pPr>
            <a:r>
              <a:rPr lang="en-US" sz="1600" dirty="0">
                <a:solidFill>
                  <a:schemeClr val="accent2"/>
                </a:solidFill>
                <a:latin typeface="Montserrat" pitchFamily="2" charset="77"/>
              </a:rPr>
              <a:t>We are enriched by the voices and perspectives of many different backgrounds.</a:t>
            </a:r>
          </a:p>
        </p:txBody>
      </p:sp>
      <p:sp>
        <p:nvSpPr>
          <p:cNvPr id="28" name="TextBox 27">
            <a:extLst>
              <a:ext uri="{FF2B5EF4-FFF2-40B4-BE49-F238E27FC236}">
                <a16:creationId xmlns:a16="http://schemas.microsoft.com/office/drawing/2014/main" id="{FFDDC37F-5240-2127-8D12-FC7FACD4B23C}"/>
              </a:ext>
            </a:extLst>
          </p:cNvPr>
          <p:cNvSpPr txBox="1"/>
          <p:nvPr/>
        </p:nvSpPr>
        <p:spPr>
          <a:xfrm>
            <a:off x="408360" y="1052755"/>
            <a:ext cx="10666040" cy="861774"/>
          </a:xfrm>
          <a:prstGeom prst="rect">
            <a:avLst/>
          </a:prstGeom>
          <a:noFill/>
        </p:spPr>
        <p:txBody>
          <a:bodyPr wrap="square" rtlCol="0">
            <a:spAutoFit/>
          </a:bodyPr>
          <a:lstStyle/>
          <a:p>
            <a:r>
              <a:rPr lang="en-US" sz="1600" kern="100">
                <a:latin typeface="Montserrat" panose="00000500000000000000" pitchFamily="2" charset="0"/>
                <a:ea typeface="Calibri" panose="020F0502020204030204" pitchFamily="34" charset="0"/>
                <a:cs typeface="Calibri" panose="020F0502020204030204" pitchFamily="34" charset="0"/>
              </a:rPr>
              <a:t>A fearless team we call </a:t>
            </a:r>
            <a:r>
              <a:rPr lang="en-US" sz="1800" b="1" kern="100">
                <a:solidFill>
                  <a:schemeClr val="accent1"/>
                </a:solidFill>
                <a:latin typeface="Montserrat" panose="00000500000000000000" pitchFamily="2" charset="0"/>
                <a:ea typeface="Calibri" panose="020F0502020204030204" pitchFamily="34" charset="0"/>
                <a:cs typeface="Calibri" panose="020F0502020204030204" pitchFamily="34" charset="0"/>
              </a:rPr>
              <a:t>“founders,” </a:t>
            </a:r>
            <a:r>
              <a:rPr lang="en-US" sz="1600" kern="100">
                <a:latin typeface="Montserrat" panose="00000500000000000000" pitchFamily="2" charset="0"/>
                <a:ea typeface="Calibri" panose="020F0502020204030204" pitchFamily="34" charset="0"/>
                <a:cs typeface="Calibri" panose="020F0502020204030204" pitchFamily="34" charset="0"/>
              </a:rPr>
              <a:t>we are united in </a:t>
            </a:r>
            <a:r>
              <a:rPr lang="en-US" sz="1600">
                <a:latin typeface="Montserrat" panose="00000500000000000000" pitchFamily="2" charset="0"/>
              </a:rPr>
              <a:t>pursuit of our vision, mission, and purpose. With an entrepreneurial spirit, our team leads the change we want to see reflected in the world. At Organon, we live our values every day. </a:t>
            </a:r>
          </a:p>
        </p:txBody>
      </p:sp>
      <p:sp>
        <p:nvSpPr>
          <p:cNvPr id="4" name="TextBox 3">
            <a:extLst>
              <a:ext uri="{FF2B5EF4-FFF2-40B4-BE49-F238E27FC236}">
                <a16:creationId xmlns:a16="http://schemas.microsoft.com/office/drawing/2014/main" id="{BFE553ED-D5A5-1FC3-0174-8E71BEFEE22B}"/>
              </a:ext>
            </a:extLst>
          </p:cNvPr>
          <p:cNvSpPr txBox="1"/>
          <p:nvPr/>
        </p:nvSpPr>
        <p:spPr>
          <a:xfrm>
            <a:off x="895073" y="5842490"/>
            <a:ext cx="10401854" cy="369332"/>
          </a:xfrm>
          <a:prstGeom prst="rect">
            <a:avLst/>
          </a:prstGeom>
          <a:noFill/>
        </p:spPr>
        <p:txBody>
          <a:bodyPr wrap="square">
            <a:spAutoFit/>
          </a:bodyPr>
          <a:lstStyle/>
          <a:p>
            <a:pPr algn="ctr"/>
            <a:r>
              <a:rPr lang="en-US" sz="1800">
                <a:solidFill>
                  <a:schemeClr val="accent2"/>
                </a:solidFill>
                <a:latin typeface="Montserrat" panose="00000500000000000000" pitchFamily="2" charset="0"/>
              </a:rPr>
              <a:t>Above all, </a:t>
            </a:r>
            <a:r>
              <a:rPr lang="en-US" sz="1800" b="1">
                <a:solidFill>
                  <a:schemeClr val="accent1"/>
                </a:solidFill>
                <a:latin typeface="Montserrat" panose="00000500000000000000" pitchFamily="2" charset="0"/>
              </a:rPr>
              <a:t>we act with integrity</a:t>
            </a:r>
            <a:r>
              <a:rPr lang="en-US" sz="1800">
                <a:solidFill>
                  <a:schemeClr val="accent2"/>
                </a:solidFill>
                <a:latin typeface="Montserrat" panose="00000500000000000000" pitchFamily="2" charset="0"/>
              </a:rPr>
              <a:t>, embracing our values in everything we do.</a:t>
            </a:r>
          </a:p>
        </p:txBody>
      </p:sp>
    </p:spTree>
    <p:extLst>
      <p:ext uri="{BB962C8B-B14F-4D97-AF65-F5344CB8AC3E}">
        <p14:creationId xmlns:p14="http://schemas.microsoft.com/office/powerpoint/2010/main" val="2024924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oup of people in a room&#10;&#10;Description automatically generated">
            <a:extLst>
              <a:ext uri="{FF2B5EF4-FFF2-40B4-BE49-F238E27FC236}">
                <a16:creationId xmlns:a16="http://schemas.microsoft.com/office/drawing/2014/main" id="{5273F203-41B0-E0CE-6811-6E7501826C32}"/>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l="19478"/>
          <a:stretch/>
        </p:blipFill>
        <p:spPr>
          <a:xfrm>
            <a:off x="4726645" y="2"/>
            <a:ext cx="7465356" cy="6166759"/>
          </a:xfrm>
          <a:prstGeom prst="rect">
            <a:avLst/>
          </a:prstGeom>
        </p:spPr>
      </p:pic>
      <p:sp>
        <p:nvSpPr>
          <p:cNvPr id="2" name="Title 1">
            <a:extLst>
              <a:ext uri="{FF2B5EF4-FFF2-40B4-BE49-F238E27FC236}">
                <a16:creationId xmlns:a16="http://schemas.microsoft.com/office/drawing/2014/main" id="{6EB76383-BE92-6CC3-BAED-B01F3333A572}"/>
              </a:ext>
            </a:extLst>
          </p:cNvPr>
          <p:cNvSpPr>
            <a:spLocks noGrp="1"/>
          </p:cNvSpPr>
          <p:nvPr>
            <p:ph type="title"/>
          </p:nvPr>
        </p:nvSpPr>
        <p:spPr>
          <a:xfrm>
            <a:off x="551179" y="654927"/>
            <a:ext cx="3861023" cy="4844700"/>
          </a:xfrm>
        </p:spPr>
        <p:txBody>
          <a:bodyPr>
            <a:normAutofit/>
          </a:bodyPr>
          <a:lstStyle/>
          <a:p>
            <a:pPr defTabSz="914377"/>
            <a:r>
              <a:rPr lang="en-US" sz="3200">
                <a:latin typeface="Montserrat" panose="00000500000000000000" pitchFamily="2" charset="0"/>
                <a:ea typeface="+mn-ea"/>
                <a:cs typeface="+mn-cs"/>
              </a:rPr>
              <a:t>A new company with a 100+ year legacy in women’s health</a:t>
            </a:r>
          </a:p>
        </p:txBody>
      </p:sp>
      <p:sp>
        <p:nvSpPr>
          <p:cNvPr id="5" name="TextBox 4">
            <a:extLst>
              <a:ext uri="{FF2B5EF4-FFF2-40B4-BE49-F238E27FC236}">
                <a16:creationId xmlns:a16="http://schemas.microsoft.com/office/drawing/2014/main" id="{1C44C3C0-ABE1-7A3B-9B14-BCC657558EB3}"/>
              </a:ext>
            </a:extLst>
          </p:cNvPr>
          <p:cNvSpPr txBox="1"/>
          <p:nvPr/>
        </p:nvSpPr>
        <p:spPr>
          <a:xfrm>
            <a:off x="5514084" y="763097"/>
            <a:ext cx="5557421" cy="5262979"/>
          </a:xfrm>
          <a:prstGeom prst="rect">
            <a:avLst/>
          </a:prstGeom>
          <a:noFill/>
        </p:spPr>
        <p:txBody>
          <a:bodyPr wrap="square">
            <a:spAutoFit/>
          </a:bodyPr>
          <a:lstStyle/>
          <a:p>
            <a:pPr defTabSz="914377">
              <a:spcAft>
                <a:spcPts val="600"/>
              </a:spcAft>
            </a:pPr>
            <a:r>
              <a:rPr lang="en-US" sz="1700">
                <a:solidFill>
                  <a:srgbClr val="FFFFFF"/>
                </a:solidFill>
                <a:latin typeface="Montserrat"/>
              </a:rPr>
              <a:t>Organon was established in 1923 at the forefront of innovation in women’s reproductive health. </a:t>
            </a:r>
          </a:p>
          <a:p>
            <a:pPr defTabSz="914377">
              <a:spcAft>
                <a:spcPts val="600"/>
              </a:spcAft>
            </a:pPr>
            <a:endParaRPr lang="en-US" sz="1700">
              <a:solidFill>
                <a:srgbClr val="FFFFFF"/>
              </a:solidFill>
              <a:latin typeface="Montserrat"/>
            </a:endParaRPr>
          </a:p>
          <a:p>
            <a:pPr defTabSz="914377">
              <a:spcAft>
                <a:spcPts val="600"/>
              </a:spcAft>
            </a:pPr>
            <a:r>
              <a:rPr lang="en-US" sz="1700">
                <a:solidFill>
                  <a:srgbClr val="FFFFFF"/>
                </a:solidFill>
                <a:latin typeface="Montserrat"/>
              </a:rPr>
              <a:t>Today, </a:t>
            </a:r>
            <a:r>
              <a:rPr lang="en-IE" sz="1700">
                <a:solidFill>
                  <a:srgbClr val="FFFFFF"/>
                </a:solidFill>
                <a:latin typeface="Montserrat"/>
              </a:rPr>
              <a:t>we are an independent, publicly traded global healthcare company with a </a:t>
            </a:r>
            <a:r>
              <a:rPr lang="en-US" sz="1700">
                <a:solidFill>
                  <a:srgbClr val="FFFFFF"/>
                </a:solidFill>
                <a:latin typeface="Montserrat"/>
              </a:rPr>
              <a:t>diverse portfolio that offers solutions across a range of areas. </a:t>
            </a:r>
          </a:p>
          <a:p>
            <a:pPr defTabSz="914377">
              <a:spcAft>
                <a:spcPts val="600"/>
              </a:spcAft>
            </a:pPr>
            <a:endParaRPr lang="en-US" sz="1700">
              <a:solidFill>
                <a:srgbClr val="FFFFFF"/>
              </a:solidFill>
              <a:latin typeface="Montserrat"/>
            </a:endParaRPr>
          </a:p>
          <a:p>
            <a:pPr defTabSz="914377">
              <a:spcAft>
                <a:spcPts val="600"/>
              </a:spcAft>
            </a:pPr>
            <a:r>
              <a:rPr lang="en-US" sz="1700">
                <a:solidFill>
                  <a:srgbClr val="FFFFFF"/>
                </a:solidFill>
                <a:latin typeface="Montserrat"/>
              </a:rPr>
              <a:t>The original company has had many iterations since its establishment and was most recently re-launched following a spin-off from Merck &amp; Co., Inc., Rahway, NJ, USA. However, one thing that has remained constant is our commitment to advancing the health of women. </a:t>
            </a:r>
            <a:endParaRPr lang="en-IE" sz="1700">
              <a:solidFill>
                <a:srgbClr val="FFFFFF"/>
              </a:solidFill>
              <a:latin typeface="Montserrat"/>
            </a:endParaRPr>
          </a:p>
          <a:p>
            <a:pPr defTabSz="914377">
              <a:spcAft>
                <a:spcPts val="600"/>
              </a:spcAft>
            </a:pPr>
            <a:endParaRPr lang="en-US" sz="1700">
              <a:solidFill>
                <a:srgbClr val="FFFFFF"/>
              </a:solidFill>
              <a:latin typeface="Montserrat"/>
            </a:endParaRPr>
          </a:p>
          <a:p>
            <a:pPr defTabSz="914377">
              <a:spcAft>
                <a:spcPts val="600"/>
              </a:spcAft>
            </a:pPr>
            <a:r>
              <a:rPr lang="en-US" sz="1700">
                <a:solidFill>
                  <a:srgbClr val="FFFFFF"/>
                </a:solidFill>
                <a:latin typeface="Montserrat"/>
              </a:rPr>
              <a:t>Together, we are working to create a better and healthier every day for every woman around the world.</a:t>
            </a:r>
          </a:p>
        </p:txBody>
      </p:sp>
      <p:sp>
        <p:nvSpPr>
          <p:cNvPr id="3" name="Slide Number Placeholder 2">
            <a:extLst>
              <a:ext uri="{FF2B5EF4-FFF2-40B4-BE49-F238E27FC236}">
                <a16:creationId xmlns:a16="http://schemas.microsoft.com/office/drawing/2014/main" id="{4D1037B4-AC13-D25B-3112-07CE07EAFFCF}"/>
              </a:ext>
            </a:extLst>
          </p:cNvPr>
          <p:cNvSpPr>
            <a:spLocks noGrp="1"/>
          </p:cNvSpPr>
          <p:nvPr>
            <p:ph type="sldNum" sz="quarter" idx="10"/>
          </p:nvPr>
        </p:nvSpPr>
        <p:spPr/>
        <p:txBody>
          <a:bodyPr/>
          <a:lstStyle/>
          <a:p>
            <a:pPr defTabSz="609585"/>
            <a:fld id="{7D18A8FE-DFC8-4843-AEF2-DE4DB0CF7D65}" type="slidenum">
              <a:rPr lang="en-US">
                <a:solidFill>
                  <a:srgbClr val="171717"/>
                </a:solidFill>
              </a:rPr>
              <a:pPr defTabSz="609585"/>
              <a:t>7</a:t>
            </a:fld>
            <a:endParaRPr lang="en-US">
              <a:solidFill>
                <a:srgbClr val="171717"/>
              </a:solidFill>
            </a:endParaRPr>
          </a:p>
        </p:txBody>
      </p:sp>
    </p:spTree>
    <p:extLst>
      <p:ext uri="{BB962C8B-B14F-4D97-AF65-F5344CB8AC3E}">
        <p14:creationId xmlns:p14="http://schemas.microsoft.com/office/powerpoint/2010/main" val="2080744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C6C7E-3A52-38ED-7378-C932438EC58E}"/>
            </a:ext>
          </a:extLst>
        </p:cNvPr>
        <p:cNvGrpSpPr/>
        <p:nvPr/>
      </p:nvGrpSpPr>
      <p:grpSpPr>
        <a:xfrm>
          <a:off x="0" y="0"/>
          <a:ext cx="0" cy="0"/>
          <a:chOff x="0" y="0"/>
          <a:chExt cx="0" cy="0"/>
        </a:xfrm>
      </p:grpSpPr>
      <p:pic>
        <p:nvPicPr>
          <p:cNvPr id="508" name="Picture 507" descr="A map of the world&#10;&#10;Description automatically generated">
            <a:extLst>
              <a:ext uri="{FF2B5EF4-FFF2-40B4-BE49-F238E27FC236}">
                <a16:creationId xmlns:a16="http://schemas.microsoft.com/office/drawing/2014/main" id="{3698E112-9843-3CB2-A1AB-29C962055573}"/>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a:off x="1822888" y="986278"/>
            <a:ext cx="8614840" cy="5417180"/>
          </a:xfrm>
          <a:prstGeom prst="rect">
            <a:avLst/>
          </a:prstGeom>
        </p:spPr>
      </p:pic>
      <p:sp>
        <p:nvSpPr>
          <p:cNvPr id="5" name="Title 4">
            <a:extLst>
              <a:ext uri="{FF2B5EF4-FFF2-40B4-BE49-F238E27FC236}">
                <a16:creationId xmlns:a16="http://schemas.microsoft.com/office/drawing/2014/main" id="{4F3F8E97-8EE2-A389-160F-C882C02E37EA}"/>
              </a:ext>
            </a:extLst>
          </p:cNvPr>
          <p:cNvSpPr>
            <a:spLocks noGrp="1"/>
          </p:cNvSpPr>
          <p:nvPr>
            <p:ph type="title"/>
          </p:nvPr>
        </p:nvSpPr>
        <p:spPr/>
        <p:txBody>
          <a:bodyPr>
            <a:normAutofit/>
          </a:bodyPr>
          <a:lstStyle/>
          <a:p>
            <a:r>
              <a:rPr lang="en-US" sz="2930">
                <a:latin typeface="Montserrat ExtraBold" panose="00000900000000000000" pitchFamily="2" charset="0"/>
              </a:rPr>
              <a:t>A </a:t>
            </a:r>
            <a:r>
              <a:rPr lang="en-US" sz="2930">
                <a:solidFill>
                  <a:schemeClr val="accent1"/>
                </a:solidFill>
                <a:latin typeface="Montserrat ExtraBold" panose="00000900000000000000" pitchFamily="2" charset="0"/>
              </a:rPr>
              <a:t>global </a:t>
            </a:r>
            <a:r>
              <a:rPr lang="en-US" sz="2930">
                <a:latin typeface="Montserrat ExtraBold" panose="00000900000000000000" pitchFamily="2" charset="0"/>
              </a:rPr>
              <a:t>company</a:t>
            </a:r>
          </a:p>
        </p:txBody>
      </p:sp>
      <p:sp>
        <p:nvSpPr>
          <p:cNvPr id="4" name="Slide Number Placeholder 3">
            <a:extLst>
              <a:ext uri="{FF2B5EF4-FFF2-40B4-BE49-F238E27FC236}">
                <a16:creationId xmlns:a16="http://schemas.microsoft.com/office/drawing/2014/main" id="{87A5FFBC-A18B-6AAF-F4FF-E64994E24550}"/>
              </a:ext>
            </a:extLst>
          </p:cNvPr>
          <p:cNvSpPr>
            <a:spLocks noGrp="1"/>
          </p:cNvSpPr>
          <p:nvPr>
            <p:ph type="sldNum" sz="quarter" idx="12"/>
          </p:nvPr>
        </p:nvSpPr>
        <p:spPr/>
        <p:txBody>
          <a:bodyPr/>
          <a:lstStyle/>
          <a:p>
            <a:pPr defTabSz="457189"/>
            <a:fld id="{7D18A8FE-DFC8-4843-AEF2-DE4DB0CF7D65}" type="slidenum">
              <a:rPr lang="en-US">
                <a:solidFill>
                  <a:srgbClr val="171717"/>
                </a:solidFill>
                <a:latin typeface="Montserrat" panose="00000500000000000000" pitchFamily="2" charset="0"/>
              </a:rPr>
              <a:pPr defTabSz="457189"/>
              <a:t>8</a:t>
            </a:fld>
            <a:endParaRPr lang="en-US">
              <a:solidFill>
                <a:srgbClr val="171717"/>
              </a:solidFill>
              <a:latin typeface="Montserrat" panose="00000500000000000000" pitchFamily="2" charset="0"/>
            </a:endParaRPr>
          </a:p>
        </p:txBody>
      </p:sp>
      <p:sp>
        <p:nvSpPr>
          <p:cNvPr id="10" name="Oval 9">
            <a:extLst>
              <a:ext uri="{FF2B5EF4-FFF2-40B4-BE49-F238E27FC236}">
                <a16:creationId xmlns:a16="http://schemas.microsoft.com/office/drawing/2014/main" id="{6AB6B9C7-9722-28A9-972B-AB2A83DED90A}"/>
              </a:ext>
            </a:extLst>
          </p:cNvPr>
          <p:cNvSpPr/>
          <p:nvPr/>
        </p:nvSpPr>
        <p:spPr>
          <a:xfrm>
            <a:off x="1892781" y="891794"/>
            <a:ext cx="1325339" cy="1325339"/>
          </a:xfrm>
          <a:prstGeom prst="ellipse">
            <a:avLst/>
          </a:prstGeom>
          <a:solidFill>
            <a:sysClr val="window" lastClr="FFFFFF"/>
          </a:solidFill>
          <a:ln w="12700" cap="flat" cmpd="sng" algn="ctr">
            <a:noFill/>
            <a:prstDash val="solid"/>
            <a:miter lim="800000"/>
          </a:ln>
          <a:effectLst/>
        </p:spPr>
        <p:txBody>
          <a:bodyPr rtlCol="0" anchor="ctr"/>
          <a:lstStyle/>
          <a:p>
            <a:pPr algn="ctr" defTabSz="685800">
              <a:defRPr/>
            </a:pPr>
            <a:endParaRPr lang="en-US" kern="0">
              <a:solidFill>
                <a:prstClr val="white"/>
              </a:solidFill>
              <a:latin typeface="Montserrat" pitchFamily="2" charset="77"/>
            </a:endParaRPr>
          </a:p>
        </p:txBody>
      </p:sp>
      <p:sp>
        <p:nvSpPr>
          <p:cNvPr id="15" name="TextBox 14">
            <a:extLst>
              <a:ext uri="{FF2B5EF4-FFF2-40B4-BE49-F238E27FC236}">
                <a16:creationId xmlns:a16="http://schemas.microsoft.com/office/drawing/2014/main" id="{EF5DCEFC-AD07-9D47-0912-DA03EC884BE5}"/>
              </a:ext>
            </a:extLst>
          </p:cNvPr>
          <p:cNvSpPr txBox="1"/>
          <p:nvPr/>
        </p:nvSpPr>
        <p:spPr>
          <a:xfrm>
            <a:off x="1085154" y="2582410"/>
            <a:ext cx="2803026" cy="1046440"/>
          </a:xfrm>
          <a:prstGeom prst="rect">
            <a:avLst/>
          </a:prstGeom>
          <a:noFill/>
          <a:ln w="6350">
            <a:noFill/>
            <a:prstDash val="dash"/>
          </a:ln>
        </p:spPr>
        <p:txBody>
          <a:bodyPr wrap="square" lIns="0" tIns="0" rIns="0" bIns="0" rtlCol="0">
            <a:spAutoFit/>
          </a:bodyPr>
          <a:lstStyle/>
          <a:p>
            <a:pPr algn="ctr"/>
            <a:r>
              <a:rPr lang="en-US" sz="1600" dirty="0">
                <a:latin typeface="Montserrat" pitchFamily="2" charset="77"/>
              </a:rPr>
              <a:t>A global portfolio of more than </a:t>
            </a:r>
            <a:r>
              <a:rPr lang="en-US" b="1" dirty="0">
                <a:latin typeface="Montserrat" pitchFamily="2" charset="77"/>
              </a:rPr>
              <a:t>70 medicines and products</a:t>
            </a:r>
            <a:r>
              <a:rPr lang="en-US" sz="1600" b="1" dirty="0">
                <a:latin typeface="Montserrat" pitchFamily="2" charset="77"/>
              </a:rPr>
              <a:t> </a:t>
            </a:r>
            <a:r>
              <a:rPr lang="en-US" sz="1600" dirty="0">
                <a:latin typeface="Montserrat" pitchFamily="2" charset="77"/>
              </a:rPr>
              <a:t>across a range of therapeutic areas</a:t>
            </a:r>
          </a:p>
        </p:txBody>
      </p:sp>
      <p:sp>
        <p:nvSpPr>
          <p:cNvPr id="17" name="TextBox 16">
            <a:extLst>
              <a:ext uri="{FF2B5EF4-FFF2-40B4-BE49-F238E27FC236}">
                <a16:creationId xmlns:a16="http://schemas.microsoft.com/office/drawing/2014/main" id="{30D3573D-471C-6106-B2C6-000B309A1343}"/>
              </a:ext>
            </a:extLst>
          </p:cNvPr>
          <p:cNvSpPr txBox="1"/>
          <p:nvPr/>
        </p:nvSpPr>
        <p:spPr>
          <a:xfrm>
            <a:off x="5016067" y="2582410"/>
            <a:ext cx="2159866" cy="1046440"/>
          </a:xfrm>
          <a:prstGeom prst="rect">
            <a:avLst/>
          </a:prstGeom>
          <a:noFill/>
          <a:ln w="6350">
            <a:noFill/>
            <a:prstDash val="dash"/>
          </a:ln>
        </p:spPr>
        <p:txBody>
          <a:bodyPr wrap="square" lIns="0" tIns="0" rIns="0" bIns="0" rtlCol="0">
            <a:spAutoFit/>
          </a:bodyPr>
          <a:lstStyle/>
          <a:p>
            <a:pPr algn="ctr"/>
            <a:r>
              <a:rPr lang="en-US" sz="1600" dirty="0">
                <a:latin typeface="Montserrat" pitchFamily="2" charset="77"/>
              </a:rPr>
              <a:t>Medicines and other products are available in more than </a:t>
            </a:r>
            <a:r>
              <a:rPr lang="en-US" b="1" dirty="0">
                <a:latin typeface="Montserrat" pitchFamily="2" charset="77"/>
              </a:rPr>
              <a:t>140 markets</a:t>
            </a:r>
            <a:endParaRPr lang="en-US" sz="1600" b="1" dirty="0">
              <a:latin typeface="Montserrat" pitchFamily="2" charset="77"/>
            </a:endParaRPr>
          </a:p>
        </p:txBody>
      </p:sp>
      <p:sp>
        <p:nvSpPr>
          <p:cNvPr id="19" name="TextBox 18">
            <a:extLst>
              <a:ext uri="{FF2B5EF4-FFF2-40B4-BE49-F238E27FC236}">
                <a16:creationId xmlns:a16="http://schemas.microsoft.com/office/drawing/2014/main" id="{B80B54CD-BC09-AAEF-5D47-B1C9336A2B4E}"/>
              </a:ext>
            </a:extLst>
          </p:cNvPr>
          <p:cNvSpPr txBox="1"/>
          <p:nvPr/>
        </p:nvSpPr>
        <p:spPr>
          <a:xfrm>
            <a:off x="5144136" y="5163599"/>
            <a:ext cx="0" cy="0"/>
          </a:xfrm>
          <a:prstGeom prst="rect">
            <a:avLst/>
          </a:prstGeom>
          <a:noFill/>
        </p:spPr>
        <p:txBody>
          <a:bodyPr wrap="none" lIns="0" tIns="0" rIns="0" bIns="0" rtlCol="0">
            <a:noAutofit/>
          </a:bodyPr>
          <a:lstStyle/>
          <a:p>
            <a:pPr defTabSz="685800">
              <a:defRPr/>
            </a:pPr>
            <a:endParaRPr lang="en-US" sz="1600">
              <a:solidFill>
                <a:srgbClr val="171717"/>
              </a:solidFill>
              <a:latin typeface="Montserrat" pitchFamily="2" charset="77"/>
            </a:endParaRPr>
          </a:p>
        </p:txBody>
      </p:sp>
      <p:sp>
        <p:nvSpPr>
          <p:cNvPr id="21" name="TextBox 20">
            <a:extLst>
              <a:ext uri="{FF2B5EF4-FFF2-40B4-BE49-F238E27FC236}">
                <a16:creationId xmlns:a16="http://schemas.microsoft.com/office/drawing/2014/main" id="{48A4B8F4-ECDE-11AB-8CC0-41F3E2958D74}"/>
              </a:ext>
            </a:extLst>
          </p:cNvPr>
          <p:cNvSpPr txBox="1"/>
          <p:nvPr/>
        </p:nvSpPr>
        <p:spPr>
          <a:xfrm>
            <a:off x="8209249" y="2582410"/>
            <a:ext cx="2159863" cy="523220"/>
          </a:xfrm>
          <a:prstGeom prst="rect">
            <a:avLst/>
          </a:prstGeom>
          <a:noFill/>
          <a:ln w="6350">
            <a:noFill/>
            <a:prstDash val="dash"/>
          </a:ln>
        </p:spPr>
        <p:txBody>
          <a:bodyPr wrap="square" lIns="0" tIns="0" rIns="0" bIns="0" rtlCol="0">
            <a:spAutoFit/>
          </a:bodyPr>
          <a:lstStyle/>
          <a:p>
            <a:r>
              <a:rPr lang="en-US" b="1" dirty="0">
                <a:latin typeface="Montserrat" pitchFamily="2" charset="77"/>
              </a:rPr>
              <a:t>~10,000 </a:t>
            </a:r>
            <a:r>
              <a:rPr lang="en-US" sz="1600" dirty="0">
                <a:latin typeface="Montserrat" pitchFamily="2" charset="77"/>
              </a:rPr>
              <a:t>employees</a:t>
            </a:r>
          </a:p>
          <a:p>
            <a:endParaRPr lang="en-US" sz="1600" dirty="0">
              <a:latin typeface="Montserrat" pitchFamily="2" charset="77"/>
            </a:endParaRPr>
          </a:p>
        </p:txBody>
      </p:sp>
      <p:sp>
        <p:nvSpPr>
          <p:cNvPr id="22" name="TextBox 21">
            <a:extLst>
              <a:ext uri="{FF2B5EF4-FFF2-40B4-BE49-F238E27FC236}">
                <a16:creationId xmlns:a16="http://schemas.microsoft.com/office/drawing/2014/main" id="{16D77453-8203-8F53-982A-25B73DBFBAA9}"/>
              </a:ext>
            </a:extLst>
          </p:cNvPr>
          <p:cNvSpPr txBox="1"/>
          <p:nvPr/>
        </p:nvSpPr>
        <p:spPr>
          <a:xfrm>
            <a:off x="6736897" y="5270696"/>
            <a:ext cx="2159866" cy="738664"/>
          </a:xfrm>
          <a:prstGeom prst="rect">
            <a:avLst/>
          </a:prstGeom>
          <a:noFill/>
          <a:ln w="6350">
            <a:noFill/>
            <a:prstDash val="dash"/>
          </a:ln>
        </p:spPr>
        <p:txBody>
          <a:bodyPr wrap="square" lIns="0" tIns="0" rIns="0" bIns="0" rtlCol="0">
            <a:spAutoFit/>
          </a:bodyPr>
          <a:lstStyle/>
          <a:p>
            <a:pPr algn="ctr" defTabSz="457189">
              <a:defRPr/>
            </a:pPr>
            <a:r>
              <a:rPr lang="en-US" sz="1600" dirty="0">
                <a:solidFill>
                  <a:srgbClr val="171717"/>
                </a:solidFill>
                <a:latin typeface="Montserrat"/>
              </a:rPr>
              <a:t>More than</a:t>
            </a:r>
            <a:r>
              <a:rPr lang="en-US" sz="1600" b="1" dirty="0">
                <a:solidFill>
                  <a:srgbClr val="171717"/>
                </a:solidFill>
                <a:latin typeface="Montserrat"/>
              </a:rPr>
              <a:t> 60% </a:t>
            </a:r>
            <a:r>
              <a:rPr lang="en-US" sz="1600" dirty="0">
                <a:solidFill>
                  <a:srgbClr val="171717"/>
                </a:solidFill>
                <a:latin typeface="Montserrat"/>
              </a:rPr>
              <a:t>of the board of directors are female </a:t>
            </a:r>
          </a:p>
        </p:txBody>
      </p:sp>
      <p:sp>
        <p:nvSpPr>
          <p:cNvPr id="23" name="TextBox 22">
            <a:extLst>
              <a:ext uri="{FF2B5EF4-FFF2-40B4-BE49-F238E27FC236}">
                <a16:creationId xmlns:a16="http://schemas.microsoft.com/office/drawing/2014/main" id="{9ECF0EC1-4A4C-4E0C-9E38-B17B1EBB0B49}"/>
              </a:ext>
            </a:extLst>
          </p:cNvPr>
          <p:cNvSpPr txBox="1"/>
          <p:nvPr/>
        </p:nvSpPr>
        <p:spPr>
          <a:xfrm>
            <a:off x="3295239" y="5270696"/>
            <a:ext cx="2159866" cy="523220"/>
          </a:xfrm>
          <a:prstGeom prst="rect">
            <a:avLst/>
          </a:prstGeom>
          <a:noFill/>
          <a:ln w="6350">
            <a:noFill/>
            <a:prstDash val="dash"/>
          </a:ln>
        </p:spPr>
        <p:txBody>
          <a:bodyPr wrap="square" lIns="0" tIns="0" rIns="0" bIns="0" rtlCol="0">
            <a:spAutoFit/>
          </a:bodyPr>
          <a:lstStyle/>
          <a:p>
            <a:pPr algn="ctr"/>
            <a:r>
              <a:rPr lang="en-US" sz="1600" dirty="0">
                <a:latin typeface="Montserrat" pitchFamily="2" charset="77"/>
              </a:rPr>
              <a:t>Manufacturing sites in </a:t>
            </a:r>
            <a:r>
              <a:rPr lang="en-US" b="1" dirty="0">
                <a:latin typeface="Montserrat" pitchFamily="2" charset="77"/>
              </a:rPr>
              <a:t>6 countries</a:t>
            </a:r>
            <a:endParaRPr lang="en-US" sz="1600" b="1" dirty="0">
              <a:latin typeface="Montserrat" pitchFamily="2" charset="77"/>
            </a:endParaRPr>
          </a:p>
        </p:txBody>
      </p:sp>
      <p:pic>
        <p:nvPicPr>
          <p:cNvPr id="24" name="Picture 23">
            <a:extLst>
              <a:ext uri="{FF2B5EF4-FFF2-40B4-BE49-F238E27FC236}">
                <a16:creationId xmlns:a16="http://schemas.microsoft.com/office/drawing/2014/main" id="{79776A08-5E5A-7FAD-53E0-D70786B041B3}"/>
              </a:ext>
            </a:extLst>
          </p:cNvPr>
          <p:cNvPicPr>
            <a:picLocks noChangeAspect="1"/>
          </p:cNvPicPr>
          <p:nvPr/>
        </p:nvPicPr>
        <p:blipFill>
          <a:blip r:embed="rId4"/>
          <a:stretch>
            <a:fillRect/>
          </a:stretch>
        </p:blipFill>
        <p:spPr>
          <a:xfrm>
            <a:off x="1678095" y="1509259"/>
            <a:ext cx="1617144" cy="862930"/>
          </a:xfrm>
          <a:prstGeom prst="rect">
            <a:avLst/>
          </a:prstGeom>
        </p:spPr>
      </p:pic>
      <p:pic>
        <p:nvPicPr>
          <p:cNvPr id="25" name="Picture 24">
            <a:extLst>
              <a:ext uri="{FF2B5EF4-FFF2-40B4-BE49-F238E27FC236}">
                <a16:creationId xmlns:a16="http://schemas.microsoft.com/office/drawing/2014/main" id="{065B361C-BDF1-13D3-3B40-09D55477F9F1}"/>
              </a:ext>
            </a:extLst>
          </p:cNvPr>
          <p:cNvPicPr>
            <a:picLocks noChangeAspect="1"/>
          </p:cNvPicPr>
          <p:nvPr/>
        </p:nvPicPr>
        <p:blipFill>
          <a:blip r:embed="rId5"/>
          <a:stretch>
            <a:fillRect/>
          </a:stretch>
        </p:blipFill>
        <p:spPr>
          <a:xfrm>
            <a:off x="8392583" y="1509259"/>
            <a:ext cx="1793194" cy="906181"/>
          </a:xfrm>
          <a:prstGeom prst="rect">
            <a:avLst/>
          </a:prstGeom>
        </p:spPr>
      </p:pic>
      <p:pic>
        <p:nvPicPr>
          <p:cNvPr id="26" name="Picture 25">
            <a:extLst>
              <a:ext uri="{FF2B5EF4-FFF2-40B4-BE49-F238E27FC236}">
                <a16:creationId xmlns:a16="http://schemas.microsoft.com/office/drawing/2014/main" id="{CC01517C-D45F-789C-DDFB-91A1472E7AF2}"/>
              </a:ext>
            </a:extLst>
          </p:cNvPr>
          <p:cNvPicPr>
            <a:picLocks noChangeAspect="1"/>
          </p:cNvPicPr>
          <p:nvPr/>
        </p:nvPicPr>
        <p:blipFill>
          <a:blip r:embed="rId6"/>
          <a:stretch>
            <a:fillRect/>
          </a:stretch>
        </p:blipFill>
        <p:spPr>
          <a:xfrm>
            <a:off x="3691828" y="4152070"/>
            <a:ext cx="1366688" cy="1052351"/>
          </a:xfrm>
          <a:prstGeom prst="rect">
            <a:avLst/>
          </a:prstGeom>
        </p:spPr>
      </p:pic>
      <p:pic>
        <p:nvPicPr>
          <p:cNvPr id="27" name="Picture 26" descr="A picture containing vector graphics&#10;&#10;Description automatically generated">
            <a:extLst>
              <a:ext uri="{FF2B5EF4-FFF2-40B4-BE49-F238E27FC236}">
                <a16:creationId xmlns:a16="http://schemas.microsoft.com/office/drawing/2014/main" id="{CE63EC1E-08E9-39A6-7F18-88D2FC287AB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121840" y="3924300"/>
            <a:ext cx="1346395" cy="1346396"/>
          </a:xfrm>
          <a:prstGeom prst="rect">
            <a:avLst/>
          </a:prstGeom>
        </p:spPr>
      </p:pic>
      <p:pic>
        <p:nvPicPr>
          <p:cNvPr id="28" name="Picture 27">
            <a:extLst>
              <a:ext uri="{FF2B5EF4-FFF2-40B4-BE49-F238E27FC236}">
                <a16:creationId xmlns:a16="http://schemas.microsoft.com/office/drawing/2014/main" id="{C7D6A161-9415-FA89-8432-B8F1D83303B5}"/>
              </a:ext>
            </a:extLst>
          </p:cNvPr>
          <p:cNvPicPr>
            <a:picLocks noChangeAspect="1"/>
          </p:cNvPicPr>
          <p:nvPr/>
        </p:nvPicPr>
        <p:blipFill>
          <a:blip r:embed="rId8"/>
          <a:stretch>
            <a:fillRect/>
          </a:stretch>
        </p:blipFill>
        <p:spPr>
          <a:xfrm>
            <a:off x="5512827" y="1254914"/>
            <a:ext cx="1166345" cy="1192853"/>
          </a:xfrm>
          <a:prstGeom prst="rect">
            <a:avLst/>
          </a:prstGeom>
        </p:spPr>
      </p:pic>
    </p:spTree>
    <p:extLst>
      <p:ext uri="{BB962C8B-B14F-4D97-AF65-F5344CB8AC3E}">
        <p14:creationId xmlns:p14="http://schemas.microsoft.com/office/powerpoint/2010/main" val="31555350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CF914-0DC1-8501-2D78-107D7C5ECC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47425-9C5B-A9F0-5F73-C3E2F1DAEA27}"/>
              </a:ext>
            </a:extLst>
          </p:cNvPr>
          <p:cNvSpPr>
            <a:spLocks noGrp="1"/>
          </p:cNvSpPr>
          <p:nvPr>
            <p:ph type="title"/>
          </p:nvPr>
        </p:nvSpPr>
        <p:spPr/>
        <p:txBody>
          <a:bodyPr/>
          <a:lstStyle/>
          <a:p>
            <a:r>
              <a:rPr lang="en-US">
                <a:latin typeface="Montserrat ExtraBold" panose="00000900000000000000" pitchFamily="2" charset="0"/>
              </a:rPr>
              <a:t>Our focus</a:t>
            </a:r>
          </a:p>
        </p:txBody>
      </p:sp>
      <p:sp>
        <p:nvSpPr>
          <p:cNvPr id="3" name="Slide Number Placeholder 2">
            <a:extLst>
              <a:ext uri="{FF2B5EF4-FFF2-40B4-BE49-F238E27FC236}">
                <a16:creationId xmlns:a16="http://schemas.microsoft.com/office/drawing/2014/main" id="{7998DF75-EBA7-CFFE-FD55-D188E0AC26A5}"/>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9</a:t>
            </a:fld>
            <a:endParaRPr lang="en-US">
              <a:solidFill>
                <a:schemeClr val="tx2"/>
              </a:solidFill>
              <a:latin typeface="Montserrat" panose="00000500000000000000" pitchFamily="2" charset="0"/>
            </a:endParaRPr>
          </a:p>
        </p:txBody>
      </p:sp>
      <p:sp>
        <p:nvSpPr>
          <p:cNvPr id="13" name="TextBox 12">
            <a:extLst>
              <a:ext uri="{FF2B5EF4-FFF2-40B4-BE49-F238E27FC236}">
                <a16:creationId xmlns:a16="http://schemas.microsoft.com/office/drawing/2014/main" id="{E3D51BD8-C7D3-11D9-0CDD-293C32E39F6C}"/>
              </a:ext>
            </a:extLst>
          </p:cNvPr>
          <p:cNvSpPr txBox="1"/>
          <p:nvPr/>
        </p:nvSpPr>
        <p:spPr>
          <a:xfrm>
            <a:off x="457201" y="1354377"/>
            <a:ext cx="4534783" cy="427809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00" dirty="0">
                <a:latin typeface="Montserrat" panose="00000500000000000000" pitchFamily="2" charset="0"/>
                <a:ea typeface="Calibri" panose="020F0502020204030204" pitchFamily="34" charset="0"/>
                <a:cs typeface="Calibri" panose="020F0502020204030204" pitchFamily="34" charset="0"/>
              </a:rPr>
              <a:t>Our diverse portfolio offers products and devices across a range of areas including </a:t>
            </a:r>
            <a:r>
              <a:rPr lang="en-US" sz="2000" b="1" kern="100" dirty="0">
                <a:solidFill>
                  <a:schemeClr val="accent1"/>
                </a:solidFill>
                <a:latin typeface="Montserrat" panose="00000500000000000000" pitchFamily="2" charset="0"/>
                <a:ea typeface="Calibri" panose="020F0502020204030204" pitchFamily="34" charset="0"/>
                <a:cs typeface="Calibri" panose="020F0502020204030204" pitchFamily="34" charset="0"/>
              </a:rPr>
              <a:t>reproductive health, cardiovascular disease, neurology, dermatology, autoimmune and respiratory conditions.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2800" b="1" kern="100" dirty="0">
              <a:solidFill>
                <a:schemeClr val="accent1"/>
              </a:solidFill>
              <a:latin typeface="Montserrat" panose="00000500000000000000" pitchFamily="2" charset="0"/>
              <a:ea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kern="100" dirty="0">
                <a:latin typeface="Montserrat" panose="00000500000000000000" pitchFamily="2" charset="0"/>
                <a:ea typeface="Calibri" panose="020F0502020204030204" pitchFamily="34" charset="0"/>
                <a:cs typeface="Calibri" panose="020F0502020204030204" pitchFamily="34" charset="0"/>
              </a:rPr>
              <a:t>Our global footprint and network of patients, providers and payers enable our agility in adapting to local needs, ensuring we bring these necessary therapies and devices to those who need them around the world.</a:t>
            </a:r>
          </a:p>
        </p:txBody>
      </p:sp>
      <p:grpSp>
        <p:nvGrpSpPr>
          <p:cNvPr id="20" name="Group 19">
            <a:extLst>
              <a:ext uri="{FF2B5EF4-FFF2-40B4-BE49-F238E27FC236}">
                <a16:creationId xmlns:a16="http://schemas.microsoft.com/office/drawing/2014/main" id="{C757A81F-F3E0-EF65-DADB-5743FFF24D1E}"/>
              </a:ext>
            </a:extLst>
          </p:cNvPr>
          <p:cNvGrpSpPr/>
          <p:nvPr/>
        </p:nvGrpSpPr>
        <p:grpSpPr>
          <a:xfrm>
            <a:off x="6060841" y="1506777"/>
            <a:ext cx="6131159" cy="3307882"/>
            <a:chOff x="6070600" y="1354377"/>
            <a:chExt cx="6131159" cy="3307882"/>
          </a:xfrm>
        </p:grpSpPr>
        <p:pic>
          <p:nvPicPr>
            <p:cNvPr id="19" name="Picture 18">
              <a:extLst>
                <a:ext uri="{FF2B5EF4-FFF2-40B4-BE49-F238E27FC236}">
                  <a16:creationId xmlns:a16="http://schemas.microsoft.com/office/drawing/2014/main" id="{5C50E538-9577-0DAA-F810-3C50C308B590}"/>
                </a:ext>
              </a:extLst>
            </p:cNvPr>
            <p:cNvPicPr>
              <a:picLocks noChangeAspect="1"/>
            </p:cNvPicPr>
            <p:nvPr/>
          </p:nvPicPr>
          <p:blipFill rotWithShape="1">
            <a:blip r:embed="rId3" cstate="print">
              <a:alphaModFix amt="61000"/>
              <a:duotone>
                <a:schemeClr val="bg2">
                  <a:shade val="45000"/>
                  <a:satMod val="135000"/>
                </a:schemeClr>
                <a:prstClr val="white"/>
              </a:duotone>
              <a:extLst>
                <a:ext uri="{BEBA8EAE-BF5A-486C-A8C5-ECC9F3942E4B}">
                  <a14:imgProps xmlns:a14="http://schemas.microsoft.com/office/drawing/2010/main">
                    <a14:imgLayer r:embed="rId4">
                      <a14:imgEffect>
                        <a14:colorTemperature colorTemp="1500"/>
                      </a14:imgEffect>
                      <a14:imgEffect>
                        <a14:saturation sat="64000"/>
                      </a14:imgEffect>
                    </a14:imgLayer>
                  </a14:imgProps>
                </a:ext>
                <a:ext uri="{28A0092B-C50C-407E-A947-70E740481C1C}">
                  <a14:useLocalDpi xmlns:a14="http://schemas.microsoft.com/office/drawing/2010/main"/>
                </a:ext>
              </a:extLst>
            </a:blip>
            <a:srcRect l="5997" t="29236" r="23843" b="3819"/>
            <a:stretch/>
          </p:blipFill>
          <p:spPr>
            <a:xfrm rot="5400000">
              <a:off x="7477359" y="-52382"/>
              <a:ext cx="3307882" cy="6121400"/>
            </a:xfrm>
            <a:custGeom>
              <a:avLst/>
              <a:gdLst>
                <a:gd name="connsiteX0" fmla="*/ 0 w 3307882"/>
                <a:gd name="connsiteY0" fmla="*/ 4467459 h 6121400"/>
                <a:gd name="connsiteX1" fmla="*/ 0 w 3307882"/>
                <a:gd name="connsiteY1" fmla="*/ 0 h 6121400"/>
                <a:gd name="connsiteX2" fmla="*/ 3307882 w 3307882"/>
                <a:gd name="connsiteY2" fmla="*/ 0 h 6121400"/>
                <a:gd name="connsiteX3" fmla="*/ 3307881 w 3307882"/>
                <a:gd name="connsiteY3" fmla="*/ 4467459 h 6121400"/>
                <a:gd name="connsiteX4" fmla="*/ 1653941 w 3307882"/>
                <a:gd name="connsiteY4" fmla="*/ 6121400 h 6121400"/>
                <a:gd name="connsiteX5" fmla="*/ 0 w 3307882"/>
                <a:gd name="connsiteY5" fmla="*/ 4467459 h 6121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07882" h="6121400">
                  <a:moveTo>
                    <a:pt x="0" y="4467459"/>
                  </a:moveTo>
                  <a:lnTo>
                    <a:pt x="0" y="0"/>
                  </a:lnTo>
                  <a:lnTo>
                    <a:pt x="3307882" y="0"/>
                  </a:lnTo>
                  <a:lnTo>
                    <a:pt x="3307881" y="4467459"/>
                  </a:lnTo>
                  <a:cubicBezTo>
                    <a:pt x="3307881" y="5380905"/>
                    <a:pt x="2567387" y="6121400"/>
                    <a:pt x="1653941" y="6121400"/>
                  </a:cubicBezTo>
                  <a:cubicBezTo>
                    <a:pt x="740495" y="6121400"/>
                    <a:pt x="0" y="5380905"/>
                    <a:pt x="0" y="4467459"/>
                  </a:cubicBezTo>
                  <a:close/>
                </a:path>
              </a:pathLst>
            </a:custGeom>
          </p:spPr>
        </p:pic>
        <p:pic>
          <p:nvPicPr>
            <p:cNvPr id="17" name="Picture 16" descr="A group of people wearing protective gear&#10;&#10;Description automatically generated">
              <a:extLst>
                <a:ext uri="{FF2B5EF4-FFF2-40B4-BE49-F238E27FC236}">
                  <a16:creationId xmlns:a16="http://schemas.microsoft.com/office/drawing/2014/main" id="{BD21BBCB-C6A8-31DC-C0B1-30F9F1A60DC2}"/>
                </a:ext>
              </a:extLst>
            </p:cNvPr>
            <p:cNvPicPr>
              <a:picLocks noChangeAspect="1"/>
            </p:cNvPicPr>
            <p:nvPr/>
          </p:nvPicPr>
          <p:blipFill rotWithShape="1">
            <a:blip r:embed="rId5"/>
            <a:srcRect l="23430" t="13397" r="3723" b="27404"/>
            <a:stretch/>
          </p:blipFill>
          <p:spPr>
            <a:xfrm flipH="1">
              <a:off x="6096000" y="1354377"/>
              <a:ext cx="6105759" cy="3307882"/>
            </a:xfrm>
            <a:custGeom>
              <a:avLst/>
              <a:gdLst>
                <a:gd name="connsiteX0" fmla="*/ 4451818 w 6105759"/>
                <a:gd name="connsiteY0" fmla="*/ 0 h 3307882"/>
                <a:gd name="connsiteX1" fmla="*/ 0 w 6105759"/>
                <a:gd name="connsiteY1" fmla="*/ 0 h 3307882"/>
                <a:gd name="connsiteX2" fmla="*/ 0 w 6105759"/>
                <a:gd name="connsiteY2" fmla="*/ 3307882 h 3307882"/>
                <a:gd name="connsiteX3" fmla="*/ 4451818 w 6105759"/>
                <a:gd name="connsiteY3" fmla="*/ 3307882 h 3307882"/>
                <a:gd name="connsiteX4" fmla="*/ 6105759 w 6105759"/>
                <a:gd name="connsiteY4" fmla="*/ 1653941 h 3307882"/>
                <a:gd name="connsiteX5" fmla="*/ 4451818 w 6105759"/>
                <a:gd name="connsiteY5" fmla="*/ 0 h 330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05759" h="3307882">
                  <a:moveTo>
                    <a:pt x="4451818" y="0"/>
                  </a:moveTo>
                  <a:lnTo>
                    <a:pt x="0" y="0"/>
                  </a:lnTo>
                  <a:lnTo>
                    <a:pt x="0" y="3307882"/>
                  </a:lnTo>
                  <a:lnTo>
                    <a:pt x="4451818" y="3307882"/>
                  </a:lnTo>
                  <a:cubicBezTo>
                    <a:pt x="5365264" y="3307882"/>
                    <a:pt x="6105759" y="2567387"/>
                    <a:pt x="6105759" y="1653941"/>
                  </a:cubicBezTo>
                  <a:cubicBezTo>
                    <a:pt x="6105759" y="740495"/>
                    <a:pt x="5365264" y="0"/>
                    <a:pt x="4451818" y="0"/>
                  </a:cubicBezTo>
                  <a:close/>
                </a:path>
              </a:pathLst>
            </a:custGeom>
          </p:spPr>
        </p:pic>
      </p:grpSp>
    </p:spTree>
    <p:extLst>
      <p:ext uri="{BB962C8B-B14F-4D97-AF65-F5344CB8AC3E}">
        <p14:creationId xmlns:p14="http://schemas.microsoft.com/office/powerpoint/2010/main" val="508058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BFFB0-8A88-C1D4-DB74-7FD4D2429458}"/>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AD3D41A-B085-21C0-612C-297C25235C16}"/>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10</a:t>
            </a:fld>
            <a:endParaRPr lang="en-US">
              <a:solidFill>
                <a:schemeClr val="tx2"/>
              </a:solidFill>
              <a:latin typeface="Montserrat" panose="00000500000000000000" pitchFamily="2" charset="0"/>
            </a:endParaRPr>
          </a:p>
        </p:txBody>
      </p:sp>
      <p:sp>
        <p:nvSpPr>
          <p:cNvPr id="5" name="Title 1">
            <a:extLst>
              <a:ext uri="{FF2B5EF4-FFF2-40B4-BE49-F238E27FC236}">
                <a16:creationId xmlns:a16="http://schemas.microsoft.com/office/drawing/2014/main" id="{DC2927B4-0E85-637F-7C41-544FFEF88863}"/>
              </a:ext>
            </a:extLst>
          </p:cNvPr>
          <p:cNvSpPr>
            <a:spLocks noGrp="1"/>
          </p:cNvSpPr>
          <p:nvPr>
            <p:ph type="title"/>
          </p:nvPr>
        </p:nvSpPr>
        <p:spPr>
          <a:xfrm>
            <a:off x="457200" y="192360"/>
            <a:ext cx="10396483" cy="699433"/>
          </a:xfrm>
        </p:spPr>
        <p:txBody>
          <a:bodyPr>
            <a:normAutofit/>
          </a:bodyPr>
          <a:lstStyle/>
          <a:p>
            <a:r>
              <a:rPr lang="en-US">
                <a:latin typeface="Montserrat ExtraBold" panose="00000900000000000000" pitchFamily="2" charset="0"/>
              </a:rPr>
              <a:t>Driving new research in women’s health</a:t>
            </a:r>
          </a:p>
        </p:txBody>
      </p:sp>
      <p:sp>
        <p:nvSpPr>
          <p:cNvPr id="6" name="Rectangle 5">
            <a:extLst>
              <a:ext uri="{FF2B5EF4-FFF2-40B4-BE49-F238E27FC236}">
                <a16:creationId xmlns:a16="http://schemas.microsoft.com/office/drawing/2014/main" id="{A0ECEFE8-0FEC-5D05-261D-FCFC7E3AC7D0}"/>
              </a:ext>
            </a:extLst>
          </p:cNvPr>
          <p:cNvSpPr/>
          <p:nvPr/>
        </p:nvSpPr>
        <p:spPr>
          <a:xfrm>
            <a:off x="0" y="1492459"/>
            <a:ext cx="12192000" cy="4198367"/>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7" name="TextBox 6">
            <a:extLst>
              <a:ext uri="{FF2B5EF4-FFF2-40B4-BE49-F238E27FC236}">
                <a16:creationId xmlns:a16="http://schemas.microsoft.com/office/drawing/2014/main" id="{82C63881-F13B-6A6D-B0A6-192BC50AEA8C}"/>
              </a:ext>
            </a:extLst>
          </p:cNvPr>
          <p:cNvSpPr txBox="1"/>
          <p:nvPr/>
        </p:nvSpPr>
        <p:spPr>
          <a:xfrm>
            <a:off x="358960" y="1492459"/>
            <a:ext cx="239040" cy="388303"/>
          </a:xfrm>
          <a:prstGeom prst="rect">
            <a:avLst/>
          </a:prstGeom>
          <a:noFill/>
        </p:spPr>
        <p:txBody>
          <a:bodyPr wrap="square" rtlCol="0">
            <a:spAutoFit/>
          </a:bodyPr>
          <a:lstStyle/>
          <a:p>
            <a:pPr marL="0" marR="0" lvl="0" indent="0" algn="l" defTabSz="685766"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171717"/>
              </a:solidFill>
              <a:effectLst/>
              <a:uLnTx/>
              <a:uFillTx/>
              <a:latin typeface="Montserrat"/>
              <a:ea typeface="+mn-ea"/>
              <a:cs typeface="+mn-cs"/>
            </a:endParaRPr>
          </a:p>
        </p:txBody>
      </p:sp>
      <p:grpSp>
        <p:nvGrpSpPr>
          <p:cNvPr id="8" name="Group 7">
            <a:extLst>
              <a:ext uri="{FF2B5EF4-FFF2-40B4-BE49-F238E27FC236}">
                <a16:creationId xmlns:a16="http://schemas.microsoft.com/office/drawing/2014/main" id="{B0EBBBBA-6ACE-A7A9-1EFF-1A4D3EA5E821}"/>
              </a:ext>
            </a:extLst>
          </p:cNvPr>
          <p:cNvGrpSpPr/>
          <p:nvPr/>
        </p:nvGrpSpPr>
        <p:grpSpPr>
          <a:xfrm>
            <a:off x="5972967" y="1121544"/>
            <a:ext cx="5637454" cy="4915385"/>
            <a:chOff x="5972967" y="1232340"/>
            <a:chExt cx="5435472" cy="4739274"/>
          </a:xfrm>
        </p:grpSpPr>
        <p:grpSp>
          <p:nvGrpSpPr>
            <p:cNvPr id="9" name="Group 8">
              <a:extLst>
                <a:ext uri="{FF2B5EF4-FFF2-40B4-BE49-F238E27FC236}">
                  <a16:creationId xmlns:a16="http://schemas.microsoft.com/office/drawing/2014/main" id="{3278AD22-A2EE-4CE4-220E-84B54B8040EF}"/>
                </a:ext>
              </a:extLst>
            </p:cNvPr>
            <p:cNvGrpSpPr>
              <a:grpSpLocks noChangeAspect="1"/>
            </p:cNvGrpSpPr>
            <p:nvPr/>
          </p:nvGrpSpPr>
          <p:grpSpPr>
            <a:xfrm>
              <a:off x="5972967" y="1232340"/>
              <a:ext cx="5435472" cy="4739274"/>
              <a:chOff x="3269133" y="1193240"/>
              <a:chExt cx="5622239" cy="4902118"/>
            </a:xfrm>
          </p:grpSpPr>
          <p:sp>
            <p:nvSpPr>
              <p:cNvPr id="39" name="Freeform: Shape 5">
                <a:extLst>
                  <a:ext uri="{FF2B5EF4-FFF2-40B4-BE49-F238E27FC236}">
                    <a16:creationId xmlns:a16="http://schemas.microsoft.com/office/drawing/2014/main" id="{442FD633-617E-3496-F381-712C33A35B1E}"/>
                  </a:ext>
                </a:extLst>
              </p:cNvPr>
              <p:cNvSpPr/>
              <p:nvPr/>
            </p:nvSpPr>
            <p:spPr>
              <a:xfrm>
                <a:off x="3293523" y="3604509"/>
                <a:ext cx="2733409" cy="2490849"/>
              </a:xfrm>
              <a:custGeom>
                <a:avLst/>
                <a:gdLst>
                  <a:gd name="connsiteX0" fmla="*/ 1288716 w 2733409"/>
                  <a:gd name="connsiteY0" fmla="*/ 0 h 2490849"/>
                  <a:gd name="connsiteX1" fmla="*/ 27704 w 2733409"/>
                  <a:gd name="connsiteY1" fmla="*/ 2184231 h 2490849"/>
                  <a:gd name="connsiteX2" fmla="*/ 204734 w 2733409"/>
                  <a:gd name="connsiteY2" fmla="*/ 2490849 h 2490849"/>
                  <a:gd name="connsiteX3" fmla="*/ 2733410 w 2733409"/>
                  <a:gd name="connsiteY3" fmla="*/ 2490849 h 2490849"/>
                  <a:gd name="connsiteX4" fmla="*/ 2733410 w 2733409"/>
                  <a:gd name="connsiteY4" fmla="*/ 847246 h 2490849"/>
                  <a:gd name="connsiteX5" fmla="*/ 1288716 w 2733409"/>
                  <a:gd name="connsiteY5" fmla="*/ 0 h 24908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3409" h="2490849">
                    <a:moveTo>
                      <a:pt x="1288716" y="0"/>
                    </a:moveTo>
                    <a:lnTo>
                      <a:pt x="27704" y="2184231"/>
                    </a:lnTo>
                    <a:cubicBezTo>
                      <a:pt x="-50994" y="2320470"/>
                      <a:pt x="47338" y="2490849"/>
                      <a:pt x="204734" y="2490849"/>
                    </a:cubicBezTo>
                    <a:lnTo>
                      <a:pt x="2733410" y="2490849"/>
                    </a:lnTo>
                    <a:lnTo>
                      <a:pt x="2733410" y="847246"/>
                    </a:lnTo>
                    <a:lnTo>
                      <a:pt x="1288716" y="0"/>
                    </a:lnTo>
                    <a:close/>
                  </a:path>
                </a:pathLst>
              </a:custGeom>
              <a:solidFill>
                <a:schemeClr val="bg1"/>
              </a:solidFill>
              <a:ln w="57150" cap="flat">
                <a:solidFill>
                  <a:schemeClr val="accent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40" name="Freeform: Shape 6">
                <a:extLst>
                  <a:ext uri="{FF2B5EF4-FFF2-40B4-BE49-F238E27FC236}">
                    <a16:creationId xmlns:a16="http://schemas.microsoft.com/office/drawing/2014/main" id="{3799605F-77D2-2A33-B3B0-3CF5F62F7434}"/>
                  </a:ext>
                </a:extLst>
              </p:cNvPr>
              <p:cNvSpPr/>
              <p:nvPr/>
            </p:nvSpPr>
            <p:spPr>
              <a:xfrm>
                <a:off x="4646351" y="1193240"/>
                <a:ext cx="2905576" cy="3147360"/>
              </a:xfrm>
              <a:custGeom>
                <a:avLst/>
                <a:gdLst>
                  <a:gd name="connsiteX0" fmla="*/ 2905577 w 2905576"/>
                  <a:gd name="connsiteY0" fmla="*/ 2323436 h 3147360"/>
                  <a:gd name="connsiteX1" fmla="*/ 1623087 w 2905576"/>
                  <a:gd name="connsiteY1" fmla="*/ 102179 h 3147360"/>
                  <a:gd name="connsiteX2" fmla="*/ 1269026 w 2905576"/>
                  <a:gd name="connsiteY2" fmla="*/ 102179 h 3147360"/>
                  <a:gd name="connsiteX3" fmla="*/ 0 w 2905576"/>
                  <a:gd name="connsiteY3" fmla="*/ 2300275 h 3147360"/>
                  <a:gd name="connsiteX4" fmla="*/ 1444374 w 2905576"/>
                  <a:gd name="connsiteY4" fmla="*/ 3147361 h 3147360"/>
                  <a:gd name="connsiteX5" fmla="*/ 2905577 w 2905576"/>
                  <a:gd name="connsiteY5" fmla="*/ 2323436 h 3147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05576" h="3147360">
                    <a:moveTo>
                      <a:pt x="2905577" y="2323436"/>
                    </a:moveTo>
                    <a:lnTo>
                      <a:pt x="1623087" y="102179"/>
                    </a:lnTo>
                    <a:cubicBezTo>
                      <a:pt x="1544389" y="-34060"/>
                      <a:pt x="1347724" y="-34060"/>
                      <a:pt x="1269026" y="102179"/>
                    </a:cubicBezTo>
                    <a:lnTo>
                      <a:pt x="0" y="2300275"/>
                    </a:lnTo>
                    <a:lnTo>
                      <a:pt x="1444374" y="3147361"/>
                    </a:lnTo>
                    <a:lnTo>
                      <a:pt x="2905577" y="2323436"/>
                    </a:lnTo>
                    <a:close/>
                  </a:path>
                </a:pathLst>
              </a:custGeom>
              <a:solidFill>
                <a:schemeClr val="bg1"/>
              </a:solidFill>
              <a:ln w="57150" cap="flat">
                <a:solidFill>
                  <a:schemeClr val="accent3"/>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41" name="Freeform: Shape 7">
                <a:extLst>
                  <a:ext uri="{FF2B5EF4-FFF2-40B4-BE49-F238E27FC236}">
                    <a16:creationId xmlns:a16="http://schemas.microsoft.com/office/drawing/2014/main" id="{364CFF57-3E33-560B-8472-DDCEFCFA5C47}"/>
                  </a:ext>
                </a:extLst>
              </p:cNvPr>
              <p:cNvSpPr/>
              <p:nvPr/>
            </p:nvSpPr>
            <p:spPr>
              <a:xfrm>
                <a:off x="6155078" y="3627750"/>
                <a:ext cx="2736294" cy="2467608"/>
              </a:xfrm>
              <a:custGeom>
                <a:avLst/>
                <a:gdLst>
                  <a:gd name="connsiteX0" fmla="*/ 2708591 w 2736294"/>
                  <a:gd name="connsiteY0" fmla="*/ 2160991 h 2467608"/>
                  <a:gd name="connsiteX1" fmla="*/ 1460963 w 2736294"/>
                  <a:gd name="connsiteY1" fmla="*/ 0 h 2467608"/>
                  <a:gd name="connsiteX2" fmla="*/ 0 w 2736294"/>
                  <a:gd name="connsiteY2" fmla="*/ 823685 h 2467608"/>
                  <a:gd name="connsiteX3" fmla="*/ 0 w 2736294"/>
                  <a:gd name="connsiteY3" fmla="*/ 2467609 h 2467608"/>
                  <a:gd name="connsiteX4" fmla="*/ 2531561 w 2736294"/>
                  <a:gd name="connsiteY4" fmla="*/ 2467609 h 2467608"/>
                  <a:gd name="connsiteX5" fmla="*/ 2708591 w 2736294"/>
                  <a:gd name="connsiteY5" fmla="*/ 2160991 h 2467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736294" h="2467608">
                    <a:moveTo>
                      <a:pt x="2708591" y="2160991"/>
                    </a:moveTo>
                    <a:lnTo>
                      <a:pt x="1460963" y="0"/>
                    </a:lnTo>
                    <a:lnTo>
                      <a:pt x="0" y="823685"/>
                    </a:lnTo>
                    <a:lnTo>
                      <a:pt x="0" y="2467609"/>
                    </a:lnTo>
                    <a:lnTo>
                      <a:pt x="2531561" y="2467609"/>
                    </a:lnTo>
                    <a:cubicBezTo>
                      <a:pt x="2688956" y="2467609"/>
                      <a:pt x="2787289" y="2297310"/>
                      <a:pt x="2708591" y="2160991"/>
                    </a:cubicBezTo>
                    <a:close/>
                  </a:path>
                </a:pathLst>
              </a:custGeom>
              <a:solidFill>
                <a:schemeClr val="bg1"/>
              </a:solidFill>
              <a:ln w="57150" cap="flat">
                <a:solidFill>
                  <a:schemeClr val="accent5"/>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42" name="TextBox 41">
                <a:extLst>
                  <a:ext uri="{FF2B5EF4-FFF2-40B4-BE49-F238E27FC236}">
                    <a16:creationId xmlns:a16="http://schemas.microsoft.com/office/drawing/2014/main" id="{0A767E8C-028B-7B19-BC11-AB058ED7E69D}"/>
                  </a:ext>
                </a:extLst>
              </p:cNvPr>
              <p:cNvSpPr txBox="1"/>
              <p:nvPr/>
            </p:nvSpPr>
            <p:spPr>
              <a:xfrm>
                <a:off x="5306244" y="2586939"/>
                <a:ext cx="1576339" cy="401646"/>
              </a:xfrm>
              <a:prstGeom prst="rect">
                <a:avLst/>
              </a:prstGeom>
              <a:noFill/>
            </p:spPr>
            <p:txBody>
              <a:bodyPr wrap="square" rtlCol="0" anchor="ctr">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dirty="0">
                    <a:ln>
                      <a:noFill/>
                    </a:ln>
                    <a:solidFill>
                      <a:srgbClr val="171717"/>
                    </a:solidFill>
                    <a:effectLst/>
                    <a:uLnTx/>
                    <a:uFillTx/>
                    <a:latin typeface="Montserrat ExtraBold" panose="00000900000000000000" pitchFamily="2" charset="0"/>
                    <a:ea typeface="+mn-ea"/>
                    <a:cs typeface="+mn-cs"/>
                  </a:rPr>
                  <a:t>Uniquely</a:t>
                </a:r>
              </a:p>
            </p:txBody>
          </p:sp>
          <p:sp>
            <p:nvSpPr>
              <p:cNvPr id="43" name="TextBox 42">
                <a:extLst>
                  <a:ext uri="{FF2B5EF4-FFF2-40B4-BE49-F238E27FC236}">
                    <a16:creationId xmlns:a16="http://schemas.microsoft.com/office/drawing/2014/main" id="{832CAF62-83AE-4E68-C754-3F2D601D5B43}"/>
                  </a:ext>
                </a:extLst>
              </p:cNvPr>
              <p:cNvSpPr txBox="1"/>
              <p:nvPr/>
            </p:nvSpPr>
            <p:spPr>
              <a:xfrm>
                <a:off x="3269133" y="5392200"/>
                <a:ext cx="3027792" cy="401646"/>
              </a:xfrm>
              <a:prstGeom prst="rect">
                <a:avLst/>
              </a:prstGeom>
              <a:noFill/>
            </p:spPr>
            <p:txBody>
              <a:bodyPr wrap="square" rtlCol="0" anchor="ctr">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a:ln>
                      <a:noFill/>
                    </a:ln>
                    <a:solidFill>
                      <a:srgbClr val="171717"/>
                    </a:solidFill>
                    <a:effectLst/>
                    <a:uLnTx/>
                    <a:uFillTx/>
                    <a:latin typeface="Montserrat ExtraBold" panose="00000900000000000000" pitchFamily="2" charset="0"/>
                    <a:ea typeface="+mn-ea"/>
                    <a:cs typeface="+mn-cs"/>
                  </a:rPr>
                  <a:t>Disproportionately</a:t>
                </a:r>
              </a:p>
            </p:txBody>
          </p:sp>
          <p:sp>
            <p:nvSpPr>
              <p:cNvPr id="44" name="TextBox 43">
                <a:extLst>
                  <a:ext uri="{FF2B5EF4-FFF2-40B4-BE49-F238E27FC236}">
                    <a16:creationId xmlns:a16="http://schemas.microsoft.com/office/drawing/2014/main" id="{0078CE51-FEC0-312F-657A-C6C41C0131DC}"/>
                  </a:ext>
                </a:extLst>
              </p:cNvPr>
              <p:cNvSpPr txBox="1"/>
              <p:nvPr/>
            </p:nvSpPr>
            <p:spPr>
              <a:xfrm>
                <a:off x="6511898" y="5385749"/>
                <a:ext cx="1893170" cy="401646"/>
              </a:xfrm>
              <a:prstGeom prst="rect">
                <a:avLst/>
              </a:prstGeom>
              <a:noFill/>
            </p:spPr>
            <p:txBody>
              <a:bodyPr wrap="square" rtlCol="0" anchor="ctr">
                <a:spAutoFit/>
              </a:bodyPr>
              <a:lstStyle/>
              <a:p>
                <a:pPr marL="0" marR="0" lvl="0" indent="0" algn="ctr" defTabSz="685783" rtl="0" eaLnBrk="1" fontAlgn="auto" latinLnBrk="0" hangingPunct="1">
                  <a:lnSpc>
                    <a:spcPct val="100000"/>
                  </a:lnSpc>
                  <a:spcBef>
                    <a:spcPts val="0"/>
                  </a:spcBef>
                  <a:spcAft>
                    <a:spcPts val="0"/>
                  </a:spcAft>
                  <a:buClrTx/>
                  <a:buSzTx/>
                  <a:buFontTx/>
                  <a:buNone/>
                  <a:tabLst/>
                  <a:defRPr/>
                </a:pPr>
                <a:r>
                  <a:rPr kumimoji="0" lang="en-IN" sz="1350" b="0" i="0" u="none" strike="noStrike" kern="1200" cap="none" spc="0" normalizeH="0" baseline="0" noProof="0">
                    <a:ln>
                      <a:noFill/>
                    </a:ln>
                    <a:solidFill>
                      <a:srgbClr val="171717"/>
                    </a:solidFill>
                    <a:effectLst/>
                    <a:uLnTx/>
                    <a:uFillTx/>
                    <a:latin typeface="Montserrat ExtraBold" panose="00000900000000000000" pitchFamily="2" charset="0"/>
                    <a:ea typeface="+mn-ea"/>
                    <a:cs typeface="+mn-cs"/>
                  </a:rPr>
                  <a:t>Differently</a:t>
                </a:r>
              </a:p>
            </p:txBody>
          </p:sp>
          <p:sp>
            <p:nvSpPr>
              <p:cNvPr id="45" name="Freeform: Shape 33">
                <a:extLst>
                  <a:ext uri="{FF2B5EF4-FFF2-40B4-BE49-F238E27FC236}">
                    <a16:creationId xmlns:a16="http://schemas.microsoft.com/office/drawing/2014/main" id="{DA6F3085-9899-133C-4B62-987457EADB24}"/>
                  </a:ext>
                </a:extLst>
              </p:cNvPr>
              <p:cNvSpPr/>
              <p:nvPr/>
            </p:nvSpPr>
            <p:spPr>
              <a:xfrm>
                <a:off x="4734556" y="3698241"/>
                <a:ext cx="2225140" cy="2225138"/>
              </a:xfrm>
              <a:custGeom>
                <a:avLst/>
                <a:gdLst>
                  <a:gd name="connsiteX0" fmla="*/ 1967611 w 1967611"/>
                  <a:gd name="connsiteY0" fmla="*/ 983806 h 1967611"/>
                  <a:gd name="connsiteX1" fmla="*/ 983806 w 1967611"/>
                  <a:gd name="connsiteY1" fmla="*/ 1967611 h 1967611"/>
                  <a:gd name="connsiteX2" fmla="*/ 0 w 1967611"/>
                  <a:gd name="connsiteY2" fmla="*/ 983805 h 1967611"/>
                  <a:gd name="connsiteX3" fmla="*/ 983806 w 1967611"/>
                  <a:gd name="connsiteY3" fmla="*/ 0 h 1967611"/>
                  <a:gd name="connsiteX4" fmla="*/ 1967611 w 1967611"/>
                  <a:gd name="connsiteY4" fmla="*/ 983806 h 196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7611" h="1967611">
                    <a:moveTo>
                      <a:pt x="1967611" y="983806"/>
                    </a:moveTo>
                    <a:cubicBezTo>
                      <a:pt x="1967611" y="1527146"/>
                      <a:pt x="1527147" y="1967611"/>
                      <a:pt x="983806" y="1967611"/>
                    </a:cubicBezTo>
                    <a:cubicBezTo>
                      <a:pt x="440465" y="1967611"/>
                      <a:pt x="0" y="1527146"/>
                      <a:pt x="0" y="983805"/>
                    </a:cubicBezTo>
                    <a:cubicBezTo>
                      <a:pt x="0" y="440465"/>
                      <a:pt x="440465" y="0"/>
                      <a:pt x="983806" y="0"/>
                    </a:cubicBezTo>
                    <a:cubicBezTo>
                      <a:pt x="1527146" y="0"/>
                      <a:pt x="1967611" y="440464"/>
                      <a:pt x="1967611" y="983806"/>
                    </a:cubicBezTo>
                    <a:close/>
                  </a:path>
                </a:pathLst>
              </a:custGeom>
              <a:noFill/>
              <a:ln w="8012" cap="flat">
                <a:noFill/>
                <a:prstDash val="solid"/>
                <a:miter/>
              </a:ln>
              <a:effectLst>
                <a:softEdge rad="508000"/>
              </a:effectLst>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srgbClr val="171717"/>
                  </a:solidFill>
                  <a:effectLst/>
                  <a:uLnTx/>
                  <a:uFillTx/>
                  <a:latin typeface="Arial" panose="020B0604020202020204"/>
                  <a:ea typeface="+mn-ea"/>
                  <a:cs typeface="+mn-cs"/>
                </a:endParaRPr>
              </a:p>
            </p:txBody>
          </p:sp>
          <p:sp>
            <p:nvSpPr>
              <p:cNvPr id="46" name="Freeform: Shape 8">
                <a:extLst>
                  <a:ext uri="{FF2B5EF4-FFF2-40B4-BE49-F238E27FC236}">
                    <a16:creationId xmlns:a16="http://schemas.microsoft.com/office/drawing/2014/main" id="{E9BB4F06-7365-7517-27E6-37A3DE894617}"/>
                  </a:ext>
                </a:extLst>
              </p:cNvPr>
              <p:cNvSpPr/>
              <p:nvPr/>
            </p:nvSpPr>
            <p:spPr>
              <a:xfrm>
                <a:off x="5107159" y="3430764"/>
                <a:ext cx="1967611" cy="1967611"/>
              </a:xfrm>
              <a:custGeom>
                <a:avLst/>
                <a:gdLst>
                  <a:gd name="connsiteX0" fmla="*/ 1967611 w 1967611"/>
                  <a:gd name="connsiteY0" fmla="*/ 983806 h 1967611"/>
                  <a:gd name="connsiteX1" fmla="*/ 983806 w 1967611"/>
                  <a:gd name="connsiteY1" fmla="*/ 1967611 h 1967611"/>
                  <a:gd name="connsiteX2" fmla="*/ 0 w 1967611"/>
                  <a:gd name="connsiteY2" fmla="*/ 983805 h 1967611"/>
                  <a:gd name="connsiteX3" fmla="*/ 983806 w 1967611"/>
                  <a:gd name="connsiteY3" fmla="*/ 0 h 1967611"/>
                  <a:gd name="connsiteX4" fmla="*/ 1967611 w 1967611"/>
                  <a:gd name="connsiteY4" fmla="*/ 983806 h 19676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7611" h="1967611">
                    <a:moveTo>
                      <a:pt x="1967611" y="983806"/>
                    </a:moveTo>
                    <a:cubicBezTo>
                      <a:pt x="1967611" y="1527146"/>
                      <a:pt x="1527147" y="1967611"/>
                      <a:pt x="983806" y="1967611"/>
                    </a:cubicBezTo>
                    <a:cubicBezTo>
                      <a:pt x="440465" y="1967611"/>
                      <a:pt x="0" y="1527146"/>
                      <a:pt x="0" y="983805"/>
                    </a:cubicBezTo>
                    <a:cubicBezTo>
                      <a:pt x="0" y="440465"/>
                      <a:pt x="440465" y="0"/>
                      <a:pt x="983806" y="0"/>
                    </a:cubicBezTo>
                    <a:cubicBezTo>
                      <a:pt x="1527146" y="0"/>
                      <a:pt x="1967611" y="440464"/>
                      <a:pt x="1967611" y="983806"/>
                    </a:cubicBezTo>
                    <a:close/>
                  </a:path>
                </a:pathLst>
              </a:custGeom>
              <a:solidFill>
                <a:srgbClr val="FFFFFF"/>
              </a:solidFill>
              <a:ln w="8012" cap="flat">
                <a:noFill/>
                <a:prstDash val="solid"/>
                <a:miter/>
              </a:ln>
              <a:effectLst>
                <a:outerShdw blurRad="63500" sx="102000" sy="102000" algn="ctr" rotWithShape="0">
                  <a:prstClr val="black">
                    <a:alpha val="40000"/>
                  </a:prstClr>
                </a:outerShdw>
              </a:effectLst>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IN" sz="1350" b="0" i="0" u="none" strike="noStrike" kern="1200" cap="none" spc="0" normalizeH="0" baseline="0" noProof="0">
                  <a:ln>
                    <a:noFill/>
                  </a:ln>
                  <a:solidFill>
                    <a:srgbClr val="171717"/>
                  </a:solidFill>
                  <a:effectLst/>
                  <a:uLnTx/>
                  <a:uFillTx/>
                  <a:latin typeface="Arial" panose="020B0604020202020204"/>
                  <a:ea typeface="+mn-ea"/>
                  <a:cs typeface="+mn-cs"/>
                </a:endParaRPr>
              </a:p>
            </p:txBody>
          </p:sp>
        </p:grpSp>
        <p:grpSp>
          <p:nvGrpSpPr>
            <p:cNvPr id="10" name="Group 9">
              <a:extLst>
                <a:ext uri="{FF2B5EF4-FFF2-40B4-BE49-F238E27FC236}">
                  <a16:creationId xmlns:a16="http://schemas.microsoft.com/office/drawing/2014/main" id="{EBC0C976-2271-7F93-C689-A87F42FC562A}"/>
                </a:ext>
              </a:extLst>
            </p:cNvPr>
            <p:cNvGrpSpPr/>
            <p:nvPr/>
          </p:nvGrpSpPr>
          <p:grpSpPr>
            <a:xfrm>
              <a:off x="8006029" y="3643419"/>
              <a:ext cx="1384548" cy="1315711"/>
              <a:chOff x="963181" y="-1322699"/>
              <a:chExt cx="2929016" cy="2638495"/>
            </a:xfrm>
          </p:grpSpPr>
          <p:sp>
            <p:nvSpPr>
              <p:cNvPr id="11" name="Rounded Rectangle 7">
                <a:extLst>
                  <a:ext uri="{FF2B5EF4-FFF2-40B4-BE49-F238E27FC236}">
                    <a16:creationId xmlns:a16="http://schemas.microsoft.com/office/drawing/2014/main" id="{7ACB5EA1-E1A2-9172-9C24-9E1AC5C0DEBA}"/>
                  </a:ext>
                </a:extLst>
              </p:cNvPr>
              <p:cNvSpPr/>
              <p:nvPr/>
            </p:nvSpPr>
            <p:spPr>
              <a:xfrm>
                <a:off x="2460627" y="-1322699"/>
                <a:ext cx="312814" cy="694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12" name="Rounded Rectangle 8">
                <a:extLst>
                  <a:ext uri="{FF2B5EF4-FFF2-40B4-BE49-F238E27FC236}">
                    <a16:creationId xmlns:a16="http://schemas.microsoft.com/office/drawing/2014/main" id="{45B038CE-F652-4A8C-B3E5-1BD426174777}"/>
                  </a:ext>
                </a:extLst>
              </p:cNvPr>
              <p:cNvSpPr/>
              <p:nvPr/>
            </p:nvSpPr>
            <p:spPr>
              <a:xfrm>
                <a:off x="2076366" y="-813880"/>
                <a:ext cx="312814" cy="694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Rounded Rectangle 9">
                <a:extLst>
                  <a:ext uri="{FF2B5EF4-FFF2-40B4-BE49-F238E27FC236}">
                    <a16:creationId xmlns:a16="http://schemas.microsoft.com/office/drawing/2014/main" id="{2006AAAA-C51C-A22D-B118-F204DE485225}"/>
                  </a:ext>
                </a:extLst>
              </p:cNvPr>
              <p:cNvSpPr/>
              <p:nvPr/>
            </p:nvSpPr>
            <p:spPr>
              <a:xfrm>
                <a:off x="1671868" y="-118960"/>
                <a:ext cx="312814" cy="694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29" name="Rounded Rectangle 10">
                <a:extLst>
                  <a:ext uri="{FF2B5EF4-FFF2-40B4-BE49-F238E27FC236}">
                    <a16:creationId xmlns:a16="http://schemas.microsoft.com/office/drawing/2014/main" id="{6697A5CE-D0DE-67D6-84B2-5A9144D69CF1}"/>
                  </a:ext>
                </a:extLst>
              </p:cNvPr>
              <p:cNvSpPr/>
              <p:nvPr/>
            </p:nvSpPr>
            <p:spPr>
              <a:xfrm>
                <a:off x="2885600" y="-118960"/>
                <a:ext cx="312814" cy="6949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0" name="Rounded Rectangle 11">
                <a:extLst>
                  <a:ext uri="{FF2B5EF4-FFF2-40B4-BE49-F238E27FC236}">
                    <a16:creationId xmlns:a16="http://schemas.microsoft.com/office/drawing/2014/main" id="{4060DAB7-CF47-4A72-B8FB-6058CDD72A9C}"/>
                  </a:ext>
                </a:extLst>
              </p:cNvPr>
              <p:cNvSpPr/>
              <p:nvPr/>
            </p:nvSpPr>
            <p:spPr>
              <a:xfrm rot="5400000">
                <a:off x="3435931" y="-264793"/>
                <a:ext cx="310433" cy="60209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1" name="Rounded Rectangle 12">
                <a:extLst>
                  <a:ext uri="{FF2B5EF4-FFF2-40B4-BE49-F238E27FC236}">
                    <a16:creationId xmlns:a16="http://schemas.microsoft.com/office/drawing/2014/main" id="{42C8D0BB-4D52-1FE1-FC74-E6CEA4C92C01}"/>
                  </a:ext>
                </a:extLst>
              </p:cNvPr>
              <p:cNvSpPr/>
              <p:nvPr/>
            </p:nvSpPr>
            <p:spPr>
              <a:xfrm rot="5400000">
                <a:off x="1109014" y="-264793"/>
                <a:ext cx="310433" cy="602099"/>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2" name="Rounded Rectangle 13">
                <a:extLst>
                  <a:ext uri="{FF2B5EF4-FFF2-40B4-BE49-F238E27FC236}">
                    <a16:creationId xmlns:a16="http://schemas.microsoft.com/office/drawing/2014/main" id="{50716683-19B7-A2A5-FC69-BC3B64E0EF5D}"/>
                  </a:ext>
                </a:extLst>
              </p:cNvPr>
              <p:cNvSpPr/>
              <p:nvPr/>
            </p:nvSpPr>
            <p:spPr>
              <a:xfrm rot="10800000">
                <a:off x="2480716" y="383559"/>
                <a:ext cx="313200" cy="90293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3" name="Rounded Rectangle 14">
                <a:extLst>
                  <a:ext uri="{FF2B5EF4-FFF2-40B4-BE49-F238E27FC236}">
                    <a16:creationId xmlns:a16="http://schemas.microsoft.com/office/drawing/2014/main" id="{B56E7848-D71C-991A-C326-44C9EA812121}"/>
                  </a:ext>
                </a:extLst>
              </p:cNvPr>
              <p:cNvSpPr/>
              <p:nvPr/>
            </p:nvSpPr>
            <p:spPr>
              <a:xfrm>
                <a:off x="2059687" y="426300"/>
                <a:ext cx="313200" cy="48472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4" name="Oval 33">
                <a:extLst>
                  <a:ext uri="{FF2B5EF4-FFF2-40B4-BE49-F238E27FC236}">
                    <a16:creationId xmlns:a16="http://schemas.microsoft.com/office/drawing/2014/main" id="{F4CBE078-4FD7-4334-525F-3B13818A0E7F}"/>
                  </a:ext>
                </a:extLst>
              </p:cNvPr>
              <p:cNvSpPr/>
              <p:nvPr/>
            </p:nvSpPr>
            <p:spPr>
              <a:xfrm>
                <a:off x="1685511" y="-524569"/>
                <a:ext cx="285528" cy="28552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5" name="Oval 34">
                <a:extLst>
                  <a:ext uri="{FF2B5EF4-FFF2-40B4-BE49-F238E27FC236}">
                    <a16:creationId xmlns:a16="http://schemas.microsoft.com/office/drawing/2014/main" id="{9E175974-65B3-CBFF-899E-0A8897CE42A8}"/>
                  </a:ext>
                </a:extLst>
              </p:cNvPr>
              <p:cNvSpPr/>
              <p:nvPr/>
            </p:nvSpPr>
            <p:spPr>
              <a:xfrm>
                <a:off x="3553449" y="-524569"/>
                <a:ext cx="285528" cy="28552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6" name="Oval 35">
                <a:extLst>
                  <a:ext uri="{FF2B5EF4-FFF2-40B4-BE49-F238E27FC236}">
                    <a16:creationId xmlns:a16="http://schemas.microsoft.com/office/drawing/2014/main" id="{B2341CC2-B340-8D66-19DC-CFA22824E4C8}"/>
                  </a:ext>
                </a:extLst>
              </p:cNvPr>
              <p:cNvSpPr/>
              <p:nvPr/>
            </p:nvSpPr>
            <p:spPr>
              <a:xfrm>
                <a:off x="2079747" y="1030268"/>
                <a:ext cx="285528" cy="285528"/>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7" name="Oval 36">
                <a:extLst>
                  <a:ext uri="{FF2B5EF4-FFF2-40B4-BE49-F238E27FC236}">
                    <a16:creationId xmlns:a16="http://schemas.microsoft.com/office/drawing/2014/main" id="{5AA89C0E-266F-9116-73A8-F1819DF2D80A}"/>
                  </a:ext>
                </a:extLst>
              </p:cNvPr>
              <p:cNvSpPr/>
              <p:nvPr/>
            </p:nvSpPr>
            <p:spPr>
              <a:xfrm>
                <a:off x="2242230" y="-97986"/>
                <a:ext cx="404205" cy="40420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sp>
            <p:nvSpPr>
              <p:cNvPr id="38" name="Rounded Rectangle 29">
                <a:extLst>
                  <a:ext uri="{FF2B5EF4-FFF2-40B4-BE49-F238E27FC236}">
                    <a16:creationId xmlns:a16="http://schemas.microsoft.com/office/drawing/2014/main" id="{6E38087D-1035-A382-6B41-C2138F4F733A}"/>
                  </a:ext>
                </a:extLst>
              </p:cNvPr>
              <p:cNvSpPr/>
              <p:nvPr/>
            </p:nvSpPr>
            <p:spPr>
              <a:xfrm rot="5400000">
                <a:off x="2802960" y="-826132"/>
                <a:ext cx="313200" cy="90293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8578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FFFFFF"/>
                  </a:solidFill>
                  <a:effectLst/>
                  <a:uLnTx/>
                  <a:uFillTx/>
                  <a:latin typeface="Montserrat"/>
                  <a:ea typeface="+mn-ea"/>
                  <a:cs typeface="+mn-cs"/>
                </a:endParaRPr>
              </a:p>
            </p:txBody>
          </p:sp>
        </p:grpSp>
      </p:grpSp>
      <p:sp>
        <p:nvSpPr>
          <p:cNvPr id="47" name="TextBox 46">
            <a:extLst>
              <a:ext uri="{FF2B5EF4-FFF2-40B4-BE49-F238E27FC236}">
                <a16:creationId xmlns:a16="http://schemas.microsoft.com/office/drawing/2014/main" id="{7D58EE57-01C1-6F91-0C05-483F87B2A3B7}"/>
              </a:ext>
            </a:extLst>
          </p:cNvPr>
          <p:cNvSpPr txBox="1"/>
          <p:nvPr/>
        </p:nvSpPr>
        <p:spPr>
          <a:xfrm>
            <a:off x="581579" y="1837200"/>
            <a:ext cx="5005874" cy="707886"/>
          </a:xfrm>
          <a:prstGeom prst="rect">
            <a:avLst/>
          </a:prstGeom>
          <a:noFill/>
        </p:spPr>
        <p:txBody>
          <a:bodyPr wrap="square">
            <a:spAutoFit/>
          </a:bodyPr>
          <a:lstStyle/>
          <a:p>
            <a:pPr marL="0" marR="0" lvl="0" indent="0" algn="l" defTabSz="457154" rtl="0" eaLnBrk="1" fontAlgn="auto" latinLnBrk="0" hangingPunct="1">
              <a:lnSpc>
                <a:spcPct val="100000"/>
              </a:lnSpc>
              <a:spcBef>
                <a:spcPts val="0"/>
              </a:spcBef>
              <a:spcAft>
                <a:spcPts val="0"/>
              </a:spcAft>
              <a:buClrTx/>
              <a:buSzTx/>
              <a:buFontTx/>
              <a:buNone/>
              <a:tabLst/>
              <a:defRPr/>
            </a:pPr>
            <a:r>
              <a:rPr lang="en-US" sz="2000" b="1">
                <a:solidFill>
                  <a:schemeClr val="accent1"/>
                </a:solidFill>
                <a:latin typeface="Montserrat"/>
                <a:cs typeface="Arial"/>
              </a:rPr>
              <a:t>W</a:t>
            </a:r>
            <a:r>
              <a:rPr kumimoji="0" lang="en-US" sz="2000" b="1" i="0" u="none" strike="noStrike" kern="1200" cap="none" spc="0" normalizeH="0" baseline="0" noProof="0">
                <a:ln>
                  <a:noFill/>
                </a:ln>
                <a:solidFill>
                  <a:schemeClr val="accent1"/>
                </a:solidFill>
                <a:effectLst/>
                <a:uLnTx/>
                <a:uFillTx/>
                <a:latin typeface="Montserrat"/>
                <a:ea typeface="+mn-ea"/>
                <a:cs typeface="Arial"/>
              </a:rPr>
              <a:t>e aspire to transform the entire landscape of the health of women.</a:t>
            </a:r>
          </a:p>
        </p:txBody>
      </p:sp>
      <p:sp>
        <p:nvSpPr>
          <p:cNvPr id="48" name="TextBox 47">
            <a:extLst>
              <a:ext uri="{FF2B5EF4-FFF2-40B4-BE49-F238E27FC236}">
                <a16:creationId xmlns:a16="http://schemas.microsoft.com/office/drawing/2014/main" id="{0C50D18C-22D4-95CC-49E2-8DD9486E82B8}"/>
              </a:ext>
            </a:extLst>
          </p:cNvPr>
          <p:cNvSpPr txBox="1"/>
          <p:nvPr/>
        </p:nvSpPr>
        <p:spPr>
          <a:xfrm>
            <a:off x="576035" y="2711985"/>
            <a:ext cx="5136304" cy="3023776"/>
          </a:xfrm>
          <a:prstGeom prst="rect">
            <a:avLst/>
          </a:prstGeom>
          <a:noFill/>
        </p:spPr>
        <p:txBody>
          <a:bodyPr wrap="square">
            <a:spAutoFit/>
          </a:bodyPr>
          <a:lstStyle/>
          <a:p>
            <a:pPr marL="0" marR="0">
              <a:lnSpc>
                <a:spcPct val="120000"/>
              </a:lnSpc>
            </a:pPr>
            <a:r>
              <a:rPr lang="en-US" sz="1600" kern="800">
                <a:effectLst/>
                <a:latin typeface="Montserrat" panose="00000500000000000000" pitchFamily="2" charset="0"/>
                <a:ea typeface="Times New Roman" panose="02020603050405020304" pitchFamily="18" charset="0"/>
              </a:rPr>
              <a:t>As part of our growth strategy, we seek to continue to identify scientific collaborations and acquisitions to further build and maintain an industry leading pipeline across women’s </a:t>
            </a:r>
            <a:r>
              <a:rPr lang="en-US" sz="1600" kern="800">
                <a:latin typeface="Montserrat" panose="00000500000000000000" pitchFamily="2" charset="0"/>
                <a:ea typeface="Times New Roman" panose="02020603050405020304" pitchFamily="18" charset="0"/>
              </a:rPr>
              <a:t>h</a:t>
            </a:r>
            <a:r>
              <a:rPr lang="en-US" sz="1600" kern="800">
                <a:effectLst/>
                <a:latin typeface="Montserrat" panose="00000500000000000000" pitchFamily="2" charset="0"/>
                <a:ea typeface="Times New Roman" panose="02020603050405020304" pitchFamily="18" charset="0"/>
              </a:rPr>
              <a:t>ealth with both early- and late-stage assets that enables scientific and commercial leadership and continue to solidify our position as a women’s </a:t>
            </a:r>
            <a:r>
              <a:rPr lang="en-US" sz="1600" kern="800">
                <a:latin typeface="Montserrat" panose="00000500000000000000" pitchFamily="2" charset="0"/>
                <a:ea typeface="Times New Roman" panose="02020603050405020304" pitchFamily="18" charset="0"/>
              </a:rPr>
              <a:t>h</a:t>
            </a:r>
            <a:r>
              <a:rPr lang="en-US" sz="1600" kern="800">
                <a:effectLst/>
                <a:latin typeface="Montserrat" panose="00000500000000000000" pitchFamily="2" charset="0"/>
                <a:ea typeface="Times New Roman" panose="02020603050405020304" pitchFamily="18" charset="0"/>
              </a:rPr>
              <a:t>ealth partner of choice. </a:t>
            </a:r>
          </a:p>
          <a:p>
            <a:pPr marL="0" marR="0">
              <a:lnSpc>
                <a:spcPct val="120000"/>
              </a:lnSpc>
            </a:pPr>
            <a:r>
              <a:rPr lang="en-US" sz="1600" kern="800">
                <a:effectLst/>
                <a:latin typeface="Montserrat" panose="00000500000000000000" pitchFamily="2" charset="0"/>
                <a:ea typeface="Times New Roman" panose="02020603050405020304" pitchFamily="18" charset="0"/>
              </a:rPr>
              <a:t> </a:t>
            </a:r>
          </a:p>
          <a:p>
            <a:pPr marL="0" marR="0">
              <a:lnSpc>
                <a:spcPct val="120000"/>
              </a:lnSpc>
            </a:pPr>
            <a:endParaRPr lang="en-US" sz="1600" kern="800">
              <a:effectLst/>
              <a:latin typeface="Montserrat" panose="00000500000000000000" pitchFamily="2" charset="0"/>
              <a:ea typeface="Times New Roman" panose="02020603050405020304" pitchFamily="18" charset="0"/>
            </a:endParaRPr>
          </a:p>
        </p:txBody>
      </p:sp>
    </p:spTree>
    <p:extLst>
      <p:ext uri="{BB962C8B-B14F-4D97-AF65-F5344CB8AC3E}">
        <p14:creationId xmlns:p14="http://schemas.microsoft.com/office/powerpoint/2010/main" val="4328454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1EC2E-4116-FFC0-5E06-322D4FA00F5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F1CB2A0-96F5-966B-75A9-CCAF9CB13E74}"/>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11</a:t>
            </a:fld>
            <a:endParaRPr lang="en-US">
              <a:solidFill>
                <a:schemeClr val="tx2"/>
              </a:solidFill>
              <a:latin typeface="Montserrat" panose="00000500000000000000" pitchFamily="2" charset="0"/>
            </a:endParaRPr>
          </a:p>
        </p:txBody>
      </p:sp>
      <p:sp>
        <p:nvSpPr>
          <p:cNvPr id="14" name="Title 1">
            <a:extLst>
              <a:ext uri="{FF2B5EF4-FFF2-40B4-BE49-F238E27FC236}">
                <a16:creationId xmlns:a16="http://schemas.microsoft.com/office/drawing/2014/main" id="{D0C2B6B7-C11A-2807-B438-7808960A2E79}"/>
              </a:ext>
            </a:extLst>
          </p:cNvPr>
          <p:cNvSpPr>
            <a:spLocks noGrp="1"/>
          </p:cNvSpPr>
          <p:nvPr>
            <p:ph type="title"/>
          </p:nvPr>
        </p:nvSpPr>
        <p:spPr>
          <a:xfrm>
            <a:off x="457200" y="192360"/>
            <a:ext cx="10396483" cy="699433"/>
          </a:xfrm>
        </p:spPr>
        <p:txBody>
          <a:bodyPr>
            <a:normAutofit fontScale="90000"/>
          </a:bodyPr>
          <a:lstStyle/>
          <a:p>
            <a:r>
              <a:rPr lang="en-US">
                <a:latin typeface="Montserrat ExtraBold" panose="00000900000000000000" pitchFamily="2" charset="0"/>
              </a:rPr>
              <a:t>An ecosystem of like-minded partners and innovators</a:t>
            </a:r>
          </a:p>
        </p:txBody>
      </p:sp>
      <p:sp>
        <p:nvSpPr>
          <p:cNvPr id="15" name="TextBox 14">
            <a:extLst>
              <a:ext uri="{FF2B5EF4-FFF2-40B4-BE49-F238E27FC236}">
                <a16:creationId xmlns:a16="http://schemas.microsoft.com/office/drawing/2014/main" id="{0193254C-28F9-2A73-0C65-44C9CD4D3A54}"/>
              </a:ext>
            </a:extLst>
          </p:cNvPr>
          <p:cNvSpPr txBox="1"/>
          <p:nvPr/>
        </p:nvSpPr>
        <p:spPr>
          <a:xfrm>
            <a:off x="418012" y="1146479"/>
            <a:ext cx="10527112" cy="847668"/>
          </a:xfrm>
          <a:prstGeom prst="rect">
            <a:avLst/>
          </a:prstGeom>
          <a:noFill/>
        </p:spPr>
        <p:txBody>
          <a:bodyPr wrap="square">
            <a:spAutoFit/>
          </a:bodyPr>
          <a:lstStyle/>
          <a:p>
            <a:pPr marL="0" marR="0">
              <a:lnSpc>
                <a:spcPct val="120000"/>
              </a:lnSpc>
            </a:pPr>
            <a:r>
              <a:rPr lang="en-US" sz="1400" kern="800">
                <a:effectLst/>
                <a:latin typeface="Montserrat" panose="00000500000000000000" pitchFamily="2" charset="0"/>
                <a:ea typeface="Times New Roman" panose="02020603050405020304" pitchFamily="18" charset="0"/>
              </a:rPr>
              <a:t>We believe that our efforts </a:t>
            </a:r>
            <a:r>
              <a:rPr lang="en-US" sz="1400" kern="800">
                <a:latin typeface="Montserrat" panose="00000500000000000000" pitchFamily="2" charset="0"/>
              </a:rPr>
              <a:t>can spark collective action to deliver a new era in healthcare that </a:t>
            </a:r>
            <a:r>
              <a:rPr lang="en-US" sz="1400" b="1" kern="100">
                <a:solidFill>
                  <a:schemeClr val="accent1"/>
                </a:solidFill>
                <a:latin typeface="Montserrat" panose="00000500000000000000" pitchFamily="2" charset="0"/>
                <a:ea typeface="Calibri" panose="020F0502020204030204" pitchFamily="34" charset="0"/>
                <a:cs typeface="Calibri" panose="020F0502020204030204" pitchFamily="34" charset="0"/>
              </a:rPr>
              <a:t>empowers women globally - improving research, enhancing education, investing in partnerships to expand options, and advancing gender equity. </a:t>
            </a:r>
            <a:endParaRPr lang="en-US" sz="1400" kern="800">
              <a:effectLst/>
              <a:latin typeface="Montserrat" panose="00000500000000000000" pitchFamily="2" charset="0"/>
              <a:ea typeface="Times New Roman" panose="02020603050405020304" pitchFamily="18" charset="0"/>
            </a:endParaRPr>
          </a:p>
        </p:txBody>
      </p:sp>
      <p:sp>
        <p:nvSpPr>
          <p:cNvPr id="16" name="TextBox 15">
            <a:extLst>
              <a:ext uri="{FF2B5EF4-FFF2-40B4-BE49-F238E27FC236}">
                <a16:creationId xmlns:a16="http://schemas.microsoft.com/office/drawing/2014/main" id="{835722B3-DC49-7201-F107-B11B1BF57D96}"/>
              </a:ext>
            </a:extLst>
          </p:cNvPr>
          <p:cNvSpPr txBox="1"/>
          <p:nvPr/>
        </p:nvSpPr>
        <p:spPr>
          <a:xfrm>
            <a:off x="870084" y="4124305"/>
            <a:ext cx="3087962" cy="1881797"/>
          </a:xfrm>
          <a:prstGeom prst="rect">
            <a:avLst/>
          </a:prstGeom>
          <a:noFill/>
        </p:spPr>
        <p:txBody>
          <a:bodyPr wrap="square">
            <a:spAutoFit/>
          </a:bodyPr>
          <a:lstStyle/>
          <a:p>
            <a:pPr marL="0" marR="0">
              <a:lnSpc>
                <a:spcPct val="120000"/>
              </a:lnSpc>
            </a:pPr>
            <a:r>
              <a:rPr lang="en-US" sz="1400" kern="800">
                <a:effectLst/>
                <a:latin typeface="Montserrat" panose="00000500000000000000" pitchFamily="2" charset="0"/>
                <a:ea typeface="Times New Roman" panose="02020603050405020304" pitchFamily="18" charset="0"/>
              </a:rPr>
              <a:t>Our research and development </a:t>
            </a:r>
            <a:r>
              <a:rPr lang="en-US" sz="1400" kern="800">
                <a:latin typeface="Montserrat" panose="00000500000000000000" pitchFamily="2" charset="0"/>
              </a:rPr>
              <a:t>organization supports our products through global registration, pharmacovigilance, medical affairs and health economics and outcomes research activities.</a:t>
            </a:r>
          </a:p>
        </p:txBody>
      </p:sp>
      <p:sp>
        <p:nvSpPr>
          <p:cNvPr id="17" name="TextBox 16">
            <a:extLst>
              <a:ext uri="{FF2B5EF4-FFF2-40B4-BE49-F238E27FC236}">
                <a16:creationId xmlns:a16="http://schemas.microsoft.com/office/drawing/2014/main" id="{13E0F0EC-B4CA-7E2E-C986-0E6C721733FD}"/>
              </a:ext>
            </a:extLst>
          </p:cNvPr>
          <p:cNvSpPr txBox="1"/>
          <p:nvPr/>
        </p:nvSpPr>
        <p:spPr>
          <a:xfrm>
            <a:off x="8703805" y="4124305"/>
            <a:ext cx="2862553" cy="2117503"/>
          </a:xfrm>
          <a:prstGeom prst="rect">
            <a:avLst/>
          </a:prstGeom>
          <a:noFill/>
        </p:spPr>
        <p:txBody>
          <a:bodyPr wrap="square">
            <a:spAutoFit/>
          </a:bodyPr>
          <a:lstStyle/>
          <a:p>
            <a:pPr marL="0" marR="0">
              <a:lnSpc>
                <a:spcPct val="120000"/>
              </a:lnSpc>
            </a:pPr>
            <a:r>
              <a:rPr lang="en-US" sz="1400" kern="800" dirty="0">
                <a:latin typeface="Montserrat" panose="00000500000000000000" pitchFamily="2" charset="0"/>
              </a:rPr>
              <a:t>OB/GYNs, PhDs, nurses and pharmacists are an invaluable part of our team, helping us to better understand needs from the perspectives of clinicians, physicians and patients.</a:t>
            </a:r>
          </a:p>
          <a:p>
            <a:pPr marL="0" marR="0"/>
            <a:r>
              <a:rPr lang="en-US" sz="1400" kern="800" dirty="0">
                <a:latin typeface="Montserrat" panose="00000500000000000000" pitchFamily="2" charset="0"/>
              </a:rPr>
              <a:t> </a:t>
            </a:r>
          </a:p>
        </p:txBody>
      </p:sp>
      <p:sp>
        <p:nvSpPr>
          <p:cNvPr id="18" name="TextBox 17">
            <a:extLst>
              <a:ext uri="{FF2B5EF4-FFF2-40B4-BE49-F238E27FC236}">
                <a16:creationId xmlns:a16="http://schemas.microsoft.com/office/drawing/2014/main" id="{3EC41C0A-B49B-75A0-9FA6-C21A7D3169FF}"/>
              </a:ext>
            </a:extLst>
          </p:cNvPr>
          <p:cNvSpPr txBox="1"/>
          <p:nvPr/>
        </p:nvSpPr>
        <p:spPr>
          <a:xfrm>
            <a:off x="4844360" y="4124305"/>
            <a:ext cx="3181363" cy="1881797"/>
          </a:xfrm>
          <a:prstGeom prst="rect">
            <a:avLst/>
          </a:prstGeom>
          <a:noFill/>
        </p:spPr>
        <p:txBody>
          <a:bodyPr wrap="square">
            <a:spAutoFit/>
          </a:bodyPr>
          <a:lstStyle/>
          <a:p>
            <a:pPr marL="0" marR="0">
              <a:lnSpc>
                <a:spcPct val="120000"/>
              </a:lnSpc>
            </a:pPr>
            <a:r>
              <a:rPr lang="en-US" sz="1400" kern="800">
                <a:effectLst/>
                <a:latin typeface="Montserrat" panose="00000500000000000000" pitchFamily="2" charset="0"/>
                <a:ea typeface="Times New Roman" panose="02020603050405020304" pitchFamily="18" charset="0"/>
              </a:rPr>
              <a:t>Our science spans the full research and development lifecycle, from Discovery through Phase IV studies, and is driven by seasoned researchers, scientists, regulatory, pharmacovigilance, and medical affairs experts. </a:t>
            </a:r>
          </a:p>
        </p:txBody>
      </p:sp>
      <p:pic>
        <p:nvPicPr>
          <p:cNvPr id="19" name="Picture 18">
            <a:extLst>
              <a:ext uri="{FF2B5EF4-FFF2-40B4-BE49-F238E27FC236}">
                <a16:creationId xmlns:a16="http://schemas.microsoft.com/office/drawing/2014/main" id="{2B491AC4-4BBD-C954-3D1F-6E3C19A37C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8317" y="2259423"/>
            <a:ext cx="1858137" cy="1858137"/>
          </a:xfrm>
          <a:prstGeom prst="rect">
            <a:avLst/>
          </a:prstGeom>
        </p:spPr>
      </p:pic>
      <p:pic>
        <p:nvPicPr>
          <p:cNvPr id="20" name="Picture 19">
            <a:extLst>
              <a:ext uri="{FF2B5EF4-FFF2-40B4-BE49-F238E27FC236}">
                <a16:creationId xmlns:a16="http://schemas.microsoft.com/office/drawing/2014/main" id="{E83591E5-B8C9-7A5A-D901-1AD6B887CE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0885" y="2201609"/>
            <a:ext cx="1952064" cy="1952064"/>
          </a:xfrm>
          <a:prstGeom prst="rect">
            <a:avLst/>
          </a:prstGeom>
        </p:spPr>
      </p:pic>
      <p:pic>
        <p:nvPicPr>
          <p:cNvPr id="21" name="Picture 20">
            <a:extLst>
              <a:ext uri="{FF2B5EF4-FFF2-40B4-BE49-F238E27FC236}">
                <a16:creationId xmlns:a16="http://schemas.microsoft.com/office/drawing/2014/main" id="{B50D1A04-241C-0E63-5A4D-52C174C5BE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21562" y="2272431"/>
            <a:ext cx="1832121" cy="1832121"/>
          </a:xfrm>
          <a:prstGeom prst="rect">
            <a:avLst/>
          </a:prstGeom>
        </p:spPr>
      </p:pic>
    </p:spTree>
    <p:extLst>
      <p:ext uri="{BB962C8B-B14F-4D97-AF65-F5344CB8AC3E}">
        <p14:creationId xmlns:p14="http://schemas.microsoft.com/office/powerpoint/2010/main" val="9364399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4EF3FC1-A825-F486-72AE-51306091A464}"/>
              </a:ext>
            </a:extLst>
          </p:cNvPr>
          <p:cNvSpPr>
            <a:spLocks noGrp="1"/>
          </p:cNvSpPr>
          <p:nvPr>
            <p:ph type="title"/>
          </p:nvPr>
        </p:nvSpPr>
        <p:spPr/>
        <p:txBody>
          <a:bodyPr>
            <a:normAutofit fontScale="90000"/>
          </a:bodyPr>
          <a:lstStyle/>
          <a:p>
            <a:r>
              <a:rPr lang="en-US">
                <a:latin typeface="Montserrat ExtraBold" panose="00000900000000000000" pitchFamily="2" charset="0"/>
              </a:rPr>
              <a:t>Organon manufacturing and supply </a:t>
            </a:r>
            <a:br>
              <a:rPr lang="en-US">
                <a:latin typeface="Montserrat ExtraBold" panose="00000900000000000000" pitchFamily="2" charset="0"/>
              </a:rPr>
            </a:br>
            <a:r>
              <a:rPr lang="en-US">
                <a:latin typeface="Montserrat ExtraBold" panose="00000900000000000000" pitchFamily="2" charset="0"/>
              </a:rPr>
              <a:t>(OMS)</a:t>
            </a:r>
          </a:p>
        </p:txBody>
      </p:sp>
      <p:sp>
        <p:nvSpPr>
          <p:cNvPr id="3" name="Slide Number Placeholder 2">
            <a:extLst>
              <a:ext uri="{FF2B5EF4-FFF2-40B4-BE49-F238E27FC236}">
                <a16:creationId xmlns:a16="http://schemas.microsoft.com/office/drawing/2014/main" id="{7085B9A5-F516-30A1-84D3-A7A4EB21BB8B}"/>
              </a:ext>
            </a:extLst>
          </p:cNvPr>
          <p:cNvSpPr>
            <a:spLocks noGrp="1"/>
          </p:cNvSpPr>
          <p:nvPr>
            <p:ph type="sldNum" sz="quarter" idx="12"/>
          </p:nvPr>
        </p:nvSpPr>
        <p:spPr/>
        <p:txBody>
          <a:bodyPr/>
          <a:lstStyle/>
          <a:p>
            <a:fld id="{7D18A8FE-DFC8-4843-AEF2-DE4DB0CF7D65}" type="slidenum">
              <a:rPr lang="en-US" smtClean="0"/>
              <a:pPr/>
              <a:t>12</a:t>
            </a:fld>
            <a:endParaRPr lang="en-US">
              <a:solidFill>
                <a:schemeClr val="tx2"/>
              </a:solidFill>
            </a:endParaRPr>
          </a:p>
        </p:txBody>
      </p:sp>
    </p:spTree>
    <p:extLst>
      <p:ext uri="{BB962C8B-B14F-4D97-AF65-F5344CB8AC3E}">
        <p14:creationId xmlns:p14="http://schemas.microsoft.com/office/powerpoint/2010/main" val="3237765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5E7C-41CD-60E9-3C87-1811FC39B30A}"/>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75A61E0-E39D-C8FB-A4F7-5798A1D386F1}"/>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13</a:t>
            </a:fld>
            <a:endParaRPr lang="en-US">
              <a:solidFill>
                <a:schemeClr val="tx2"/>
              </a:solidFill>
              <a:latin typeface="Montserrat" panose="00000500000000000000" pitchFamily="2" charset="0"/>
            </a:endParaRPr>
          </a:p>
        </p:txBody>
      </p:sp>
      <p:sp>
        <p:nvSpPr>
          <p:cNvPr id="5" name="Title 1">
            <a:extLst>
              <a:ext uri="{FF2B5EF4-FFF2-40B4-BE49-F238E27FC236}">
                <a16:creationId xmlns:a16="http://schemas.microsoft.com/office/drawing/2014/main" id="{796DB7A0-DDF5-21B8-5F16-11D32E437B72}"/>
              </a:ext>
            </a:extLst>
          </p:cNvPr>
          <p:cNvSpPr txBox="1">
            <a:spLocks/>
          </p:cNvSpPr>
          <p:nvPr/>
        </p:nvSpPr>
        <p:spPr>
          <a:xfrm>
            <a:off x="454297" y="210475"/>
            <a:ext cx="10382431" cy="859714"/>
          </a:xfrm>
          <a:prstGeom prst="rect">
            <a:avLst/>
          </a:prstGeom>
        </p:spPr>
        <p:txBody>
          <a:bodyPr vert="horz" lIns="0" tIns="0" rIns="0" bIns="0" rtlCol="0" anchor="b">
            <a:noAutofit/>
          </a:bodyPr>
          <a:lstStyle>
            <a:lvl1pPr algn="l" defTabSz="685800" rtl="0" eaLnBrk="1" latinLnBrk="0" hangingPunct="1">
              <a:lnSpc>
                <a:spcPct val="90000"/>
              </a:lnSpc>
              <a:spcBef>
                <a:spcPct val="0"/>
              </a:spcBef>
              <a:buNone/>
              <a:defRPr sz="2200" b="1" i="0" kern="1200">
                <a:solidFill>
                  <a:schemeClr val="tx1"/>
                </a:solidFill>
                <a:latin typeface="+mj-lt"/>
                <a:ea typeface="+mj-ea"/>
                <a:cs typeface="Arial" panose="020B0604020202020204" pitchFamily="34" charset="0"/>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sz="2600" b="1" i="0" u="none" strike="noStrike" kern="1200" cap="none" spc="0" normalizeH="0" baseline="0" noProof="0">
                <a:ln>
                  <a:noFill/>
                </a:ln>
                <a:solidFill>
                  <a:srgbClr val="171717"/>
                </a:solidFill>
                <a:effectLst/>
                <a:uLnTx/>
                <a:uFillTx/>
                <a:latin typeface="Montserrat ExtraBold" pitchFamily="2" charset="77"/>
                <a:ea typeface="+mj-ea"/>
                <a:cs typeface="Arial" panose="020B0604020202020204" pitchFamily="34" charset="0"/>
              </a:rPr>
              <a:t>Our footprint: 6 manufacturing sites support global market access with world class capabilities</a:t>
            </a:r>
          </a:p>
        </p:txBody>
      </p:sp>
      <p:sp>
        <p:nvSpPr>
          <p:cNvPr id="6" name="TextBox 5">
            <a:extLst>
              <a:ext uri="{FF2B5EF4-FFF2-40B4-BE49-F238E27FC236}">
                <a16:creationId xmlns:a16="http://schemas.microsoft.com/office/drawing/2014/main" id="{11C3BFB3-AF8C-765B-566E-A541AF07C371}"/>
              </a:ext>
            </a:extLst>
          </p:cNvPr>
          <p:cNvSpPr txBox="1"/>
          <p:nvPr/>
        </p:nvSpPr>
        <p:spPr>
          <a:xfrm>
            <a:off x="168272" y="1719098"/>
            <a:ext cx="2815937" cy="3093154"/>
          </a:xfrm>
          <a:prstGeom prst="rect">
            <a:avLst/>
          </a:prstGeom>
          <a:noFill/>
        </p:spPr>
        <p:txBody>
          <a:bodyPr wrap="square" rtlCol="0">
            <a:spAutoFit/>
          </a:bodyPr>
          <a:lstStyle/>
          <a:p>
            <a:pPr marL="0" marR="0" lvl="1" indent="0" algn="l" defTabSz="1219139" rtl="0" eaLnBrk="1" fontAlgn="auto" latinLnBrk="0" hangingPunct="1">
              <a:lnSpc>
                <a:spcPct val="100000"/>
              </a:lnSpc>
              <a:spcBef>
                <a:spcPts val="0"/>
              </a:spcBef>
              <a:spcAft>
                <a:spcPts val="0"/>
              </a:spcAft>
              <a:buClr>
                <a:srgbClr val="E20177"/>
              </a:buClr>
              <a:buSzTx/>
              <a:buFontTx/>
              <a:buNone/>
              <a:tabLst/>
              <a:defRPr/>
            </a:pP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Cramlington, United Kingdom</a:t>
            </a:r>
          </a:p>
          <a:p>
            <a:pPr marL="228589" marR="0" lvl="1" indent="-228589"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Oral solid dosage formulation and packaging</a:t>
            </a:r>
          </a:p>
          <a:p>
            <a:pPr marL="228589" marR="0" lvl="1" indent="-228589"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Supporting areas including respiratory, pain and dermatology</a:t>
            </a:r>
          </a:p>
          <a:p>
            <a:pPr marL="0" marR="0" lvl="1" algn="l" defTabSz="1219139" rtl="0" eaLnBrk="1" fontAlgn="auto" latinLnBrk="0" hangingPunct="1">
              <a:lnSpc>
                <a:spcPct val="100000"/>
              </a:lnSpc>
              <a:spcBef>
                <a:spcPts val="0"/>
              </a:spcBef>
              <a:spcAft>
                <a:spcPts val="0"/>
              </a:spcAft>
              <a:buClr>
                <a:srgbClr val="E20177"/>
              </a:buClr>
              <a:buSzTx/>
              <a:tabLst/>
              <a:defRPr/>
            </a:pPr>
            <a:endPar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endParaRPr>
          </a:p>
          <a:p>
            <a:pPr marL="0" marR="0" lvl="1" indent="0" algn="l" defTabSz="1219139" rtl="0" eaLnBrk="1" fontAlgn="auto" latinLnBrk="0" hangingPunct="1">
              <a:lnSpc>
                <a:spcPct val="100000"/>
              </a:lnSpc>
              <a:spcBef>
                <a:spcPts val="0"/>
              </a:spcBef>
              <a:spcAft>
                <a:spcPts val="0"/>
              </a:spcAft>
              <a:buClr>
                <a:srgbClr val="E20177"/>
              </a:buClr>
              <a:buSzTx/>
              <a:buFontTx/>
              <a:buNone/>
              <a:tabLst/>
              <a:defRPr/>
            </a:pP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Oss, The Netherlands</a:t>
            </a:r>
          </a:p>
          <a:p>
            <a:pPr marL="171450" marR="0" lvl="1" indent="-171450"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Organon International founded at this site in 1923</a:t>
            </a:r>
          </a:p>
          <a:p>
            <a:pPr marL="171450" marR="0" lvl="1" indent="-171450"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Formulation and packaging for women’s health oral solid dosage and specialty formulations</a:t>
            </a:r>
          </a:p>
          <a:p>
            <a:pPr marL="0" marR="0" lvl="1" indent="0" algn="l" defTabSz="1219139" rtl="0" eaLnBrk="1" fontAlgn="auto" latinLnBrk="0" hangingPunct="1">
              <a:lnSpc>
                <a:spcPct val="100000"/>
              </a:lnSpc>
              <a:spcBef>
                <a:spcPts val="0"/>
              </a:spcBef>
              <a:spcAft>
                <a:spcPts val="0"/>
              </a:spcAft>
              <a:buClr>
                <a:srgbClr val="E20177"/>
              </a:buClr>
              <a:buSzTx/>
              <a:buFontTx/>
              <a:buNone/>
              <a:tabLst/>
              <a:defRPr/>
            </a:pPr>
            <a:endPar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endParaRPr>
          </a:p>
        </p:txBody>
      </p:sp>
      <p:sp>
        <p:nvSpPr>
          <p:cNvPr id="7" name="Oval 6">
            <a:extLst>
              <a:ext uri="{FF2B5EF4-FFF2-40B4-BE49-F238E27FC236}">
                <a16:creationId xmlns:a16="http://schemas.microsoft.com/office/drawing/2014/main" id="{A588E76F-B50D-ECE3-B2B3-609D7A468127}"/>
              </a:ext>
            </a:extLst>
          </p:cNvPr>
          <p:cNvSpPr/>
          <p:nvPr/>
        </p:nvSpPr>
        <p:spPr>
          <a:xfrm>
            <a:off x="2112929" y="4930235"/>
            <a:ext cx="1272406" cy="150192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a:ea typeface="+mn-ea"/>
              <a:cs typeface="+mn-cs"/>
            </a:endParaRPr>
          </a:p>
        </p:txBody>
      </p:sp>
      <p:sp>
        <p:nvSpPr>
          <p:cNvPr id="9" name="TextBox 8">
            <a:extLst>
              <a:ext uri="{FF2B5EF4-FFF2-40B4-BE49-F238E27FC236}">
                <a16:creationId xmlns:a16="http://schemas.microsoft.com/office/drawing/2014/main" id="{621AFF6F-0F13-BF4F-F353-6E9B738F79EB}"/>
              </a:ext>
            </a:extLst>
          </p:cNvPr>
          <p:cNvSpPr txBox="1"/>
          <p:nvPr/>
        </p:nvSpPr>
        <p:spPr>
          <a:xfrm>
            <a:off x="9584528" y="1719098"/>
            <a:ext cx="2377431" cy="3093154"/>
          </a:xfrm>
          <a:prstGeom prst="rect">
            <a:avLst/>
          </a:prstGeom>
          <a:noFill/>
        </p:spPr>
        <p:txBody>
          <a:bodyPr wrap="square" rtlCol="0">
            <a:spAutoFit/>
          </a:bodyPr>
          <a:lstStyle/>
          <a:p>
            <a:pPr marL="0" marR="0" lvl="1" indent="0" algn="l" defTabSz="1219139" rtl="0" eaLnBrk="1" fontAlgn="auto" latinLnBrk="0" hangingPunct="1">
              <a:lnSpc>
                <a:spcPct val="100000"/>
              </a:lnSpc>
              <a:spcBef>
                <a:spcPts val="0"/>
              </a:spcBef>
              <a:spcAft>
                <a:spcPts val="0"/>
              </a:spcAft>
              <a:buClr>
                <a:srgbClr val="E20177"/>
              </a:buClr>
              <a:buSzTx/>
              <a:buFontTx/>
              <a:buNone/>
              <a:tabLst/>
              <a:defRPr/>
            </a:pP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Heist, Belgium</a:t>
            </a:r>
          </a:p>
          <a:p>
            <a:pPr marL="228589" marR="0" lvl="1" indent="-228589"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Formulation and packaging for specialty devices, steroids, and oral solid dosage</a:t>
            </a:r>
          </a:p>
          <a:p>
            <a:pPr marL="228589" marR="0" lvl="1" indent="-228589" algn="l" defTabSz="1219139" rtl="0" eaLnBrk="1" fontAlgn="auto" latinLnBrk="0" hangingPunct="1">
              <a:lnSpc>
                <a:spcPct val="100000"/>
              </a:lnSpc>
              <a:spcBef>
                <a:spcPts val="0"/>
              </a:spcBef>
              <a:spcAft>
                <a:spcPts val="0"/>
              </a:spcAft>
              <a:buClr>
                <a:srgbClr val="E20177"/>
              </a:buClr>
              <a:buSzTx/>
              <a:buFont typeface="Arial" panose="020B0604020202020204" pitchFamily="34" charset="0"/>
              <a:buChar char="•"/>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Supporting areas including respiratory, pain and dermatology</a:t>
            </a:r>
          </a:p>
          <a:p>
            <a:pPr marL="0" marR="0" lvl="1" algn="l" defTabSz="1219139" rtl="0" eaLnBrk="1" fontAlgn="auto" latinLnBrk="0" hangingPunct="1">
              <a:lnSpc>
                <a:spcPct val="100000"/>
              </a:lnSpc>
              <a:spcBef>
                <a:spcPts val="0"/>
              </a:spcBef>
              <a:spcAft>
                <a:spcPts val="0"/>
              </a:spcAft>
              <a:buClr>
                <a:srgbClr val="E20177"/>
              </a:buClr>
              <a:buSzTx/>
              <a:tabLst/>
              <a:defRPr/>
            </a:pPr>
            <a:endPar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endParaRPr>
          </a:p>
          <a:p>
            <a:pPr marL="0" marR="0" lvl="0" indent="0" algn="l" defTabSz="1219139" rtl="0" eaLnBrk="1" fontAlgn="base" latinLnBrk="0" hangingPunct="1">
              <a:lnSpc>
                <a:spcPct val="100000"/>
              </a:lnSpc>
              <a:spcBef>
                <a:spcPts val="0"/>
              </a:spcBef>
              <a:spcAft>
                <a:spcPts val="0"/>
              </a:spcAft>
              <a:buClr>
                <a:srgbClr val="E20177"/>
              </a:buClr>
              <a:buSzPct val="100000"/>
              <a:buFontTx/>
              <a:buNone/>
              <a:tabLst/>
              <a:defRPr/>
            </a:pP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Regional Packaging Network (Campinas, </a:t>
            </a:r>
            <a:r>
              <a:rPr kumimoji="0" lang="en-US" sz="1300" b="1" i="0" u="none" strike="noStrike" kern="1200" cap="none" spc="0" normalizeH="0" baseline="0" noProof="0" dirty="0" err="1">
                <a:ln>
                  <a:noFill/>
                </a:ln>
                <a:solidFill>
                  <a:srgbClr val="E20177"/>
                </a:solidFill>
                <a:effectLst/>
                <a:uLnTx/>
                <a:uFillTx/>
                <a:latin typeface="Montserrat"/>
                <a:ea typeface="+mn-ea"/>
                <a:cs typeface="+mn-cs"/>
                <a:sym typeface="Trebuchet MS" panose="020B0603020202020204" pitchFamily="34" charset="0"/>
              </a:rPr>
              <a:t>Pandaan</a:t>
            </a: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 &amp; </a:t>
            </a:r>
            <a:r>
              <a:rPr kumimoji="0" lang="en-US" sz="1300" b="1" i="0" u="none" strike="noStrike" kern="1200" cap="none" spc="0" normalizeH="0" baseline="0" noProof="0" dirty="0" err="1">
                <a:ln>
                  <a:noFill/>
                </a:ln>
                <a:solidFill>
                  <a:srgbClr val="E20177"/>
                </a:solidFill>
                <a:effectLst/>
                <a:uLnTx/>
                <a:uFillTx/>
                <a:latin typeface="Montserrat"/>
                <a:ea typeface="+mn-ea"/>
                <a:cs typeface="+mn-cs"/>
                <a:sym typeface="Trebuchet MS" panose="020B0603020202020204" pitchFamily="34" charset="0"/>
              </a:rPr>
              <a:t>Xochimilco</a:t>
            </a:r>
            <a:r>
              <a:rPr kumimoji="0" lang="en-US" sz="1300" b="1" i="0" u="none" strike="noStrike" kern="1200" cap="none" spc="0" normalizeH="0" baseline="0" noProof="0" dirty="0">
                <a:ln>
                  <a:noFill/>
                </a:ln>
                <a:solidFill>
                  <a:srgbClr val="E20177"/>
                </a:solidFill>
                <a:effectLst/>
                <a:uLnTx/>
                <a:uFillTx/>
                <a:latin typeface="Montserrat"/>
                <a:ea typeface="+mn-ea"/>
                <a:cs typeface="+mn-cs"/>
                <a:sym typeface="Trebuchet MS" panose="020B0603020202020204" pitchFamily="34" charset="0"/>
              </a:rPr>
              <a:t>) </a:t>
            </a:r>
          </a:p>
          <a:p>
            <a:pPr marL="0" marR="0" lvl="0" indent="0" algn="l" defTabSz="1219139" rtl="0" eaLnBrk="1" fontAlgn="base" latinLnBrk="0" hangingPunct="1">
              <a:lnSpc>
                <a:spcPct val="100000"/>
              </a:lnSpc>
              <a:spcBef>
                <a:spcPts val="0"/>
              </a:spcBef>
              <a:spcAft>
                <a:spcPts val="0"/>
              </a:spcAft>
              <a:buClr>
                <a:srgbClr val="E20177"/>
              </a:buClr>
              <a:buSzPct val="100000"/>
              <a:buFontTx/>
              <a:buNone/>
              <a:tabLst/>
              <a:defRPr/>
            </a:pPr>
            <a:r>
              <a:rPr kumimoji="0" lang="en-US" sz="1300" b="0" i="0" u="none" strike="noStrike" kern="1200" cap="none" spc="0" normalizeH="0" baseline="0" noProof="0" dirty="0">
                <a:ln>
                  <a:noFill/>
                </a:ln>
                <a:solidFill>
                  <a:srgbClr val="171717"/>
                </a:solidFill>
                <a:effectLst/>
                <a:uLnTx/>
                <a:uFillTx/>
                <a:latin typeface="Montserrat"/>
                <a:ea typeface="+mn-ea"/>
                <a:cs typeface="+mn-cs"/>
                <a:sym typeface="Trebuchet MS" panose="020B0603020202020204" pitchFamily="34" charset="0"/>
              </a:rPr>
              <a:t>Geographically dispersed to meet global customer needs</a:t>
            </a:r>
          </a:p>
        </p:txBody>
      </p:sp>
      <p:grpSp>
        <p:nvGrpSpPr>
          <p:cNvPr id="10" name="Group 9">
            <a:extLst>
              <a:ext uri="{FF2B5EF4-FFF2-40B4-BE49-F238E27FC236}">
                <a16:creationId xmlns:a16="http://schemas.microsoft.com/office/drawing/2014/main" id="{4C438CEA-B656-E098-24D6-0B1E288F61EE}"/>
              </a:ext>
            </a:extLst>
          </p:cNvPr>
          <p:cNvGrpSpPr/>
          <p:nvPr/>
        </p:nvGrpSpPr>
        <p:grpSpPr>
          <a:xfrm>
            <a:off x="2808003" y="1757421"/>
            <a:ext cx="6990864" cy="4395992"/>
            <a:chOff x="2702167" y="1380669"/>
            <a:chExt cx="6990864" cy="4395992"/>
          </a:xfrm>
        </p:grpSpPr>
        <p:grpSp>
          <p:nvGrpSpPr>
            <p:cNvPr id="11" name="Group 10">
              <a:extLst>
                <a:ext uri="{FF2B5EF4-FFF2-40B4-BE49-F238E27FC236}">
                  <a16:creationId xmlns:a16="http://schemas.microsoft.com/office/drawing/2014/main" id="{F3B1A997-CEEE-9910-2B48-2AFC6D28075B}"/>
                </a:ext>
              </a:extLst>
            </p:cNvPr>
            <p:cNvGrpSpPr/>
            <p:nvPr/>
          </p:nvGrpSpPr>
          <p:grpSpPr>
            <a:xfrm>
              <a:off x="2702167" y="1380669"/>
              <a:ext cx="6990864" cy="4395992"/>
              <a:chOff x="11220132" y="1046704"/>
              <a:chExt cx="6990864" cy="4395992"/>
            </a:xfrm>
          </p:grpSpPr>
          <p:pic>
            <p:nvPicPr>
              <p:cNvPr id="33" name="Picture 32" descr="A map of the world&#10;&#10;Description automatically generated">
                <a:extLst>
                  <a:ext uri="{FF2B5EF4-FFF2-40B4-BE49-F238E27FC236}">
                    <a16:creationId xmlns:a16="http://schemas.microsoft.com/office/drawing/2014/main" id="{41E3C5D5-4ECA-2989-EBE3-D8571C0525AA}"/>
                  </a:ext>
                </a:extLst>
              </p:cNvPr>
              <p:cNvPicPr>
                <a:picLocks noChangeAspect="1"/>
              </p:cNvPicPr>
              <p:nvPr/>
            </p:nvPicPr>
            <p:blipFill>
              <a:blip r:embed="rId3">
                <a:alphaModFix amt="25000"/>
                <a:extLst>
                  <a:ext uri="{28A0092B-C50C-407E-A947-70E740481C1C}">
                    <a14:useLocalDpi xmlns:a14="http://schemas.microsoft.com/office/drawing/2010/main" val="0"/>
                  </a:ext>
                </a:extLst>
              </a:blip>
              <a:stretch>
                <a:fillRect/>
              </a:stretch>
            </p:blipFill>
            <p:spPr>
              <a:xfrm>
                <a:off x="11220132" y="1046704"/>
                <a:ext cx="6990864" cy="4395992"/>
              </a:xfrm>
              <a:prstGeom prst="rect">
                <a:avLst/>
              </a:prstGeom>
            </p:spPr>
          </p:pic>
          <p:sp>
            <p:nvSpPr>
              <p:cNvPr id="34" name="TextBox 33">
                <a:extLst>
                  <a:ext uri="{FF2B5EF4-FFF2-40B4-BE49-F238E27FC236}">
                    <a16:creationId xmlns:a16="http://schemas.microsoft.com/office/drawing/2014/main" id="{C3534A3E-E56D-18E2-6CC6-4B87BD5B758C}"/>
                  </a:ext>
                </a:extLst>
              </p:cNvPr>
              <p:cNvSpPr txBox="1"/>
              <p:nvPr/>
            </p:nvSpPr>
            <p:spPr>
              <a:xfrm>
                <a:off x="13551167" y="4538570"/>
                <a:ext cx="1861484" cy="543867"/>
              </a:xfrm>
              <a:prstGeom prst="rect">
                <a:avLst/>
              </a:prstGeom>
              <a:noFill/>
            </p:spPr>
            <p:txBody>
              <a:bodyPr wrap="square">
                <a:spAutoFit/>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Campinas, </a:t>
                </a:r>
              </a:p>
              <a:p>
                <a:pPr marL="0" marR="0" lvl="0" indent="0" algn="l"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Brazil</a:t>
                </a:r>
              </a:p>
            </p:txBody>
          </p:sp>
          <p:sp>
            <p:nvSpPr>
              <p:cNvPr id="35" name="TextBox 34">
                <a:extLst>
                  <a:ext uri="{FF2B5EF4-FFF2-40B4-BE49-F238E27FC236}">
                    <a16:creationId xmlns:a16="http://schemas.microsoft.com/office/drawing/2014/main" id="{99E69CB2-0098-446A-F6D7-39E4780F7B4C}"/>
                  </a:ext>
                </a:extLst>
              </p:cNvPr>
              <p:cNvSpPr txBox="1"/>
              <p:nvPr/>
            </p:nvSpPr>
            <p:spPr>
              <a:xfrm>
                <a:off x="12691081" y="3312940"/>
                <a:ext cx="1399661" cy="543867"/>
              </a:xfrm>
              <a:prstGeom prst="rect">
                <a:avLst/>
              </a:prstGeom>
              <a:noFill/>
            </p:spPr>
            <p:txBody>
              <a:bodyPr wrap="square">
                <a:spAutoFit/>
              </a:bodyPr>
              <a:lstStyle/>
              <a:p>
                <a:pPr marL="0" marR="0" lvl="0" indent="0" algn="r"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err="1">
                    <a:ln>
                      <a:noFill/>
                    </a:ln>
                    <a:solidFill>
                      <a:srgbClr val="1B4198"/>
                    </a:solidFill>
                    <a:effectLst/>
                    <a:uLnTx/>
                    <a:uFillTx/>
                    <a:latin typeface="Montserrat"/>
                    <a:ea typeface="+mn-ea"/>
                    <a:cs typeface="+mn-cs"/>
                  </a:rPr>
                  <a:t>Xochimilco</a:t>
                </a:r>
                <a:r>
                  <a:rPr kumimoji="0" lang="en-US" sz="1467" b="1" i="0" u="none" strike="noStrike" kern="1200" cap="none" spc="0" normalizeH="0" baseline="0" noProof="0">
                    <a:ln>
                      <a:noFill/>
                    </a:ln>
                    <a:solidFill>
                      <a:srgbClr val="1B4198"/>
                    </a:solidFill>
                    <a:effectLst/>
                    <a:uLnTx/>
                    <a:uFillTx/>
                    <a:latin typeface="Montserrat"/>
                    <a:ea typeface="+mn-ea"/>
                    <a:cs typeface="+mn-cs"/>
                  </a:rPr>
                  <a:t>, </a:t>
                </a:r>
              </a:p>
              <a:p>
                <a:pPr marL="0" marR="0" lvl="0" indent="0" algn="r"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Mexico</a:t>
                </a:r>
              </a:p>
            </p:txBody>
          </p:sp>
          <p:sp>
            <p:nvSpPr>
              <p:cNvPr id="36" name="TextBox 35">
                <a:extLst>
                  <a:ext uri="{FF2B5EF4-FFF2-40B4-BE49-F238E27FC236}">
                    <a16:creationId xmlns:a16="http://schemas.microsoft.com/office/drawing/2014/main" id="{B746FBB1-A56C-18EE-EF9A-A59CDEC6467E}"/>
                  </a:ext>
                </a:extLst>
              </p:cNvPr>
              <p:cNvSpPr txBox="1"/>
              <p:nvPr/>
            </p:nvSpPr>
            <p:spPr>
              <a:xfrm>
                <a:off x="15148510" y="4079762"/>
                <a:ext cx="1503712" cy="543867"/>
              </a:xfrm>
              <a:prstGeom prst="rect">
                <a:avLst/>
              </a:prstGeom>
              <a:noFill/>
            </p:spPr>
            <p:txBody>
              <a:bodyPr wrap="square">
                <a:spAutoFit/>
              </a:bodyPr>
              <a:lstStyle/>
              <a:p>
                <a:pPr marL="0" marR="0" lvl="0" indent="0" algn="r"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err="1">
                    <a:ln>
                      <a:noFill/>
                    </a:ln>
                    <a:solidFill>
                      <a:srgbClr val="1B4198"/>
                    </a:solidFill>
                    <a:effectLst/>
                    <a:uLnTx/>
                    <a:uFillTx/>
                    <a:latin typeface="Montserrat"/>
                    <a:ea typeface="+mn-ea"/>
                    <a:cs typeface="+mn-cs"/>
                  </a:rPr>
                  <a:t>Pandaan</a:t>
                </a:r>
                <a:r>
                  <a:rPr kumimoji="0" lang="en-US" sz="1467" b="1" i="0" u="none" strike="noStrike" kern="1200" cap="none" spc="0" normalizeH="0" baseline="0" noProof="0">
                    <a:ln>
                      <a:noFill/>
                    </a:ln>
                    <a:solidFill>
                      <a:srgbClr val="1B4198"/>
                    </a:solidFill>
                    <a:effectLst/>
                    <a:uLnTx/>
                    <a:uFillTx/>
                    <a:latin typeface="Montserrat"/>
                    <a:ea typeface="+mn-ea"/>
                    <a:cs typeface="+mn-cs"/>
                  </a:rPr>
                  <a:t>, Indonesia</a:t>
                </a:r>
              </a:p>
            </p:txBody>
          </p:sp>
          <p:sp>
            <p:nvSpPr>
              <p:cNvPr id="37" name="TextBox 36">
                <a:extLst>
                  <a:ext uri="{FF2B5EF4-FFF2-40B4-BE49-F238E27FC236}">
                    <a16:creationId xmlns:a16="http://schemas.microsoft.com/office/drawing/2014/main" id="{BB7D5701-E48D-ED05-BA0A-F00F139F0DBF}"/>
                  </a:ext>
                </a:extLst>
              </p:cNvPr>
              <p:cNvSpPr txBox="1"/>
              <p:nvPr/>
            </p:nvSpPr>
            <p:spPr>
              <a:xfrm>
                <a:off x="14314386" y="2682099"/>
                <a:ext cx="2377431" cy="318100"/>
              </a:xfrm>
              <a:prstGeom prst="rect">
                <a:avLst/>
              </a:prstGeom>
              <a:noFill/>
            </p:spPr>
            <p:txBody>
              <a:bodyPr wrap="square">
                <a:spAutoFit/>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Heist, Belgium</a:t>
                </a:r>
              </a:p>
            </p:txBody>
          </p:sp>
          <p:sp>
            <p:nvSpPr>
              <p:cNvPr id="38" name="TextBox 37">
                <a:extLst>
                  <a:ext uri="{FF2B5EF4-FFF2-40B4-BE49-F238E27FC236}">
                    <a16:creationId xmlns:a16="http://schemas.microsoft.com/office/drawing/2014/main" id="{804AF2FE-653D-C2C3-3B65-09FE8D7B1C90}"/>
                  </a:ext>
                </a:extLst>
              </p:cNvPr>
              <p:cNvSpPr txBox="1"/>
              <p:nvPr/>
            </p:nvSpPr>
            <p:spPr>
              <a:xfrm>
                <a:off x="14501148" y="2355332"/>
                <a:ext cx="2519961" cy="318100"/>
              </a:xfrm>
              <a:prstGeom prst="rect">
                <a:avLst/>
              </a:prstGeom>
              <a:noFill/>
            </p:spPr>
            <p:txBody>
              <a:bodyPr wrap="square">
                <a:spAutoFit/>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Oss, Netherlands</a:t>
                </a:r>
              </a:p>
            </p:txBody>
          </p:sp>
          <p:sp>
            <p:nvSpPr>
              <p:cNvPr id="39" name="TextBox 38">
                <a:extLst>
                  <a:ext uri="{FF2B5EF4-FFF2-40B4-BE49-F238E27FC236}">
                    <a16:creationId xmlns:a16="http://schemas.microsoft.com/office/drawing/2014/main" id="{2043ACB6-57BC-CE4C-BFED-22BC7AC1BD35}"/>
                  </a:ext>
                </a:extLst>
              </p:cNvPr>
              <p:cNvSpPr txBox="1"/>
              <p:nvPr/>
            </p:nvSpPr>
            <p:spPr>
              <a:xfrm>
                <a:off x="12622249" y="2380262"/>
                <a:ext cx="1861484" cy="318100"/>
              </a:xfrm>
              <a:prstGeom prst="rect">
                <a:avLst/>
              </a:prstGeom>
              <a:noFill/>
            </p:spPr>
            <p:txBody>
              <a:bodyPr wrap="square">
                <a:spAutoFit/>
              </a:bodyPr>
              <a:lstStyle/>
              <a:p>
                <a:pPr marL="0" marR="0" lvl="0" indent="0" algn="l" defTabSz="1219139" rtl="0" eaLnBrk="1" fontAlgn="auto" latinLnBrk="0" hangingPunct="1">
                  <a:lnSpc>
                    <a:spcPct val="100000"/>
                  </a:lnSpc>
                  <a:spcBef>
                    <a:spcPts val="0"/>
                  </a:spcBef>
                  <a:spcAft>
                    <a:spcPts val="0"/>
                  </a:spcAft>
                  <a:buClrTx/>
                  <a:buSzTx/>
                  <a:buFontTx/>
                  <a:buNone/>
                  <a:tabLst/>
                  <a:defRPr/>
                </a:pPr>
                <a:r>
                  <a:rPr kumimoji="0" lang="en-US" sz="1467" b="1" i="0" u="none" strike="noStrike" kern="1200" cap="none" spc="0" normalizeH="0" baseline="0" noProof="0">
                    <a:ln>
                      <a:noFill/>
                    </a:ln>
                    <a:solidFill>
                      <a:srgbClr val="1B4198"/>
                    </a:solidFill>
                    <a:effectLst/>
                    <a:uLnTx/>
                    <a:uFillTx/>
                    <a:latin typeface="Montserrat"/>
                    <a:ea typeface="+mn-ea"/>
                    <a:cs typeface="+mn-cs"/>
                  </a:rPr>
                  <a:t>Cramlington, UK</a:t>
                </a:r>
              </a:p>
            </p:txBody>
          </p:sp>
        </p:grpSp>
        <p:grpSp>
          <p:nvGrpSpPr>
            <p:cNvPr id="12" name="Group 11">
              <a:extLst>
                <a:ext uri="{FF2B5EF4-FFF2-40B4-BE49-F238E27FC236}">
                  <a16:creationId xmlns:a16="http://schemas.microsoft.com/office/drawing/2014/main" id="{A19FAB40-7D43-B092-CB43-438C2306BD82}"/>
                </a:ext>
              </a:extLst>
            </p:cNvPr>
            <p:cNvGrpSpPr/>
            <p:nvPr/>
          </p:nvGrpSpPr>
          <p:grpSpPr>
            <a:xfrm>
              <a:off x="5851519" y="2684291"/>
              <a:ext cx="297444" cy="378977"/>
              <a:chOff x="-4228808" y="2580885"/>
              <a:chExt cx="297444" cy="378977"/>
            </a:xfrm>
          </p:grpSpPr>
          <p:sp>
            <p:nvSpPr>
              <p:cNvPr id="30" name="Freeform 36">
                <a:extLst>
                  <a:ext uri="{FF2B5EF4-FFF2-40B4-BE49-F238E27FC236}">
                    <a16:creationId xmlns:a16="http://schemas.microsoft.com/office/drawing/2014/main" id="{D46DE31C-F89D-4026-8A5A-4A401E1720A6}"/>
                  </a:ext>
                </a:extLst>
              </p:cNvPr>
              <p:cNvSpPr>
                <a:spLocks/>
              </p:cNvSpPr>
              <p:nvPr/>
            </p:nvSpPr>
            <p:spPr bwMode="auto">
              <a:xfrm>
                <a:off x="-4004056" y="2819719"/>
                <a:ext cx="72692" cy="98099"/>
              </a:xfrm>
              <a:custGeom>
                <a:avLst/>
                <a:gdLst>
                  <a:gd name="T0" fmla="*/ 8 w 104"/>
                  <a:gd name="T1" fmla="*/ 14 h 111"/>
                  <a:gd name="T2" fmla="*/ 8 w 104"/>
                  <a:gd name="T3" fmla="*/ 14 h 111"/>
                  <a:gd name="T4" fmla="*/ 8 w 104"/>
                  <a:gd name="T5" fmla="*/ 8 h 111"/>
                  <a:gd name="T6" fmla="*/ 10 w 104"/>
                  <a:gd name="T7" fmla="*/ 6 h 111"/>
                  <a:gd name="T8" fmla="*/ 12 w 104"/>
                  <a:gd name="T9" fmla="*/ 0 h 111"/>
                  <a:gd name="T10" fmla="*/ 6 w 104"/>
                  <a:gd name="T11" fmla="*/ 2 h 111"/>
                  <a:gd name="T12" fmla="*/ 8 w 104"/>
                  <a:gd name="T13" fmla="*/ 6 h 111"/>
                  <a:gd name="T14" fmla="*/ 6 w 104"/>
                  <a:gd name="T15" fmla="*/ 6 h 111"/>
                  <a:gd name="T16" fmla="*/ 6 w 104"/>
                  <a:gd name="T17" fmla="*/ 4 h 111"/>
                  <a:gd name="T18" fmla="*/ 4 w 104"/>
                  <a:gd name="T19" fmla="*/ 4 h 111"/>
                  <a:gd name="T20" fmla="*/ 0 w 104"/>
                  <a:gd name="T21" fmla="*/ 12 h 111"/>
                  <a:gd name="T22" fmla="*/ 6 w 104"/>
                  <a:gd name="T23" fmla="*/ 12 h 111"/>
                  <a:gd name="T24" fmla="*/ 8 w 104"/>
                  <a:gd name="T25" fmla="*/ 14 h 11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111"/>
                  <a:gd name="T41" fmla="*/ 104 w 104"/>
                  <a:gd name="T42" fmla="*/ 111 h 11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111">
                    <a:moveTo>
                      <a:pt x="69" y="111"/>
                    </a:moveTo>
                    <a:lnTo>
                      <a:pt x="69" y="111"/>
                    </a:lnTo>
                    <a:lnTo>
                      <a:pt x="69" y="63"/>
                    </a:lnTo>
                    <a:lnTo>
                      <a:pt x="87" y="48"/>
                    </a:lnTo>
                    <a:lnTo>
                      <a:pt x="104" y="0"/>
                    </a:lnTo>
                    <a:lnTo>
                      <a:pt x="52" y="15"/>
                    </a:lnTo>
                    <a:lnTo>
                      <a:pt x="69" y="48"/>
                    </a:lnTo>
                    <a:lnTo>
                      <a:pt x="52" y="48"/>
                    </a:lnTo>
                    <a:lnTo>
                      <a:pt x="52" y="32"/>
                    </a:lnTo>
                    <a:lnTo>
                      <a:pt x="35" y="32"/>
                    </a:lnTo>
                    <a:lnTo>
                      <a:pt x="0" y="96"/>
                    </a:lnTo>
                    <a:lnTo>
                      <a:pt x="52" y="96"/>
                    </a:lnTo>
                    <a:lnTo>
                      <a:pt x="69" y="111"/>
                    </a:lnTo>
                    <a:close/>
                  </a:path>
                </a:pathLst>
              </a:custGeom>
              <a:solidFill>
                <a:srgbClr val="009DDC"/>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97536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sp>
            <p:nvSpPr>
              <p:cNvPr id="31" name="Freeform 37">
                <a:extLst>
                  <a:ext uri="{FF2B5EF4-FFF2-40B4-BE49-F238E27FC236}">
                    <a16:creationId xmlns:a16="http://schemas.microsoft.com/office/drawing/2014/main" id="{669DB8BA-2BCA-4A8B-E8E5-04FE93874A3C}"/>
                  </a:ext>
                </a:extLst>
              </p:cNvPr>
              <p:cNvSpPr>
                <a:spLocks/>
              </p:cNvSpPr>
              <p:nvPr/>
            </p:nvSpPr>
            <p:spPr bwMode="auto">
              <a:xfrm>
                <a:off x="-4018309" y="2903804"/>
                <a:ext cx="62714" cy="56058"/>
              </a:xfrm>
              <a:custGeom>
                <a:avLst/>
                <a:gdLst>
                  <a:gd name="T0" fmla="*/ 9 w 88"/>
                  <a:gd name="T1" fmla="*/ 8 h 63"/>
                  <a:gd name="T2" fmla="*/ 9 w 88"/>
                  <a:gd name="T3" fmla="*/ 8 h 63"/>
                  <a:gd name="T4" fmla="*/ 6 w 88"/>
                  <a:gd name="T5" fmla="*/ 8 h 63"/>
                  <a:gd name="T6" fmla="*/ 6 w 88"/>
                  <a:gd name="T7" fmla="*/ 6 h 63"/>
                  <a:gd name="T8" fmla="*/ 5 w 88"/>
                  <a:gd name="T9" fmla="*/ 6 h 63"/>
                  <a:gd name="T10" fmla="*/ 5 w 88"/>
                  <a:gd name="T11" fmla="*/ 4 h 63"/>
                  <a:gd name="T12" fmla="*/ 0 w 88"/>
                  <a:gd name="T13" fmla="*/ 2 h 63"/>
                  <a:gd name="T14" fmla="*/ 0 w 88"/>
                  <a:gd name="T15" fmla="*/ 0 h 63"/>
                  <a:gd name="T16" fmla="*/ 3 w 88"/>
                  <a:gd name="T17" fmla="*/ 0 h 63"/>
                  <a:gd name="T18" fmla="*/ 9 w 88"/>
                  <a:gd name="T19" fmla="*/ 0 h 63"/>
                  <a:gd name="T20" fmla="*/ 11 w 88"/>
                  <a:gd name="T21" fmla="*/ 2 h 63"/>
                  <a:gd name="T22" fmla="*/ 11 w 88"/>
                  <a:gd name="T23" fmla="*/ 6 h 63"/>
                  <a:gd name="T24" fmla="*/ 9 w 88"/>
                  <a:gd name="T25" fmla="*/ 6 h 63"/>
                  <a:gd name="T26" fmla="*/ 9 w 88"/>
                  <a:gd name="T27" fmla="*/ 8 h 6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88"/>
                  <a:gd name="T43" fmla="*/ 0 h 63"/>
                  <a:gd name="T44" fmla="*/ 88 w 88"/>
                  <a:gd name="T45" fmla="*/ 63 h 6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88" h="63">
                    <a:moveTo>
                      <a:pt x="71" y="63"/>
                    </a:moveTo>
                    <a:lnTo>
                      <a:pt x="71" y="63"/>
                    </a:lnTo>
                    <a:lnTo>
                      <a:pt x="54" y="63"/>
                    </a:lnTo>
                    <a:lnTo>
                      <a:pt x="54" y="48"/>
                    </a:lnTo>
                    <a:lnTo>
                      <a:pt x="36" y="48"/>
                    </a:lnTo>
                    <a:lnTo>
                      <a:pt x="36" y="32"/>
                    </a:lnTo>
                    <a:lnTo>
                      <a:pt x="0" y="15"/>
                    </a:lnTo>
                    <a:lnTo>
                      <a:pt x="0" y="0"/>
                    </a:lnTo>
                    <a:lnTo>
                      <a:pt x="19" y="0"/>
                    </a:lnTo>
                    <a:lnTo>
                      <a:pt x="71" y="0"/>
                    </a:lnTo>
                    <a:lnTo>
                      <a:pt x="88" y="15"/>
                    </a:lnTo>
                    <a:lnTo>
                      <a:pt x="88" y="48"/>
                    </a:lnTo>
                    <a:lnTo>
                      <a:pt x="71" y="48"/>
                    </a:lnTo>
                    <a:lnTo>
                      <a:pt x="71" y="63"/>
                    </a:lnTo>
                    <a:close/>
                  </a:path>
                </a:pathLst>
              </a:custGeom>
              <a:solidFill>
                <a:srgbClr val="E20177"/>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97536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B050"/>
                  </a:solidFill>
                  <a:effectLst/>
                  <a:uLnTx/>
                  <a:uFillTx/>
                  <a:latin typeface="Montserrat"/>
                  <a:ea typeface="+mn-ea"/>
                  <a:cs typeface="+mn-cs"/>
                </a:endParaRPr>
              </a:p>
            </p:txBody>
          </p:sp>
          <p:sp>
            <p:nvSpPr>
              <p:cNvPr id="32" name="Freeform 172">
                <a:extLst>
                  <a:ext uri="{FF2B5EF4-FFF2-40B4-BE49-F238E27FC236}">
                    <a16:creationId xmlns:a16="http://schemas.microsoft.com/office/drawing/2014/main" id="{672B8CA5-B0BF-E56A-9F84-95AAA12E7A6F}"/>
                  </a:ext>
                </a:extLst>
              </p:cNvPr>
              <p:cNvSpPr>
                <a:spLocks/>
              </p:cNvSpPr>
              <p:nvPr/>
            </p:nvSpPr>
            <p:spPr bwMode="auto">
              <a:xfrm>
                <a:off x="-4228808" y="2580885"/>
                <a:ext cx="161061" cy="322323"/>
              </a:xfrm>
              <a:custGeom>
                <a:avLst/>
                <a:gdLst>
                  <a:gd name="T0" fmla="*/ 5 w 224"/>
                  <a:gd name="T1" fmla="*/ 46 h 369"/>
                  <a:gd name="T2" fmla="*/ 5 w 224"/>
                  <a:gd name="T3" fmla="*/ 46 h 369"/>
                  <a:gd name="T4" fmla="*/ 7 w 224"/>
                  <a:gd name="T5" fmla="*/ 44 h 369"/>
                  <a:gd name="T6" fmla="*/ 11 w 224"/>
                  <a:gd name="T7" fmla="*/ 46 h 369"/>
                  <a:gd name="T8" fmla="*/ 11 w 224"/>
                  <a:gd name="T9" fmla="*/ 44 h 369"/>
                  <a:gd name="T10" fmla="*/ 13 w 224"/>
                  <a:gd name="T11" fmla="*/ 42 h 369"/>
                  <a:gd name="T12" fmla="*/ 16 w 224"/>
                  <a:gd name="T13" fmla="*/ 44 h 369"/>
                  <a:gd name="T14" fmla="*/ 18 w 224"/>
                  <a:gd name="T15" fmla="*/ 42 h 369"/>
                  <a:gd name="T16" fmla="*/ 26 w 224"/>
                  <a:gd name="T17" fmla="*/ 42 h 369"/>
                  <a:gd name="T18" fmla="*/ 29 w 224"/>
                  <a:gd name="T19" fmla="*/ 40 h 369"/>
                  <a:gd name="T20" fmla="*/ 24 w 224"/>
                  <a:gd name="T21" fmla="*/ 40 h 369"/>
                  <a:gd name="T22" fmla="*/ 29 w 224"/>
                  <a:gd name="T23" fmla="*/ 34 h 369"/>
                  <a:gd name="T24" fmla="*/ 26 w 224"/>
                  <a:gd name="T25" fmla="*/ 32 h 369"/>
                  <a:gd name="T26" fmla="*/ 24 w 224"/>
                  <a:gd name="T27" fmla="*/ 32 h 369"/>
                  <a:gd name="T28" fmla="*/ 22 w 224"/>
                  <a:gd name="T29" fmla="*/ 32 h 369"/>
                  <a:gd name="T30" fmla="*/ 24 w 224"/>
                  <a:gd name="T31" fmla="*/ 30 h 369"/>
                  <a:gd name="T32" fmla="*/ 24 w 224"/>
                  <a:gd name="T33" fmla="*/ 28 h 369"/>
                  <a:gd name="T34" fmla="*/ 22 w 224"/>
                  <a:gd name="T35" fmla="*/ 24 h 369"/>
                  <a:gd name="T36" fmla="*/ 20 w 224"/>
                  <a:gd name="T37" fmla="*/ 22 h 369"/>
                  <a:gd name="T38" fmla="*/ 16 w 224"/>
                  <a:gd name="T39" fmla="*/ 16 h 369"/>
                  <a:gd name="T40" fmla="*/ 11 w 224"/>
                  <a:gd name="T41" fmla="*/ 14 h 369"/>
                  <a:gd name="T42" fmla="*/ 18 w 224"/>
                  <a:gd name="T43" fmla="*/ 6 h 369"/>
                  <a:gd name="T44" fmla="*/ 16 w 224"/>
                  <a:gd name="T45" fmla="*/ 4 h 369"/>
                  <a:gd name="T46" fmla="*/ 9 w 224"/>
                  <a:gd name="T47" fmla="*/ 6 h 369"/>
                  <a:gd name="T48" fmla="*/ 9 w 224"/>
                  <a:gd name="T49" fmla="*/ 2 h 369"/>
                  <a:gd name="T50" fmla="*/ 13 w 224"/>
                  <a:gd name="T51" fmla="*/ 0 h 369"/>
                  <a:gd name="T52" fmla="*/ 11 w 224"/>
                  <a:gd name="T53" fmla="*/ 0 h 369"/>
                  <a:gd name="T54" fmla="*/ 7 w 224"/>
                  <a:gd name="T55" fmla="*/ 0 h 369"/>
                  <a:gd name="T56" fmla="*/ 3 w 224"/>
                  <a:gd name="T57" fmla="*/ 6 h 369"/>
                  <a:gd name="T58" fmla="*/ 0 w 224"/>
                  <a:gd name="T59" fmla="*/ 6 h 369"/>
                  <a:gd name="T60" fmla="*/ 3 w 224"/>
                  <a:gd name="T61" fmla="*/ 8 h 369"/>
                  <a:gd name="T62" fmla="*/ 5 w 224"/>
                  <a:gd name="T63" fmla="*/ 8 h 369"/>
                  <a:gd name="T64" fmla="*/ 3 w 224"/>
                  <a:gd name="T65" fmla="*/ 12 h 369"/>
                  <a:gd name="T66" fmla="*/ 5 w 224"/>
                  <a:gd name="T67" fmla="*/ 12 h 369"/>
                  <a:gd name="T68" fmla="*/ 5 w 224"/>
                  <a:gd name="T69" fmla="*/ 14 h 369"/>
                  <a:gd name="T70" fmla="*/ 3 w 224"/>
                  <a:gd name="T71" fmla="*/ 16 h 369"/>
                  <a:gd name="T72" fmla="*/ 5 w 224"/>
                  <a:gd name="T73" fmla="*/ 16 h 369"/>
                  <a:gd name="T74" fmla="*/ 5 w 224"/>
                  <a:gd name="T75" fmla="*/ 18 h 369"/>
                  <a:gd name="T76" fmla="*/ 5 w 224"/>
                  <a:gd name="T77" fmla="*/ 16 h 369"/>
                  <a:gd name="T78" fmla="*/ 7 w 224"/>
                  <a:gd name="T79" fmla="*/ 18 h 369"/>
                  <a:gd name="T80" fmla="*/ 5 w 224"/>
                  <a:gd name="T81" fmla="*/ 20 h 369"/>
                  <a:gd name="T82" fmla="*/ 7 w 224"/>
                  <a:gd name="T83" fmla="*/ 22 h 369"/>
                  <a:gd name="T84" fmla="*/ 11 w 224"/>
                  <a:gd name="T85" fmla="*/ 20 h 369"/>
                  <a:gd name="T86" fmla="*/ 11 w 224"/>
                  <a:gd name="T87" fmla="*/ 22 h 369"/>
                  <a:gd name="T88" fmla="*/ 11 w 224"/>
                  <a:gd name="T89" fmla="*/ 24 h 369"/>
                  <a:gd name="T90" fmla="*/ 13 w 224"/>
                  <a:gd name="T91" fmla="*/ 24 h 369"/>
                  <a:gd name="T92" fmla="*/ 13 w 224"/>
                  <a:gd name="T93" fmla="*/ 28 h 369"/>
                  <a:gd name="T94" fmla="*/ 7 w 224"/>
                  <a:gd name="T95" fmla="*/ 28 h 369"/>
                  <a:gd name="T96" fmla="*/ 9 w 224"/>
                  <a:gd name="T97" fmla="*/ 30 h 369"/>
                  <a:gd name="T98" fmla="*/ 7 w 224"/>
                  <a:gd name="T99" fmla="*/ 32 h 369"/>
                  <a:gd name="T100" fmla="*/ 9 w 224"/>
                  <a:gd name="T101" fmla="*/ 32 h 369"/>
                  <a:gd name="T102" fmla="*/ 9 w 224"/>
                  <a:gd name="T103" fmla="*/ 34 h 369"/>
                  <a:gd name="T104" fmla="*/ 5 w 224"/>
                  <a:gd name="T105" fmla="*/ 36 h 369"/>
                  <a:gd name="T106" fmla="*/ 7 w 224"/>
                  <a:gd name="T107" fmla="*/ 38 h 369"/>
                  <a:gd name="T108" fmla="*/ 9 w 224"/>
                  <a:gd name="T109" fmla="*/ 38 h 369"/>
                  <a:gd name="T110" fmla="*/ 11 w 224"/>
                  <a:gd name="T111" fmla="*/ 40 h 369"/>
                  <a:gd name="T112" fmla="*/ 13 w 224"/>
                  <a:gd name="T113" fmla="*/ 38 h 369"/>
                  <a:gd name="T114" fmla="*/ 13 w 224"/>
                  <a:gd name="T115" fmla="*/ 40 h 369"/>
                  <a:gd name="T116" fmla="*/ 9 w 224"/>
                  <a:gd name="T117" fmla="*/ 40 h 369"/>
                  <a:gd name="T118" fmla="*/ 5 w 224"/>
                  <a:gd name="T119" fmla="*/ 46 h 369"/>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24"/>
                  <a:gd name="T181" fmla="*/ 0 h 369"/>
                  <a:gd name="T182" fmla="*/ 224 w 224"/>
                  <a:gd name="T183" fmla="*/ 369 h 369"/>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24" h="369">
                    <a:moveTo>
                      <a:pt x="34" y="369"/>
                    </a:moveTo>
                    <a:lnTo>
                      <a:pt x="34" y="369"/>
                    </a:lnTo>
                    <a:lnTo>
                      <a:pt x="52" y="353"/>
                    </a:lnTo>
                    <a:lnTo>
                      <a:pt x="86" y="369"/>
                    </a:lnTo>
                    <a:lnTo>
                      <a:pt x="86" y="353"/>
                    </a:lnTo>
                    <a:lnTo>
                      <a:pt x="103" y="336"/>
                    </a:lnTo>
                    <a:lnTo>
                      <a:pt x="121" y="353"/>
                    </a:lnTo>
                    <a:lnTo>
                      <a:pt x="138" y="336"/>
                    </a:lnTo>
                    <a:lnTo>
                      <a:pt x="207" y="336"/>
                    </a:lnTo>
                    <a:lnTo>
                      <a:pt x="224" y="321"/>
                    </a:lnTo>
                    <a:lnTo>
                      <a:pt x="190" y="321"/>
                    </a:lnTo>
                    <a:lnTo>
                      <a:pt x="224" y="273"/>
                    </a:lnTo>
                    <a:lnTo>
                      <a:pt x="207" y="257"/>
                    </a:lnTo>
                    <a:lnTo>
                      <a:pt x="190" y="257"/>
                    </a:lnTo>
                    <a:lnTo>
                      <a:pt x="172" y="257"/>
                    </a:lnTo>
                    <a:lnTo>
                      <a:pt x="190" y="240"/>
                    </a:lnTo>
                    <a:lnTo>
                      <a:pt x="190" y="225"/>
                    </a:lnTo>
                    <a:lnTo>
                      <a:pt x="172" y="192"/>
                    </a:lnTo>
                    <a:lnTo>
                      <a:pt x="155" y="177"/>
                    </a:lnTo>
                    <a:lnTo>
                      <a:pt x="121" y="129"/>
                    </a:lnTo>
                    <a:lnTo>
                      <a:pt x="86" y="114"/>
                    </a:lnTo>
                    <a:lnTo>
                      <a:pt x="138" y="48"/>
                    </a:lnTo>
                    <a:lnTo>
                      <a:pt x="121" y="33"/>
                    </a:lnTo>
                    <a:lnTo>
                      <a:pt x="69" y="48"/>
                    </a:lnTo>
                    <a:lnTo>
                      <a:pt x="69" y="18"/>
                    </a:lnTo>
                    <a:lnTo>
                      <a:pt x="103" y="0"/>
                    </a:lnTo>
                    <a:lnTo>
                      <a:pt x="86" y="0"/>
                    </a:lnTo>
                    <a:lnTo>
                      <a:pt x="52" y="0"/>
                    </a:lnTo>
                    <a:lnTo>
                      <a:pt x="17" y="48"/>
                    </a:lnTo>
                    <a:lnTo>
                      <a:pt x="0" y="48"/>
                    </a:lnTo>
                    <a:lnTo>
                      <a:pt x="17" y="66"/>
                    </a:lnTo>
                    <a:lnTo>
                      <a:pt x="34" y="66"/>
                    </a:lnTo>
                    <a:lnTo>
                      <a:pt x="17" y="96"/>
                    </a:lnTo>
                    <a:lnTo>
                      <a:pt x="34" y="96"/>
                    </a:lnTo>
                    <a:lnTo>
                      <a:pt x="34" y="114"/>
                    </a:lnTo>
                    <a:lnTo>
                      <a:pt x="17" y="129"/>
                    </a:lnTo>
                    <a:lnTo>
                      <a:pt x="34" y="129"/>
                    </a:lnTo>
                    <a:lnTo>
                      <a:pt x="34" y="144"/>
                    </a:lnTo>
                    <a:lnTo>
                      <a:pt x="34" y="129"/>
                    </a:lnTo>
                    <a:lnTo>
                      <a:pt x="52" y="144"/>
                    </a:lnTo>
                    <a:lnTo>
                      <a:pt x="34" y="162"/>
                    </a:lnTo>
                    <a:lnTo>
                      <a:pt x="52" y="177"/>
                    </a:lnTo>
                    <a:lnTo>
                      <a:pt x="86" y="162"/>
                    </a:lnTo>
                    <a:lnTo>
                      <a:pt x="86" y="177"/>
                    </a:lnTo>
                    <a:lnTo>
                      <a:pt x="86" y="192"/>
                    </a:lnTo>
                    <a:lnTo>
                      <a:pt x="103" y="192"/>
                    </a:lnTo>
                    <a:lnTo>
                      <a:pt x="103" y="225"/>
                    </a:lnTo>
                    <a:lnTo>
                      <a:pt x="52" y="225"/>
                    </a:lnTo>
                    <a:lnTo>
                      <a:pt x="69" y="240"/>
                    </a:lnTo>
                    <a:lnTo>
                      <a:pt x="52" y="257"/>
                    </a:lnTo>
                    <a:lnTo>
                      <a:pt x="69" y="257"/>
                    </a:lnTo>
                    <a:lnTo>
                      <a:pt x="69" y="273"/>
                    </a:lnTo>
                    <a:lnTo>
                      <a:pt x="34" y="288"/>
                    </a:lnTo>
                    <a:lnTo>
                      <a:pt x="52" y="305"/>
                    </a:lnTo>
                    <a:lnTo>
                      <a:pt x="69" y="305"/>
                    </a:lnTo>
                    <a:lnTo>
                      <a:pt x="86" y="321"/>
                    </a:lnTo>
                    <a:lnTo>
                      <a:pt x="103" y="305"/>
                    </a:lnTo>
                    <a:lnTo>
                      <a:pt x="103" y="321"/>
                    </a:lnTo>
                    <a:lnTo>
                      <a:pt x="69" y="321"/>
                    </a:lnTo>
                    <a:lnTo>
                      <a:pt x="34" y="369"/>
                    </a:lnTo>
                    <a:close/>
                  </a:path>
                </a:pathLst>
              </a:custGeom>
              <a:solidFill>
                <a:srgbClr val="54B948"/>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97536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grpSp>
        <p:grpSp>
          <p:nvGrpSpPr>
            <p:cNvPr id="13" name="Group 12">
              <a:extLst>
                <a:ext uri="{FF2B5EF4-FFF2-40B4-BE49-F238E27FC236}">
                  <a16:creationId xmlns:a16="http://schemas.microsoft.com/office/drawing/2014/main" id="{24A7C384-FA44-2320-0DAE-F5438CC82C07}"/>
                </a:ext>
              </a:extLst>
            </p:cNvPr>
            <p:cNvGrpSpPr/>
            <p:nvPr/>
          </p:nvGrpSpPr>
          <p:grpSpPr>
            <a:xfrm>
              <a:off x="7843332" y="4168116"/>
              <a:ext cx="889400" cy="322324"/>
              <a:chOff x="-2213858" y="4094997"/>
              <a:chExt cx="889400" cy="322324"/>
            </a:xfrm>
          </p:grpSpPr>
          <p:sp>
            <p:nvSpPr>
              <p:cNvPr id="25" name="Freeform 3677">
                <a:extLst>
                  <a:ext uri="{FF2B5EF4-FFF2-40B4-BE49-F238E27FC236}">
                    <a16:creationId xmlns:a16="http://schemas.microsoft.com/office/drawing/2014/main" id="{CF621242-C8AF-1DA3-F2D6-5C8BC0DB2B4E}"/>
                  </a:ext>
                </a:extLst>
              </p:cNvPr>
              <p:cNvSpPr>
                <a:spLocks/>
              </p:cNvSpPr>
              <p:nvPr/>
            </p:nvSpPr>
            <p:spPr bwMode="auto">
              <a:xfrm>
                <a:off x="-1954450" y="4123026"/>
                <a:ext cx="199544" cy="182183"/>
              </a:xfrm>
              <a:custGeom>
                <a:avLst/>
                <a:gdLst>
                  <a:gd name="T0" fmla="*/ 3 w 278"/>
                  <a:gd name="T1" fmla="*/ 8 h 207"/>
                  <a:gd name="T2" fmla="*/ 3 w 278"/>
                  <a:gd name="T3" fmla="*/ 8 h 207"/>
                  <a:gd name="T4" fmla="*/ 7 w 278"/>
                  <a:gd name="T5" fmla="*/ 11 h 207"/>
                  <a:gd name="T6" fmla="*/ 11 w 278"/>
                  <a:gd name="T7" fmla="*/ 11 h 207"/>
                  <a:gd name="T8" fmla="*/ 13 w 278"/>
                  <a:gd name="T9" fmla="*/ 8 h 207"/>
                  <a:gd name="T10" fmla="*/ 18 w 278"/>
                  <a:gd name="T11" fmla="*/ 11 h 207"/>
                  <a:gd name="T12" fmla="*/ 20 w 278"/>
                  <a:gd name="T13" fmla="*/ 8 h 207"/>
                  <a:gd name="T14" fmla="*/ 26 w 278"/>
                  <a:gd name="T15" fmla="*/ 0 h 207"/>
                  <a:gd name="T16" fmla="*/ 33 w 278"/>
                  <a:gd name="T17" fmla="*/ 0 h 207"/>
                  <a:gd name="T18" fmla="*/ 31 w 278"/>
                  <a:gd name="T19" fmla="*/ 5 h 207"/>
                  <a:gd name="T20" fmla="*/ 33 w 278"/>
                  <a:gd name="T21" fmla="*/ 6 h 207"/>
                  <a:gd name="T22" fmla="*/ 31 w 278"/>
                  <a:gd name="T23" fmla="*/ 8 h 207"/>
                  <a:gd name="T24" fmla="*/ 36 w 278"/>
                  <a:gd name="T25" fmla="*/ 11 h 207"/>
                  <a:gd name="T26" fmla="*/ 33 w 278"/>
                  <a:gd name="T27" fmla="*/ 12 h 207"/>
                  <a:gd name="T28" fmla="*/ 29 w 278"/>
                  <a:gd name="T29" fmla="*/ 17 h 207"/>
                  <a:gd name="T30" fmla="*/ 26 w 278"/>
                  <a:gd name="T31" fmla="*/ 20 h 207"/>
                  <a:gd name="T32" fmla="*/ 29 w 278"/>
                  <a:gd name="T33" fmla="*/ 20 h 207"/>
                  <a:gd name="T34" fmla="*/ 26 w 278"/>
                  <a:gd name="T35" fmla="*/ 24 h 207"/>
                  <a:gd name="T36" fmla="*/ 22 w 278"/>
                  <a:gd name="T37" fmla="*/ 26 h 207"/>
                  <a:gd name="T38" fmla="*/ 20 w 278"/>
                  <a:gd name="T39" fmla="*/ 24 h 207"/>
                  <a:gd name="T40" fmla="*/ 16 w 278"/>
                  <a:gd name="T41" fmla="*/ 24 h 207"/>
                  <a:gd name="T42" fmla="*/ 11 w 278"/>
                  <a:gd name="T43" fmla="*/ 24 h 207"/>
                  <a:gd name="T44" fmla="*/ 11 w 278"/>
                  <a:gd name="T45" fmla="*/ 22 h 207"/>
                  <a:gd name="T46" fmla="*/ 7 w 278"/>
                  <a:gd name="T47" fmla="*/ 22 h 207"/>
                  <a:gd name="T48" fmla="*/ 5 w 278"/>
                  <a:gd name="T49" fmla="*/ 18 h 207"/>
                  <a:gd name="T50" fmla="*/ 3 w 278"/>
                  <a:gd name="T51" fmla="*/ 14 h 207"/>
                  <a:gd name="T52" fmla="*/ 0 w 278"/>
                  <a:gd name="T53" fmla="*/ 11 h 207"/>
                  <a:gd name="T54" fmla="*/ 3 w 278"/>
                  <a:gd name="T55" fmla="*/ 8 h 207"/>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78"/>
                  <a:gd name="T85" fmla="*/ 0 h 207"/>
                  <a:gd name="T86" fmla="*/ 278 w 278"/>
                  <a:gd name="T87" fmla="*/ 207 h 20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78" h="207">
                    <a:moveTo>
                      <a:pt x="17" y="63"/>
                    </a:moveTo>
                    <a:lnTo>
                      <a:pt x="17" y="63"/>
                    </a:lnTo>
                    <a:lnTo>
                      <a:pt x="52" y="81"/>
                    </a:lnTo>
                    <a:lnTo>
                      <a:pt x="86" y="81"/>
                    </a:lnTo>
                    <a:lnTo>
                      <a:pt x="104" y="63"/>
                    </a:lnTo>
                    <a:lnTo>
                      <a:pt x="138" y="81"/>
                    </a:lnTo>
                    <a:lnTo>
                      <a:pt x="155" y="63"/>
                    </a:lnTo>
                    <a:lnTo>
                      <a:pt x="207" y="0"/>
                    </a:lnTo>
                    <a:lnTo>
                      <a:pt x="261" y="0"/>
                    </a:lnTo>
                    <a:lnTo>
                      <a:pt x="244" y="33"/>
                    </a:lnTo>
                    <a:lnTo>
                      <a:pt x="261" y="48"/>
                    </a:lnTo>
                    <a:lnTo>
                      <a:pt x="244" y="63"/>
                    </a:lnTo>
                    <a:lnTo>
                      <a:pt x="278" y="81"/>
                    </a:lnTo>
                    <a:lnTo>
                      <a:pt x="261" y="96"/>
                    </a:lnTo>
                    <a:lnTo>
                      <a:pt x="224" y="129"/>
                    </a:lnTo>
                    <a:lnTo>
                      <a:pt x="207" y="159"/>
                    </a:lnTo>
                    <a:lnTo>
                      <a:pt x="224" y="159"/>
                    </a:lnTo>
                    <a:lnTo>
                      <a:pt x="207" y="192"/>
                    </a:lnTo>
                    <a:lnTo>
                      <a:pt x="173" y="207"/>
                    </a:lnTo>
                    <a:lnTo>
                      <a:pt x="155" y="192"/>
                    </a:lnTo>
                    <a:lnTo>
                      <a:pt x="121" y="192"/>
                    </a:lnTo>
                    <a:lnTo>
                      <a:pt x="86" y="192"/>
                    </a:lnTo>
                    <a:lnTo>
                      <a:pt x="86" y="176"/>
                    </a:lnTo>
                    <a:lnTo>
                      <a:pt x="52" y="176"/>
                    </a:lnTo>
                    <a:lnTo>
                      <a:pt x="34" y="144"/>
                    </a:lnTo>
                    <a:lnTo>
                      <a:pt x="17" y="111"/>
                    </a:lnTo>
                    <a:lnTo>
                      <a:pt x="0" y="81"/>
                    </a:lnTo>
                    <a:lnTo>
                      <a:pt x="17" y="63"/>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42672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sp>
            <p:nvSpPr>
              <p:cNvPr id="26" name="Freeform 3678">
                <a:extLst>
                  <a:ext uri="{FF2B5EF4-FFF2-40B4-BE49-F238E27FC236}">
                    <a16:creationId xmlns:a16="http://schemas.microsoft.com/office/drawing/2014/main" id="{487A199A-92CA-5614-22AF-B951EBA4F12B}"/>
                  </a:ext>
                </a:extLst>
              </p:cNvPr>
              <p:cNvSpPr>
                <a:spLocks/>
              </p:cNvSpPr>
              <p:nvPr/>
            </p:nvSpPr>
            <p:spPr bwMode="auto">
              <a:xfrm>
                <a:off x="-1519727" y="4221124"/>
                <a:ext cx="195269" cy="196197"/>
              </a:xfrm>
              <a:custGeom>
                <a:avLst/>
                <a:gdLst>
                  <a:gd name="T0" fmla="*/ 34 w 275"/>
                  <a:gd name="T1" fmla="*/ 8 h 225"/>
                  <a:gd name="T2" fmla="*/ 34 w 275"/>
                  <a:gd name="T3" fmla="*/ 8 h 225"/>
                  <a:gd name="T4" fmla="*/ 34 w 275"/>
                  <a:gd name="T5" fmla="*/ 16 h 225"/>
                  <a:gd name="T6" fmla="*/ 34 w 275"/>
                  <a:gd name="T7" fmla="*/ 28 h 225"/>
                  <a:gd name="T8" fmla="*/ 30 w 275"/>
                  <a:gd name="T9" fmla="*/ 24 h 225"/>
                  <a:gd name="T10" fmla="*/ 23 w 275"/>
                  <a:gd name="T11" fmla="*/ 26 h 225"/>
                  <a:gd name="T12" fmla="*/ 25 w 275"/>
                  <a:gd name="T13" fmla="*/ 22 h 225"/>
                  <a:gd name="T14" fmla="*/ 23 w 275"/>
                  <a:gd name="T15" fmla="*/ 18 h 225"/>
                  <a:gd name="T16" fmla="*/ 8 w 275"/>
                  <a:gd name="T17" fmla="*/ 10 h 225"/>
                  <a:gd name="T18" fmla="*/ 6 w 275"/>
                  <a:gd name="T19" fmla="*/ 12 h 225"/>
                  <a:gd name="T20" fmla="*/ 6 w 275"/>
                  <a:gd name="T21" fmla="*/ 10 h 225"/>
                  <a:gd name="T22" fmla="*/ 4 w 275"/>
                  <a:gd name="T23" fmla="*/ 8 h 225"/>
                  <a:gd name="T24" fmla="*/ 8 w 275"/>
                  <a:gd name="T25" fmla="*/ 8 h 225"/>
                  <a:gd name="T26" fmla="*/ 10 w 275"/>
                  <a:gd name="T27" fmla="*/ 6 h 225"/>
                  <a:gd name="T28" fmla="*/ 4 w 275"/>
                  <a:gd name="T29" fmla="*/ 6 h 225"/>
                  <a:gd name="T30" fmla="*/ 2 w 275"/>
                  <a:gd name="T31" fmla="*/ 4 h 225"/>
                  <a:gd name="T32" fmla="*/ 0 w 275"/>
                  <a:gd name="T33" fmla="*/ 4 h 225"/>
                  <a:gd name="T34" fmla="*/ 4 w 275"/>
                  <a:gd name="T35" fmla="*/ 0 h 225"/>
                  <a:gd name="T36" fmla="*/ 6 w 275"/>
                  <a:gd name="T37" fmla="*/ 0 h 225"/>
                  <a:gd name="T38" fmla="*/ 10 w 275"/>
                  <a:gd name="T39" fmla="*/ 2 h 225"/>
                  <a:gd name="T40" fmla="*/ 10 w 275"/>
                  <a:gd name="T41" fmla="*/ 6 h 225"/>
                  <a:gd name="T42" fmla="*/ 14 w 275"/>
                  <a:gd name="T43" fmla="*/ 10 h 225"/>
                  <a:gd name="T44" fmla="*/ 19 w 275"/>
                  <a:gd name="T45" fmla="*/ 6 h 225"/>
                  <a:gd name="T46" fmla="*/ 23 w 275"/>
                  <a:gd name="T47" fmla="*/ 4 h 225"/>
                  <a:gd name="T48" fmla="*/ 34 w 275"/>
                  <a:gd name="T49" fmla="*/ 8 h 22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275"/>
                  <a:gd name="T76" fmla="*/ 0 h 225"/>
                  <a:gd name="T77" fmla="*/ 275 w 275"/>
                  <a:gd name="T78" fmla="*/ 225 h 22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275" h="225">
                    <a:moveTo>
                      <a:pt x="275" y="65"/>
                    </a:moveTo>
                    <a:lnTo>
                      <a:pt x="275" y="65"/>
                    </a:lnTo>
                    <a:lnTo>
                      <a:pt x="275" y="129"/>
                    </a:lnTo>
                    <a:lnTo>
                      <a:pt x="275" y="225"/>
                    </a:lnTo>
                    <a:lnTo>
                      <a:pt x="240" y="192"/>
                    </a:lnTo>
                    <a:lnTo>
                      <a:pt x="189" y="209"/>
                    </a:lnTo>
                    <a:lnTo>
                      <a:pt x="206" y="177"/>
                    </a:lnTo>
                    <a:lnTo>
                      <a:pt x="189" y="144"/>
                    </a:lnTo>
                    <a:lnTo>
                      <a:pt x="68" y="81"/>
                    </a:lnTo>
                    <a:lnTo>
                      <a:pt x="52" y="96"/>
                    </a:lnTo>
                    <a:lnTo>
                      <a:pt x="52" y="81"/>
                    </a:lnTo>
                    <a:lnTo>
                      <a:pt x="35" y="65"/>
                    </a:lnTo>
                    <a:lnTo>
                      <a:pt x="68" y="65"/>
                    </a:lnTo>
                    <a:lnTo>
                      <a:pt x="85" y="48"/>
                    </a:lnTo>
                    <a:lnTo>
                      <a:pt x="35" y="48"/>
                    </a:lnTo>
                    <a:lnTo>
                      <a:pt x="18" y="33"/>
                    </a:lnTo>
                    <a:lnTo>
                      <a:pt x="0" y="33"/>
                    </a:lnTo>
                    <a:lnTo>
                      <a:pt x="35" y="0"/>
                    </a:lnTo>
                    <a:lnTo>
                      <a:pt x="52" y="0"/>
                    </a:lnTo>
                    <a:lnTo>
                      <a:pt x="85" y="18"/>
                    </a:lnTo>
                    <a:lnTo>
                      <a:pt x="85" y="48"/>
                    </a:lnTo>
                    <a:lnTo>
                      <a:pt x="119" y="81"/>
                    </a:lnTo>
                    <a:lnTo>
                      <a:pt x="154" y="48"/>
                    </a:lnTo>
                    <a:lnTo>
                      <a:pt x="189" y="33"/>
                    </a:lnTo>
                    <a:lnTo>
                      <a:pt x="275" y="65"/>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42672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sp>
            <p:nvSpPr>
              <p:cNvPr id="27" name="Freeform 192">
                <a:extLst>
                  <a:ext uri="{FF2B5EF4-FFF2-40B4-BE49-F238E27FC236}">
                    <a16:creationId xmlns:a16="http://schemas.microsoft.com/office/drawing/2014/main" id="{15D0DB60-D5F9-686E-4B1A-B69CD9305AFF}"/>
                  </a:ext>
                </a:extLst>
              </p:cNvPr>
              <p:cNvSpPr>
                <a:spLocks/>
              </p:cNvSpPr>
              <p:nvPr/>
            </p:nvSpPr>
            <p:spPr bwMode="auto">
              <a:xfrm>
                <a:off x="-2213858" y="4094997"/>
                <a:ext cx="210947" cy="252254"/>
              </a:xfrm>
              <a:custGeom>
                <a:avLst/>
                <a:gdLst>
                  <a:gd name="T0" fmla="*/ 0 w 296"/>
                  <a:gd name="T1" fmla="*/ 0 h 288"/>
                  <a:gd name="T2" fmla="*/ 0 w 296"/>
                  <a:gd name="T3" fmla="*/ 0 h 288"/>
                  <a:gd name="T4" fmla="*/ 0 w 296"/>
                  <a:gd name="T5" fmla="*/ 2 h 288"/>
                  <a:gd name="T6" fmla="*/ 5 w 296"/>
                  <a:gd name="T7" fmla="*/ 6 h 288"/>
                  <a:gd name="T8" fmla="*/ 9 w 296"/>
                  <a:gd name="T9" fmla="*/ 10 h 288"/>
                  <a:gd name="T10" fmla="*/ 11 w 296"/>
                  <a:gd name="T11" fmla="*/ 12 h 288"/>
                  <a:gd name="T12" fmla="*/ 13 w 296"/>
                  <a:gd name="T13" fmla="*/ 17 h 288"/>
                  <a:gd name="T14" fmla="*/ 18 w 296"/>
                  <a:gd name="T15" fmla="*/ 20 h 288"/>
                  <a:gd name="T16" fmla="*/ 21 w 296"/>
                  <a:gd name="T17" fmla="*/ 28 h 288"/>
                  <a:gd name="T18" fmla="*/ 30 w 296"/>
                  <a:gd name="T19" fmla="*/ 36 h 288"/>
                  <a:gd name="T20" fmla="*/ 35 w 296"/>
                  <a:gd name="T21" fmla="*/ 36 h 288"/>
                  <a:gd name="T22" fmla="*/ 37 w 296"/>
                  <a:gd name="T23" fmla="*/ 28 h 288"/>
                  <a:gd name="T24" fmla="*/ 35 w 296"/>
                  <a:gd name="T25" fmla="*/ 24 h 288"/>
                  <a:gd name="T26" fmla="*/ 33 w 296"/>
                  <a:gd name="T27" fmla="*/ 24 h 288"/>
                  <a:gd name="T28" fmla="*/ 30 w 296"/>
                  <a:gd name="T29" fmla="*/ 20 h 288"/>
                  <a:gd name="T30" fmla="*/ 28 w 296"/>
                  <a:gd name="T31" fmla="*/ 20 h 288"/>
                  <a:gd name="T32" fmla="*/ 28 w 296"/>
                  <a:gd name="T33" fmla="*/ 18 h 288"/>
                  <a:gd name="T34" fmla="*/ 26 w 296"/>
                  <a:gd name="T35" fmla="*/ 17 h 288"/>
                  <a:gd name="T36" fmla="*/ 26 w 296"/>
                  <a:gd name="T37" fmla="*/ 14 h 288"/>
                  <a:gd name="T38" fmla="*/ 19 w 296"/>
                  <a:gd name="T39" fmla="*/ 10 h 288"/>
                  <a:gd name="T40" fmla="*/ 18 w 296"/>
                  <a:gd name="T41" fmla="*/ 10 h 288"/>
                  <a:gd name="T42" fmla="*/ 6 w 296"/>
                  <a:gd name="T43" fmla="*/ 2 h 288"/>
                  <a:gd name="T44" fmla="*/ 0 w 296"/>
                  <a:gd name="T45" fmla="*/ 0 h 28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296"/>
                  <a:gd name="T70" fmla="*/ 0 h 288"/>
                  <a:gd name="T71" fmla="*/ 296 w 296"/>
                  <a:gd name="T72" fmla="*/ 288 h 28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296" h="288">
                    <a:moveTo>
                      <a:pt x="0" y="0"/>
                    </a:moveTo>
                    <a:lnTo>
                      <a:pt x="0" y="0"/>
                    </a:lnTo>
                    <a:lnTo>
                      <a:pt x="0" y="18"/>
                    </a:lnTo>
                    <a:lnTo>
                      <a:pt x="35" y="48"/>
                    </a:lnTo>
                    <a:lnTo>
                      <a:pt x="71" y="81"/>
                    </a:lnTo>
                    <a:lnTo>
                      <a:pt x="88" y="96"/>
                    </a:lnTo>
                    <a:lnTo>
                      <a:pt x="106" y="129"/>
                    </a:lnTo>
                    <a:lnTo>
                      <a:pt x="140" y="162"/>
                    </a:lnTo>
                    <a:lnTo>
                      <a:pt x="175" y="225"/>
                    </a:lnTo>
                    <a:lnTo>
                      <a:pt x="244" y="288"/>
                    </a:lnTo>
                    <a:lnTo>
                      <a:pt x="278" y="288"/>
                    </a:lnTo>
                    <a:lnTo>
                      <a:pt x="296" y="225"/>
                    </a:lnTo>
                    <a:lnTo>
                      <a:pt x="278" y="192"/>
                    </a:lnTo>
                    <a:lnTo>
                      <a:pt x="261" y="192"/>
                    </a:lnTo>
                    <a:lnTo>
                      <a:pt x="244" y="162"/>
                    </a:lnTo>
                    <a:lnTo>
                      <a:pt x="227" y="162"/>
                    </a:lnTo>
                    <a:lnTo>
                      <a:pt x="227" y="144"/>
                    </a:lnTo>
                    <a:lnTo>
                      <a:pt x="209" y="129"/>
                    </a:lnTo>
                    <a:lnTo>
                      <a:pt x="209" y="114"/>
                    </a:lnTo>
                    <a:lnTo>
                      <a:pt x="158" y="81"/>
                    </a:lnTo>
                    <a:lnTo>
                      <a:pt x="140" y="81"/>
                    </a:lnTo>
                    <a:lnTo>
                      <a:pt x="54" y="18"/>
                    </a:lnTo>
                    <a:lnTo>
                      <a:pt x="0" y="0"/>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42672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sp>
            <p:nvSpPr>
              <p:cNvPr id="28" name="Freeform 193">
                <a:extLst>
                  <a:ext uri="{FF2B5EF4-FFF2-40B4-BE49-F238E27FC236}">
                    <a16:creationId xmlns:a16="http://schemas.microsoft.com/office/drawing/2014/main" id="{D2998A01-D5E4-3452-4FE9-CCD83D914DDF}"/>
                  </a:ext>
                </a:extLst>
              </p:cNvPr>
              <p:cNvSpPr>
                <a:spLocks/>
              </p:cNvSpPr>
              <p:nvPr/>
            </p:nvSpPr>
            <p:spPr bwMode="auto">
              <a:xfrm>
                <a:off x="-2015738" y="4347250"/>
                <a:ext cx="172463" cy="56058"/>
              </a:xfrm>
              <a:custGeom>
                <a:avLst/>
                <a:gdLst>
                  <a:gd name="T0" fmla="*/ 0 w 242"/>
                  <a:gd name="T1" fmla="*/ 2 h 65"/>
                  <a:gd name="T2" fmla="*/ 0 w 242"/>
                  <a:gd name="T3" fmla="*/ 2 h 65"/>
                  <a:gd name="T4" fmla="*/ 9 w 242"/>
                  <a:gd name="T5" fmla="*/ 6 h 65"/>
                  <a:gd name="T6" fmla="*/ 30 w 242"/>
                  <a:gd name="T7" fmla="*/ 8 h 65"/>
                  <a:gd name="T8" fmla="*/ 30 w 242"/>
                  <a:gd name="T9" fmla="*/ 6 h 65"/>
                  <a:gd name="T10" fmla="*/ 26 w 242"/>
                  <a:gd name="T11" fmla="*/ 6 h 65"/>
                  <a:gd name="T12" fmla="*/ 24 w 242"/>
                  <a:gd name="T13" fmla="*/ 4 h 65"/>
                  <a:gd name="T14" fmla="*/ 18 w 242"/>
                  <a:gd name="T15" fmla="*/ 2 h 65"/>
                  <a:gd name="T16" fmla="*/ 18 w 242"/>
                  <a:gd name="T17" fmla="*/ 4 h 65"/>
                  <a:gd name="T18" fmla="*/ 13 w 242"/>
                  <a:gd name="T19" fmla="*/ 2 h 65"/>
                  <a:gd name="T20" fmla="*/ 7 w 242"/>
                  <a:gd name="T21" fmla="*/ 0 h 65"/>
                  <a:gd name="T22" fmla="*/ 3 w 242"/>
                  <a:gd name="T23" fmla="*/ 0 h 65"/>
                  <a:gd name="T24" fmla="*/ 0 w 242"/>
                  <a:gd name="T25" fmla="*/ 2 h 6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42"/>
                  <a:gd name="T40" fmla="*/ 0 h 65"/>
                  <a:gd name="T41" fmla="*/ 242 w 242"/>
                  <a:gd name="T42" fmla="*/ 65 h 65"/>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42" h="65">
                    <a:moveTo>
                      <a:pt x="0" y="17"/>
                    </a:moveTo>
                    <a:lnTo>
                      <a:pt x="0" y="17"/>
                    </a:lnTo>
                    <a:lnTo>
                      <a:pt x="70" y="48"/>
                    </a:lnTo>
                    <a:lnTo>
                      <a:pt x="242" y="65"/>
                    </a:lnTo>
                    <a:lnTo>
                      <a:pt x="242" y="48"/>
                    </a:lnTo>
                    <a:lnTo>
                      <a:pt x="208" y="48"/>
                    </a:lnTo>
                    <a:lnTo>
                      <a:pt x="191" y="33"/>
                    </a:lnTo>
                    <a:lnTo>
                      <a:pt x="139" y="17"/>
                    </a:lnTo>
                    <a:lnTo>
                      <a:pt x="139" y="33"/>
                    </a:lnTo>
                    <a:lnTo>
                      <a:pt x="104" y="17"/>
                    </a:lnTo>
                    <a:lnTo>
                      <a:pt x="52" y="0"/>
                    </a:lnTo>
                    <a:lnTo>
                      <a:pt x="18" y="0"/>
                    </a:lnTo>
                    <a:lnTo>
                      <a:pt x="0" y="17"/>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42672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sp>
            <p:nvSpPr>
              <p:cNvPr id="29" name="Freeform 201">
                <a:extLst>
                  <a:ext uri="{FF2B5EF4-FFF2-40B4-BE49-F238E27FC236}">
                    <a16:creationId xmlns:a16="http://schemas.microsoft.com/office/drawing/2014/main" id="{08DC2C06-1DB2-7DED-C1BA-A1F35DCD3EC5}"/>
                  </a:ext>
                </a:extLst>
              </p:cNvPr>
              <p:cNvSpPr>
                <a:spLocks/>
              </p:cNvSpPr>
              <p:nvPr/>
            </p:nvSpPr>
            <p:spPr bwMode="auto">
              <a:xfrm>
                <a:off x="-1754905" y="4179082"/>
                <a:ext cx="122578" cy="168168"/>
              </a:xfrm>
              <a:custGeom>
                <a:avLst/>
                <a:gdLst>
                  <a:gd name="T0" fmla="*/ 0 w 173"/>
                  <a:gd name="T1" fmla="*/ 14 h 192"/>
                  <a:gd name="T2" fmla="*/ 0 w 173"/>
                  <a:gd name="T3" fmla="*/ 14 h 192"/>
                  <a:gd name="T4" fmla="*/ 0 w 173"/>
                  <a:gd name="T5" fmla="*/ 17 h 192"/>
                  <a:gd name="T6" fmla="*/ 2 w 173"/>
                  <a:gd name="T7" fmla="*/ 17 h 192"/>
                  <a:gd name="T8" fmla="*/ 2 w 173"/>
                  <a:gd name="T9" fmla="*/ 18 h 192"/>
                  <a:gd name="T10" fmla="*/ 2 w 173"/>
                  <a:gd name="T11" fmla="*/ 24 h 192"/>
                  <a:gd name="T12" fmla="*/ 4 w 173"/>
                  <a:gd name="T13" fmla="*/ 23 h 192"/>
                  <a:gd name="T14" fmla="*/ 4 w 173"/>
                  <a:gd name="T15" fmla="*/ 17 h 192"/>
                  <a:gd name="T16" fmla="*/ 6 w 173"/>
                  <a:gd name="T17" fmla="*/ 14 h 192"/>
                  <a:gd name="T18" fmla="*/ 8 w 173"/>
                  <a:gd name="T19" fmla="*/ 14 h 192"/>
                  <a:gd name="T20" fmla="*/ 6 w 173"/>
                  <a:gd name="T21" fmla="*/ 17 h 192"/>
                  <a:gd name="T22" fmla="*/ 8 w 173"/>
                  <a:gd name="T23" fmla="*/ 18 h 192"/>
                  <a:gd name="T24" fmla="*/ 8 w 173"/>
                  <a:gd name="T25" fmla="*/ 21 h 192"/>
                  <a:gd name="T26" fmla="*/ 13 w 173"/>
                  <a:gd name="T27" fmla="*/ 21 h 192"/>
                  <a:gd name="T28" fmla="*/ 13 w 173"/>
                  <a:gd name="T29" fmla="*/ 24 h 192"/>
                  <a:gd name="T30" fmla="*/ 15 w 173"/>
                  <a:gd name="T31" fmla="*/ 23 h 192"/>
                  <a:gd name="T32" fmla="*/ 15 w 173"/>
                  <a:gd name="T33" fmla="*/ 21 h 192"/>
                  <a:gd name="T34" fmla="*/ 10 w 173"/>
                  <a:gd name="T35" fmla="*/ 17 h 192"/>
                  <a:gd name="T36" fmla="*/ 13 w 173"/>
                  <a:gd name="T37" fmla="*/ 17 h 192"/>
                  <a:gd name="T38" fmla="*/ 8 w 173"/>
                  <a:gd name="T39" fmla="*/ 12 h 192"/>
                  <a:gd name="T40" fmla="*/ 13 w 173"/>
                  <a:gd name="T41" fmla="*/ 9 h 192"/>
                  <a:gd name="T42" fmla="*/ 15 w 173"/>
                  <a:gd name="T43" fmla="*/ 9 h 192"/>
                  <a:gd name="T44" fmla="*/ 6 w 173"/>
                  <a:gd name="T45" fmla="*/ 11 h 192"/>
                  <a:gd name="T46" fmla="*/ 4 w 173"/>
                  <a:gd name="T47" fmla="*/ 9 h 192"/>
                  <a:gd name="T48" fmla="*/ 4 w 173"/>
                  <a:gd name="T49" fmla="*/ 6 h 192"/>
                  <a:gd name="T50" fmla="*/ 6 w 173"/>
                  <a:gd name="T51" fmla="*/ 5 h 192"/>
                  <a:gd name="T52" fmla="*/ 19 w 173"/>
                  <a:gd name="T53" fmla="*/ 5 h 192"/>
                  <a:gd name="T54" fmla="*/ 21 w 173"/>
                  <a:gd name="T55" fmla="*/ 0 h 192"/>
                  <a:gd name="T56" fmla="*/ 17 w 173"/>
                  <a:gd name="T57" fmla="*/ 3 h 192"/>
                  <a:gd name="T58" fmla="*/ 13 w 173"/>
                  <a:gd name="T59" fmla="*/ 5 h 192"/>
                  <a:gd name="T60" fmla="*/ 6 w 173"/>
                  <a:gd name="T61" fmla="*/ 3 h 192"/>
                  <a:gd name="T62" fmla="*/ 6 w 173"/>
                  <a:gd name="T63" fmla="*/ 5 h 192"/>
                  <a:gd name="T64" fmla="*/ 4 w 173"/>
                  <a:gd name="T65" fmla="*/ 5 h 192"/>
                  <a:gd name="T66" fmla="*/ 4 w 173"/>
                  <a:gd name="T67" fmla="*/ 9 h 192"/>
                  <a:gd name="T68" fmla="*/ 0 w 173"/>
                  <a:gd name="T69" fmla="*/ 14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3"/>
                  <a:gd name="T106" fmla="*/ 0 h 192"/>
                  <a:gd name="T107" fmla="*/ 173 w 173"/>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3" h="192">
                    <a:moveTo>
                      <a:pt x="0" y="113"/>
                    </a:moveTo>
                    <a:lnTo>
                      <a:pt x="0" y="113"/>
                    </a:lnTo>
                    <a:lnTo>
                      <a:pt x="0" y="129"/>
                    </a:lnTo>
                    <a:lnTo>
                      <a:pt x="17" y="129"/>
                    </a:lnTo>
                    <a:lnTo>
                      <a:pt x="17" y="144"/>
                    </a:lnTo>
                    <a:lnTo>
                      <a:pt x="17" y="192"/>
                    </a:lnTo>
                    <a:lnTo>
                      <a:pt x="35" y="177"/>
                    </a:lnTo>
                    <a:lnTo>
                      <a:pt x="35" y="129"/>
                    </a:lnTo>
                    <a:lnTo>
                      <a:pt x="52" y="113"/>
                    </a:lnTo>
                    <a:lnTo>
                      <a:pt x="69" y="113"/>
                    </a:lnTo>
                    <a:lnTo>
                      <a:pt x="52" y="129"/>
                    </a:lnTo>
                    <a:lnTo>
                      <a:pt x="69" y="144"/>
                    </a:lnTo>
                    <a:lnTo>
                      <a:pt x="69" y="161"/>
                    </a:lnTo>
                    <a:lnTo>
                      <a:pt x="104" y="161"/>
                    </a:lnTo>
                    <a:lnTo>
                      <a:pt x="104" y="192"/>
                    </a:lnTo>
                    <a:lnTo>
                      <a:pt x="121" y="177"/>
                    </a:lnTo>
                    <a:lnTo>
                      <a:pt x="121" y="161"/>
                    </a:lnTo>
                    <a:lnTo>
                      <a:pt x="87" y="129"/>
                    </a:lnTo>
                    <a:lnTo>
                      <a:pt x="104" y="129"/>
                    </a:lnTo>
                    <a:lnTo>
                      <a:pt x="69" y="96"/>
                    </a:lnTo>
                    <a:lnTo>
                      <a:pt x="104" y="66"/>
                    </a:lnTo>
                    <a:lnTo>
                      <a:pt x="121" y="66"/>
                    </a:lnTo>
                    <a:lnTo>
                      <a:pt x="52" y="81"/>
                    </a:lnTo>
                    <a:lnTo>
                      <a:pt x="35" y="66"/>
                    </a:lnTo>
                    <a:lnTo>
                      <a:pt x="35" y="48"/>
                    </a:lnTo>
                    <a:lnTo>
                      <a:pt x="52" y="33"/>
                    </a:lnTo>
                    <a:lnTo>
                      <a:pt x="156" y="33"/>
                    </a:lnTo>
                    <a:lnTo>
                      <a:pt x="173" y="0"/>
                    </a:lnTo>
                    <a:lnTo>
                      <a:pt x="138" y="18"/>
                    </a:lnTo>
                    <a:lnTo>
                      <a:pt x="104" y="33"/>
                    </a:lnTo>
                    <a:lnTo>
                      <a:pt x="52" y="18"/>
                    </a:lnTo>
                    <a:lnTo>
                      <a:pt x="52" y="33"/>
                    </a:lnTo>
                    <a:lnTo>
                      <a:pt x="35" y="33"/>
                    </a:lnTo>
                    <a:lnTo>
                      <a:pt x="35" y="66"/>
                    </a:lnTo>
                    <a:lnTo>
                      <a:pt x="0" y="113"/>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42672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grpSp>
        <p:grpSp>
          <p:nvGrpSpPr>
            <p:cNvPr id="22" name="Group 21">
              <a:extLst>
                <a:ext uri="{FF2B5EF4-FFF2-40B4-BE49-F238E27FC236}">
                  <a16:creationId xmlns:a16="http://schemas.microsoft.com/office/drawing/2014/main" id="{0620A708-3C5D-7181-9684-EED7A360704A}"/>
                </a:ext>
              </a:extLst>
            </p:cNvPr>
            <p:cNvGrpSpPr/>
            <p:nvPr/>
          </p:nvGrpSpPr>
          <p:grpSpPr>
            <a:xfrm>
              <a:off x="3705901" y="3542925"/>
              <a:ext cx="1604908" cy="1541546"/>
              <a:chOff x="-6351555" y="3464365"/>
              <a:chExt cx="1604908" cy="1541546"/>
            </a:xfrm>
          </p:grpSpPr>
          <p:sp>
            <p:nvSpPr>
              <p:cNvPr id="23" name="Freeform 262">
                <a:extLst>
                  <a:ext uri="{FF2B5EF4-FFF2-40B4-BE49-F238E27FC236}">
                    <a16:creationId xmlns:a16="http://schemas.microsoft.com/office/drawing/2014/main" id="{5380B79B-BF2F-FDCB-6B97-08696DF905A7}"/>
                  </a:ext>
                </a:extLst>
              </p:cNvPr>
              <p:cNvSpPr>
                <a:spLocks/>
              </p:cNvSpPr>
              <p:nvPr/>
            </p:nvSpPr>
            <p:spPr bwMode="auto">
              <a:xfrm>
                <a:off x="-6351555" y="3464365"/>
                <a:ext cx="580105" cy="434436"/>
              </a:xfrm>
              <a:custGeom>
                <a:avLst/>
                <a:gdLst>
                  <a:gd name="T0" fmla="*/ 68 w 814"/>
                  <a:gd name="T1" fmla="*/ 24 h 497"/>
                  <a:gd name="T2" fmla="*/ 65 w 814"/>
                  <a:gd name="T3" fmla="*/ 36 h 497"/>
                  <a:gd name="T4" fmla="*/ 68 w 814"/>
                  <a:gd name="T5" fmla="*/ 40 h 497"/>
                  <a:gd name="T6" fmla="*/ 78 w 814"/>
                  <a:gd name="T7" fmla="*/ 50 h 497"/>
                  <a:gd name="T8" fmla="*/ 89 w 814"/>
                  <a:gd name="T9" fmla="*/ 48 h 497"/>
                  <a:gd name="T10" fmla="*/ 89 w 814"/>
                  <a:gd name="T11" fmla="*/ 46 h 497"/>
                  <a:gd name="T12" fmla="*/ 94 w 814"/>
                  <a:gd name="T13" fmla="*/ 40 h 497"/>
                  <a:gd name="T14" fmla="*/ 102 w 814"/>
                  <a:gd name="T15" fmla="*/ 40 h 497"/>
                  <a:gd name="T16" fmla="*/ 100 w 814"/>
                  <a:gd name="T17" fmla="*/ 50 h 497"/>
                  <a:gd name="T18" fmla="*/ 96 w 814"/>
                  <a:gd name="T19" fmla="*/ 50 h 497"/>
                  <a:gd name="T20" fmla="*/ 87 w 814"/>
                  <a:gd name="T21" fmla="*/ 52 h 497"/>
                  <a:gd name="T22" fmla="*/ 87 w 814"/>
                  <a:gd name="T23" fmla="*/ 56 h 497"/>
                  <a:gd name="T24" fmla="*/ 78 w 814"/>
                  <a:gd name="T25" fmla="*/ 56 h 497"/>
                  <a:gd name="T26" fmla="*/ 72 w 814"/>
                  <a:gd name="T27" fmla="*/ 58 h 497"/>
                  <a:gd name="T28" fmla="*/ 54 w 814"/>
                  <a:gd name="T29" fmla="*/ 52 h 497"/>
                  <a:gd name="T30" fmla="*/ 46 w 814"/>
                  <a:gd name="T31" fmla="*/ 50 h 497"/>
                  <a:gd name="T32" fmla="*/ 40 w 814"/>
                  <a:gd name="T33" fmla="*/ 42 h 497"/>
                  <a:gd name="T34" fmla="*/ 40 w 814"/>
                  <a:gd name="T35" fmla="*/ 36 h 497"/>
                  <a:gd name="T36" fmla="*/ 25 w 814"/>
                  <a:gd name="T37" fmla="*/ 24 h 497"/>
                  <a:gd name="T38" fmla="*/ 22 w 814"/>
                  <a:gd name="T39" fmla="*/ 18 h 497"/>
                  <a:gd name="T40" fmla="*/ 20 w 814"/>
                  <a:gd name="T41" fmla="*/ 16 h 497"/>
                  <a:gd name="T42" fmla="*/ 13 w 814"/>
                  <a:gd name="T43" fmla="*/ 4 h 497"/>
                  <a:gd name="T44" fmla="*/ 6 w 814"/>
                  <a:gd name="T45" fmla="*/ 2 h 497"/>
                  <a:gd name="T46" fmla="*/ 20 w 814"/>
                  <a:gd name="T47" fmla="*/ 22 h 497"/>
                  <a:gd name="T48" fmla="*/ 24 w 814"/>
                  <a:gd name="T49" fmla="*/ 30 h 497"/>
                  <a:gd name="T50" fmla="*/ 24 w 814"/>
                  <a:gd name="T51" fmla="*/ 34 h 497"/>
                  <a:gd name="T52" fmla="*/ 15 w 814"/>
                  <a:gd name="T53" fmla="*/ 28 h 497"/>
                  <a:gd name="T54" fmla="*/ 15 w 814"/>
                  <a:gd name="T55" fmla="*/ 22 h 497"/>
                  <a:gd name="T56" fmla="*/ 6 w 814"/>
                  <a:gd name="T57" fmla="*/ 16 h 497"/>
                  <a:gd name="T58" fmla="*/ 11 w 814"/>
                  <a:gd name="T59" fmla="*/ 14 h 497"/>
                  <a:gd name="T60" fmla="*/ 0 w 814"/>
                  <a:gd name="T61" fmla="*/ 0 h 497"/>
                  <a:gd name="T62" fmla="*/ 20 w 814"/>
                  <a:gd name="T63" fmla="*/ 4 h 497"/>
                  <a:gd name="T64" fmla="*/ 42 w 814"/>
                  <a:gd name="T65" fmla="*/ 6 h 497"/>
                  <a:gd name="T66" fmla="*/ 46 w 814"/>
                  <a:gd name="T67" fmla="*/ 12 h 497"/>
                  <a:gd name="T68" fmla="*/ 50 w 814"/>
                  <a:gd name="T69" fmla="*/ 10 h 497"/>
                  <a:gd name="T70" fmla="*/ 60 w 814"/>
                  <a:gd name="T71" fmla="*/ 22 h 4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814"/>
                  <a:gd name="T109" fmla="*/ 0 h 497"/>
                  <a:gd name="T110" fmla="*/ 814 w 814"/>
                  <a:gd name="T111" fmla="*/ 497 h 4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814" h="497">
                    <a:moveTo>
                      <a:pt x="537" y="192"/>
                    </a:moveTo>
                    <a:lnTo>
                      <a:pt x="537" y="192"/>
                    </a:lnTo>
                    <a:lnTo>
                      <a:pt x="520" y="224"/>
                    </a:lnTo>
                    <a:lnTo>
                      <a:pt x="520" y="288"/>
                    </a:lnTo>
                    <a:lnTo>
                      <a:pt x="537" y="305"/>
                    </a:lnTo>
                    <a:lnTo>
                      <a:pt x="537" y="320"/>
                    </a:lnTo>
                    <a:lnTo>
                      <a:pt x="572" y="384"/>
                    </a:lnTo>
                    <a:lnTo>
                      <a:pt x="624" y="401"/>
                    </a:lnTo>
                    <a:lnTo>
                      <a:pt x="676" y="384"/>
                    </a:lnTo>
                    <a:lnTo>
                      <a:pt x="710" y="384"/>
                    </a:lnTo>
                    <a:lnTo>
                      <a:pt x="693" y="384"/>
                    </a:lnTo>
                    <a:lnTo>
                      <a:pt x="710" y="368"/>
                    </a:lnTo>
                    <a:lnTo>
                      <a:pt x="727" y="320"/>
                    </a:lnTo>
                    <a:lnTo>
                      <a:pt x="745" y="320"/>
                    </a:lnTo>
                    <a:lnTo>
                      <a:pt x="796" y="305"/>
                    </a:lnTo>
                    <a:lnTo>
                      <a:pt x="814" y="320"/>
                    </a:lnTo>
                    <a:lnTo>
                      <a:pt x="796" y="384"/>
                    </a:lnTo>
                    <a:lnTo>
                      <a:pt x="796" y="401"/>
                    </a:lnTo>
                    <a:lnTo>
                      <a:pt x="779" y="384"/>
                    </a:lnTo>
                    <a:lnTo>
                      <a:pt x="762" y="401"/>
                    </a:lnTo>
                    <a:lnTo>
                      <a:pt x="710" y="401"/>
                    </a:lnTo>
                    <a:lnTo>
                      <a:pt x="693" y="416"/>
                    </a:lnTo>
                    <a:lnTo>
                      <a:pt x="727" y="449"/>
                    </a:lnTo>
                    <a:lnTo>
                      <a:pt x="693" y="449"/>
                    </a:lnTo>
                    <a:lnTo>
                      <a:pt x="676" y="497"/>
                    </a:lnTo>
                    <a:lnTo>
                      <a:pt x="624" y="449"/>
                    </a:lnTo>
                    <a:lnTo>
                      <a:pt x="589" y="449"/>
                    </a:lnTo>
                    <a:lnTo>
                      <a:pt x="572" y="464"/>
                    </a:lnTo>
                    <a:lnTo>
                      <a:pt x="520" y="449"/>
                    </a:lnTo>
                    <a:lnTo>
                      <a:pt x="434" y="416"/>
                    </a:lnTo>
                    <a:lnTo>
                      <a:pt x="416" y="401"/>
                    </a:lnTo>
                    <a:lnTo>
                      <a:pt x="365" y="401"/>
                    </a:lnTo>
                    <a:lnTo>
                      <a:pt x="330" y="368"/>
                    </a:lnTo>
                    <a:lnTo>
                      <a:pt x="313" y="336"/>
                    </a:lnTo>
                    <a:lnTo>
                      <a:pt x="330" y="320"/>
                    </a:lnTo>
                    <a:lnTo>
                      <a:pt x="313" y="288"/>
                    </a:lnTo>
                    <a:lnTo>
                      <a:pt x="244" y="209"/>
                    </a:lnTo>
                    <a:lnTo>
                      <a:pt x="207" y="192"/>
                    </a:lnTo>
                    <a:lnTo>
                      <a:pt x="207" y="176"/>
                    </a:lnTo>
                    <a:lnTo>
                      <a:pt x="173" y="144"/>
                    </a:lnTo>
                    <a:lnTo>
                      <a:pt x="173" y="128"/>
                    </a:lnTo>
                    <a:lnTo>
                      <a:pt x="155" y="128"/>
                    </a:lnTo>
                    <a:lnTo>
                      <a:pt x="138" y="96"/>
                    </a:lnTo>
                    <a:lnTo>
                      <a:pt x="103" y="32"/>
                    </a:lnTo>
                    <a:lnTo>
                      <a:pt x="86" y="32"/>
                    </a:lnTo>
                    <a:lnTo>
                      <a:pt x="52" y="17"/>
                    </a:lnTo>
                    <a:lnTo>
                      <a:pt x="69" y="65"/>
                    </a:lnTo>
                    <a:lnTo>
                      <a:pt x="155" y="176"/>
                    </a:lnTo>
                    <a:lnTo>
                      <a:pt x="173" y="240"/>
                    </a:lnTo>
                    <a:lnTo>
                      <a:pt x="190" y="240"/>
                    </a:lnTo>
                    <a:lnTo>
                      <a:pt x="207" y="257"/>
                    </a:lnTo>
                    <a:lnTo>
                      <a:pt x="190" y="272"/>
                    </a:lnTo>
                    <a:lnTo>
                      <a:pt x="173" y="257"/>
                    </a:lnTo>
                    <a:lnTo>
                      <a:pt x="121" y="224"/>
                    </a:lnTo>
                    <a:lnTo>
                      <a:pt x="138" y="209"/>
                    </a:lnTo>
                    <a:lnTo>
                      <a:pt x="121" y="176"/>
                    </a:lnTo>
                    <a:lnTo>
                      <a:pt x="69" y="161"/>
                    </a:lnTo>
                    <a:lnTo>
                      <a:pt x="52" y="128"/>
                    </a:lnTo>
                    <a:lnTo>
                      <a:pt x="69" y="144"/>
                    </a:lnTo>
                    <a:lnTo>
                      <a:pt x="86" y="113"/>
                    </a:lnTo>
                    <a:lnTo>
                      <a:pt x="34" y="80"/>
                    </a:lnTo>
                    <a:lnTo>
                      <a:pt x="0" y="0"/>
                    </a:lnTo>
                    <a:lnTo>
                      <a:pt x="52" y="0"/>
                    </a:lnTo>
                    <a:lnTo>
                      <a:pt x="155" y="32"/>
                    </a:lnTo>
                    <a:lnTo>
                      <a:pt x="295" y="17"/>
                    </a:lnTo>
                    <a:lnTo>
                      <a:pt x="330" y="48"/>
                    </a:lnTo>
                    <a:lnTo>
                      <a:pt x="330" y="80"/>
                    </a:lnTo>
                    <a:lnTo>
                      <a:pt x="365" y="96"/>
                    </a:lnTo>
                    <a:lnTo>
                      <a:pt x="382" y="96"/>
                    </a:lnTo>
                    <a:lnTo>
                      <a:pt x="399" y="80"/>
                    </a:lnTo>
                    <a:lnTo>
                      <a:pt x="416" y="80"/>
                    </a:lnTo>
                    <a:lnTo>
                      <a:pt x="485" y="176"/>
                    </a:lnTo>
                    <a:lnTo>
                      <a:pt x="537" y="192"/>
                    </a:lnTo>
                    <a:close/>
                  </a:path>
                </a:pathLst>
              </a:custGeom>
              <a:solidFill>
                <a:srgbClr val="1C449F"/>
              </a:solidFill>
              <a:ln w="9525">
                <a:solidFill>
                  <a:schemeClr val="bg1"/>
                </a:solidFill>
                <a:round/>
                <a:headEnd/>
                <a:tailEnd/>
              </a:ln>
            </p:spPr>
            <p:txBody>
              <a:bodyPr/>
              <a:lstStyle/>
              <a:p>
                <a:pPr marL="0" marR="0" lvl="0" indent="0" algn="l" defTabSz="1219139" rtl="0" eaLnBrk="1" fontAlgn="auto" latinLnBrk="0" hangingPunct="1">
                  <a:lnSpc>
                    <a:spcPct val="100000"/>
                  </a:lnSpc>
                  <a:spcBef>
                    <a:spcPts val="0"/>
                  </a:spcBef>
                  <a:spcAft>
                    <a:spcPts val="0"/>
                  </a:spcAft>
                  <a:buClrTx/>
                  <a:buSzTx/>
                  <a:buFontTx/>
                  <a:buNone/>
                  <a:tabLst/>
                  <a:defRPr/>
                </a:pPr>
                <a:endParaRPr kumimoji="0" lang="en-US" sz="2133" b="0" i="0" u="none" strike="noStrike" kern="1200" cap="none" spc="0" normalizeH="0" baseline="0" noProof="0">
                  <a:ln>
                    <a:noFill/>
                  </a:ln>
                  <a:solidFill>
                    <a:srgbClr val="575757"/>
                  </a:solidFill>
                  <a:effectLst/>
                  <a:uLnTx/>
                  <a:uFillTx/>
                  <a:latin typeface="Montserrat"/>
                  <a:ea typeface="+mn-ea"/>
                  <a:cs typeface="+mn-cs"/>
                </a:endParaRPr>
              </a:p>
            </p:txBody>
          </p:sp>
          <p:sp>
            <p:nvSpPr>
              <p:cNvPr id="24" name="Freeform 284">
                <a:extLst>
                  <a:ext uri="{FF2B5EF4-FFF2-40B4-BE49-F238E27FC236}">
                    <a16:creationId xmlns:a16="http://schemas.microsoft.com/office/drawing/2014/main" id="{1A33655E-6EB8-F2B5-F5EA-710A71E441B9}"/>
                  </a:ext>
                </a:extLst>
              </p:cNvPr>
              <p:cNvSpPr>
                <a:spLocks/>
              </p:cNvSpPr>
              <p:nvPr/>
            </p:nvSpPr>
            <p:spPr bwMode="auto">
              <a:xfrm>
                <a:off x="-5510617" y="4109011"/>
                <a:ext cx="763970" cy="896900"/>
              </a:xfrm>
              <a:custGeom>
                <a:avLst/>
                <a:gdLst>
                  <a:gd name="T0" fmla="*/ 77 w 1073"/>
                  <a:gd name="T1" fmla="*/ 4 h 1022"/>
                  <a:gd name="T2" fmla="*/ 71 w 1073"/>
                  <a:gd name="T3" fmla="*/ 8 h 1022"/>
                  <a:gd name="T4" fmla="*/ 66 w 1073"/>
                  <a:gd name="T5" fmla="*/ 8 h 1022"/>
                  <a:gd name="T6" fmla="*/ 60 w 1073"/>
                  <a:gd name="T7" fmla="*/ 10 h 1022"/>
                  <a:gd name="T8" fmla="*/ 51 w 1073"/>
                  <a:gd name="T9" fmla="*/ 12 h 1022"/>
                  <a:gd name="T10" fmla="*/ 47 w 1073"/>
                  <a:gd name="T11" fmla="*/ 8 h 1022"/>
                  <a:gd name="T12" fmla="*/ 47 w 1073"/>
                  <a:gd name="T13" fmla="*/ 0 h 1022"/>
                  <a:gd name="T14" fmla="*/ 43 w 1073"/>
                  <a:gd name="T15" fmla="*/ 2 h 1022"/>
                  <a:gd name="T16" fmla="*/ 30 w 1073"/>
                  <a:gd name="T17" fmla="*/ 2 h 1022"/>
                  <a:gd name="T18" fmla="*/ 32 w 1073"/>
                  <a:gd name="T19" fmla="*/ 8 h 1022"/>
                  <a:gd name="T20" fmla="*/ 28 w 1073"/>
                  <a:gd name="T21" fmla="*/ 14 h 1022"/>
                  <a:gd name="T22" fmla="*/ 23 w 1073"/>
                  <a:gd name="T23" fmla="*/ 12 h 1022"/>
                  <a:gd name="T24" fmla="*/ 12 w 1073"/>
                  <a:gd name="T25" fmla="*/ 10 h 1022"/>
                  <a:gd name="T26" fmla="*/ 15 w 1073"/>
                  <a:gd name="T27" fmla="*/ 14 h 1022"/>
                  <a:gd name="T28" fmla="*/ 15 w 1073"/>
                  <a:gd name="T29" fmla="*/ 20 h 1022"/>
                  <a:gd name="T30" fmla="*/ 4 w 1073"/>
                  <a:gd name="T31" fmla="*/ 32 h 1022"/>
                  <a:gd name="T32" fmla="*/ 2 w 1073"/>
                  <a:gd name="T33" fmla="*/ 46 h 1022"/>
                  <a:gd name="T34" fmla="*/ 10 w 1073"/>
                  <a:gd name="T35" fmla="*/ 46 h 1022"/>
                  <a:gd name="T36" fmla="*/ 15 w 1073"/>
                  <a:gd name="T37" fmla="*/ 50 h 1022"/>
                  <a:gd name="T38" fmla="*/ 23 w 1073"/>
                  <a:gd name="T39" fmla="*/ 46 h 1022"/>
                  <a:gd name="T40" fmla="*/ 28 w 1073"/>
                  <a:gd name="T41" fmla="*/ 52 h 1022"/>
                  <a:gd name="T42" fmla="*/ 43 w 1073"/>
                  <a:gd name="T43" fmla="*/ 58 h 1022"/>
                  <a:gd name="T44" fmla="*/ 45 w 1073"/>
                  <a:gd name="T45" fmla="*/ 64 h 1022"/>
                  <a:gd name="T46" fmla="*/ 51 w 1073"/>
                  <a:gd name="T47" fmla="*/ 68 h 1022"/>
                  <a:gd name="T48" fmla="*/ 53 w 1073"/>
                  <a:gd name="T49" fmla="*/ 74 h 1022"/>
                  <a:gd name="T50" fmla="*/ 53 w 1073"/>
                  <a:gd name="T51" fmla="*/ 86 h 1022"/>
                  <a:gd name="T52" fmla="*/ 62 w 1073"/>
                  <a:gd name="T53" fmla="*/ 88 h 1022"/>
                  <a:gd name="T54" fmla="*/ 66 w 1073"/>
                  <a:gd name="T55" fmla="*/ 94 h 1022"/>
                  <a:gd name="T56" fmla="*/ 66 w 1073"/>
                  <a:gd name="T57" fmla="*/ 98 h 1022"/>
                  <a:gd name="T58" fmla="*/ 64 w 1073"/>
                  <a:gd name="T59" fmla="*/ 106 h 1022"/>
                  <a:gd name="T60" fmla="*/ 58 w 1073"/>
                  <a:gd name="T61" fmla="*/ 116 h 1022"/>
                  <a:gd name="T62" fmla="*/ 62 w 1073"/>
                  <a:gd name="T63" fmla="*/ 118 h 1022"/>
                  <a:gd name="T64" fmla="*/ 71 w 1073"/>
                  <a:gd name="T65" fmla="*/ 124 h 1022"/>
                  <a:gd name="T66" fmla="*/ 73 w 1073"/>
                  <a:gd name="T67" fmla="*/ 124 h 1022"/>
                  <a:gd name="T68" fmla="*/ 82 w 1073"/>
                  <a:gd name="T69" fmla="*/ 112 h 1022"/>
                  <a:gd name="T70" fmla="*/ 86 w 1073"/>
                  <a:gd name="T71" fmla="*/ 100 h 1022"/>
                  <a:gd name="T72" fmla="*/ 93 w 1073"/>
                  <a:gd name="T73" fmla="*/ 94 h 1022"/>
                  <a:gd name="T74" fmla="*/ 108 w 1073"/>
                  <a:gd name="T75" fmla="*/ 90 h 1022"/>
                  <a:gd name="T76" fmla="*/ 112 w 1073"/>
                  <a:gd name="T77" fmla="*/ 86 h 1022"/>
                  <a:gd name="T78" fmla="*/ 116 w 1073"/>
                  <a:gd name="T79" fmla="*/ 78 h 1022"/>
                  <a:gd name="T80" fmla="*/ 119 w 1073"/>
                  <a:gd name="T81" fmla="*/ 72 h 1022"/>
                  <a:gd name="T82" fmla="*/ 129 w 1073"/>
                  <a:gd name="T83" fmla="*/ 46 h 1022"/>
                  <a:gd name="T84" fmla="*/ 131 w 1073"/>
                  <a:gd name="T85" fmla="*/ 32 h 1022"/>
                  <a:gd name="T86" fmla="*/ 114 w 1073"/>
                  <a:gd name="T87" fmla="*/ 24 h 1022"/>
                  <a:gd name="T88" fmla="*/ 103 w 1073"/>
                  <a:gd name="T89" fmla="*/ 24 h 1022"/>
                  <a:gd name="T90" fmla="*/ 99 w 1073"/>
                  <a:gd name="T91" fmla="*/ 22 h 1022"/>
                  <a:gd name="T92" fmla="*/ 97 w 1073"/>
                  <a:gd name="T93" fmla="*/ 20 h 1022"/>
                  <a:gd name="T94" fmla="*/ 86 w 1073"/>
                  <a:gd name="T95" fmla="*/ 20 h 1022"/>
                  <a:gd name="T96" fmla="*/ 84 w 1073"/>
                  <a:gd name="T97" fmla="*/ 16 h 1022"/>
                  <a:gd name="T98" fmla="*/ 80 w 1073"/>
                  <a:gd name="T99" fmla="*/ 20 h 1022"/>
                  <a:gd name="T100" fmla="*/ 75 w 1073"/>
                  <a:gd name="T101" fmla="*/ 20 h 1022"/>
                  <a:gd name="T102" fmla="*/ 82 w 1073"/>
                  <a:gd name="T103" fmla="*/ 12 h 1022"/>
                  <a:gd name="T104" fmla="*/ 80 w 1073"/>
                  <a:gd name="T105" fmla="*/ 10 h 10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073"/>
                  <a:gd name="T160" fmla="*/ 0 h 1022"/>
                  <a:gd name="T161" fmla="*/ 1073 w 1073"/>
                  <a:gd name="T162" fmla="*/ 1022 h 10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073" h="1022">
                    <a:moveTo>
                      <a:pt x="623" y="30"/>
                    </a:moveTo>
                    <a:lnTo>
                      <a:pt x="623" y="30"/>
                    </a:lnTo>
                    <a:lnTo>
                      <a:pt x="606" y="30"/>
                    </a:lnTo>
                    <a:lnTo>
                      <a:pt x="570" y="63"/>
                    </a:lnTo>
                    <a:lnTo>
                      <a:pt x="552" y="78"/>
                    </a:lnTo>
                    <a:lnTo>
                      <a:pt x="535" y="63"/>
                    </a:lnTo>
                    <a:lnTo>
                      <a:pt x="501" y="63"/>
                    </a:lnTo>
                    <a:lnTo>
                      <a:pt x="483" y="78"/>
                    </a:lnTo>
                    <a:lnTo>
                      <a:pt x="466" y="78"/>
                    </a:lnTo>
                    <a:lnTo>
                      <a:pt x="414" y="96"/>
                    </a:lnTo>
                    <a:lnTo>
                      <a:pt x="397" y="96"/>
                    </a:lnTo>
                    <a:lnTo>
                      <a:pt x="380" y="63"/>
                    </a:lnTo>
                    <a:lnTo>
                      <a:pt x="380" y="15"/>
                    </a:lnTo>
                    <a:lnTo>
                      <a:pt x="380" y="0"/>
                    </a:lnTo>
                    <a:lnTo>
                      <a:pt x="362" y="0"/>
                    </a:lnTo>
                    <a:lnTo>
                      <a:pt x="345" y="15"/>
                    </a:lnTo>
                    <a:lnTo>
                      <a:pt x="293" y="30"/>
                    </a:lnTo>
                    <a:lnTo>
                      <a:pt x="241" y="15"/>
                    </a:lnTo>
                    <a:lnTo>
                      <a:pt x="259" y="30"/>
                    </a:lnTo>
                    <a:lnTo>
                      <a:pt x="259" y="63"/>
                    </a:lnTo>
                    <a:lnTo>
                      <a:pt x="276" y="78"/>
                    </a:lnTo>
                    <a:lnTo>
                      <a:pt x="224" y="111"/>
                    </a:lnTo>
                    <a:lnTo>
                      <a:pt x="207" y="111"/>
                    </a:lnTo>
                    <a:lnTo>
                      <a:pt x="190" y="96"/>
                    </a:lnTo>
                    <a:lnTo>
                      <a:pt x="172" y="78"/>
                    </a:lnTo>
                    <a:lnTo>
                      <a:pt x="103" y="78"/>
                    </a:lnTo>
                    <a:lnTo>
                      <a:pt x="103" y="96"/>
                    </a:lnTo>
                    <a:lnTo>
                      <a:pt x="120" y="111"/>
                    </a:lnTo>
                    <a:lnTo>
                      <a:pt x="103" y="111"/>
                    </a:lnTo>
                    <a:lnTo>
                      <a:pt x="120" y="159"/>
                    </a:lnTo>
                    <a:lnTo>
                      <a:pt x="103" y="222"/>
                    </a:lnTo>
                    <a:lnTo>
                      <a:pt x="34" y="255"/>
                    </a:lnTo>
                    <a:lnTo>
                      <a:pt x="0" y="318"/>
                    </a:lnTo>
                    <a:lnTo>
                      <a:pt x="17" y="366"/>
                    </a:lnTo>
                    <a:lnTo>
                      <a:pt x="51" y="383"/>
                    </a:lnTo>
                    <a:lnTo>
                      <a:pt x="86" y="366"/>
                    </a:lnTo>
                    <a:lnTo>
                      <a:pt x="86" y="399"/>
                    </a:lnTo>
                    <a:lnTo>
                      <a:pt x="120" y="399"/>
                    </a:lnTo>
                    <a:lnTo>
                      <a:pt x="155" y="399"/>
                    </a:lnTo>
                    <a:lnTo>
                      <a:pt x="190" y="366"/>
                    </a:lnTo>
                    <a:lnTo>
                      <a:pt x="224" y="366"/>
                    </a:lnTo>
                    <a:lnTo>
                      <a:pt x="224" y="414"/>
                    </a:lnTo>
                    <a:lnTo>
                      <a:pt x="241" y="431"/>
                    </a:lnTo>
                    <a:lnTo>
                      <a:pt x="345" y="462"/>
                    </a:lnTo>
                    <a:lnTo>
                      <a:pt x="362" y="495"/>
                    </a:lnTo>
                    <a:lnTo>
                      <a:pt x="362" y="510"/>
                    </a:lnTo>
                    <a:lnTo>
                      <a:pt x="380" y="543"/>
                    </a:lnTo>
                    <a:lnTo>
                      <a:pt x="414" y="543"/>
                    </a:lnTo>
                    <a:lnTo>
                      <a:pt x="414" y="558"/>
                    </a:lnTo>
                    <a:lnTo>
                      <a:pt x="431" y="591"/>
                    </a:lnTo>
                    <a:lnTo>
                      <a:pt x="431" y="639"/>
                    </a:lnTo>
                    <a:lnTo>
                      <a:pt x="431" y="687"/>
                    </a:lnTo>
                    <a:lnTo>
                      <a:pt x="483" y="702"/>
                    </a:lnTo>
                    <a:lnTo>
                      <a:pt x="501" y="702"/>
                    </a:lnTo>
                    <a:lnTo>
                      <a:pt x="501" y="735"/>
                    </a:lnTo>
                    <a:lnTo>
                      <a:pt x="535" y="750"/>
                    </a:lnTo>
                    <a:lnTo>
                      <a:pt x="518" y="783"/>
                    </a:lnTo>
                    <a:lnTo>
                      <a:pt x="535" y="783"/>
                    </a:lnTo>
                    <a:lnTo>
                      <a:pt x="552" y="830"/>
                    </a:lnTo>
                    <a:lnTo>
                      <a:pt x="518" y="846"/>
                    </a:lnTo>
                    <a:lnTo>
                      <a:pt x="449" y="926"/>
                    </a:lnTo>
                    <a:lnTo>
                      <a:pt x="466" y="926"/>
                    </a:lnTo>
                    <a:lnTo>
                      <a:pt x="483" y="942"/>
                    </a:lnTo>
                    <a:lnTo>
                      <a:pt x="501" y="942"/>
                    </a:lnTo>
                    <a:lnTo>
                      <a:pt x="552" y="974"/>
                    </a:lnTo>
                    <a:lnTo>
                      <a:pt x="570" y="990"/>
                    </a:lnTo>
                    <a:lnTo>
                      <a:pt x="552" y="1022"/>
                    </a:lnTo>
                    <a:lnTo>
                      <a:pt x="587" y="990"/>
                    </a:lnTo>
                    <a:lnTo>
                      <a:pt x="623" y="959"/>
                    </a:lnTo>
                    <a:lnTo>
                      <a:pt x="658" y="894"/>
                    </a:lnTo>
                    <a:lnTo>
                      <a:pt x="693" y="863"/>
                    </a:lnTo>
                    <a:lnTo>
                      <a:pt x="693" y="798"/>
                    </a:lnTo>
                    <a:lnTo>
                      <a:pt x="710" y="767"/>
                    </a:lnTo>
                    <a:lnTo>
                      <a:pt x="744" y="750"/>
                    </a:lnTo>
                    <a:lnTo>
                      <a:pt x="796" y="719"/>
                    </a:lnTo>
                    <a:lnTo>
                      <a:pt x="865" y="719"/>
                    </a:lnTo>
                    <a:lnTo>
                      <a:pt x="865" y="702"/>
                    </a:lnTo>
                    <a:lnTo>
                      <a:pt x="900" y="687"/>
                    </a:lnTo>
                    <a:lnTo>
                      <a:pt x="900" y="671"/>
                    </a:lnTo>
                    <a:lnTo>
                      <a:pt x="934" y="623"/>
                    </a:lnTo>
                    <a:lnTo>
                      <a:pt x="934" y="591"/>
                    </a:lnTo>
                    <a:lnTo>
                      <a:pt x="952" y="575"/>
                    </a:lnTo>
                    <a:lnTo>
                      <a:pt x="952" y="462"/>
                    </a:lnTo>
                    <a:lnTo>
                      <a:pt x="1038" y="366"/>
                    </a:lnTo>
                    <a:lnTo>
                      <a:pt x="1073" y="318"/>
                    </a:lnTo>
                    <a:lnTo>
                      <a:pt x="1055" y="255"/>
                    </a:lnTo>
                    <a:lnTo>
                      <a:pt x="1004" y="255"/>
                    </a:lnTo>
                    <a:lnTo>
                      <a:pt x="917" y="191"/>
                    </a:lnTo>
                    <a:lnTo>
                      <a:pt x="883" y="207"/>
                    </a:lnTo>
                    <a:lnTo>
                      <a:pt x="831" y="191"/>
                    </a:lnTo>
                    <a:lnTo>
                      <a:pt x="796" y="191"/>
                    </a:lnTo>
                    <a:lnTo>
                      <a:pt x="796" y="174"/>
                    </a:lnTo>
                    <a:lnTo>
                      <a:pt x="796" y="159"/>
                    </a:lnTo>
                    <a:lnTo>
                      <a:pt x="779" y="159"/>
                    </a:lnTo>
                    <a:lnTo>
                      <a:pt x="710" y="144"/>
                    </a:lnTo>
                    <a:lnTo>
                      <a:pt x="693" y="159"/>
                    </a:lnTo>
                    <a:lnTo>
                      <a:pt x="693" y="126"/>
                    </a:lnTo>
                    <a:lnTo>
                      <a:pt x="675" y="126"/>
                    </a:lnTo>
                    <a:lnTo>
                      <a:pt x="641" y="126"/>
                    </a:lnTo>
                    <a:lnTo>
                      <a:pt x="641" y="159"/>
                    </a:lnTo>
                    <a:lnTo>
                      <a:pt x="623" y="144"/>
                    </a:lnTo>
                    <a:lnTo>
                      <a:pt x="606" y="159"/>
                    </a:lnTo>
                    <a:lnTo>
                      <a:pt x="623" y="126"/>
                    </a:lnTo>
                    <a:lnTo>
                      <a:pt x="658" y="96"/>
                    </a:lnTo>
                    <a:lnTo>
                      <a:pt x="658" y="78"/>
                    </a:lnTo>
                    <a:lnTo>
                      <a:pt x="641" y="78"/>
                    </a:lnTo>
                    <a:lnTo>
                      <a:pt x="623" y="30"/>
                    </a:lnTo>
                    <a:close/>
                  </a:path>
                </a:pathLst>
              </a:custGeom>
              <a:solidFill>
                <a:srgbClr val="1C449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chemeClr val="tx2"/>
                    </a:solidFill>
                    <a:prstDash val="solid"/>
                    <a:round/>
                    <a:headEnd type="none" w="med" len="med"/>
                    <a:tailEnd type="none" w="med" len="med"/>
                  </a14:hiddenLine>
                </a:ext>
              </a:extLst>
            </p:spPr>
            <p:txBody>
              <a:bodyPr rot="0" spcFirstLastPara="0" vertOverflow="overflow" horzOverflow="overflow" vert="horz" wrap="none" lIns="853440" tIns="0" rIns="0" bIns="0" numCol="1" spcCol="0" rtlCol="0" fromWordArt="0" anchor="ctr" anchorCtr="0" forceAA="0" compatLnSpc="1">
                <a:prstTxWarp prst="textNoShape">
                  <a:avLst/>
                </a:prstTxWarp>
                <a:noAutofit/>
              </a:bodyPr>
              <a:lstStyle/>
              <a:p>
                <a:pPr marL="0" marR="0" lvl="0" indent="0" algn="ctr" defTabSz="1219139" rtl="0" eaLnBrk="1" fontAlgn="auto" latinLnBrk="0" hangingPunct="1">
                  <a:lnSpc>
                    <a:spcPct val="100000"/>
                  </a:lnSpc>
                  <a:spcBef>
                    <a:spcPts val="0"/>
                  </a:spcBef>
                  <a:spcAft>
                    <a:spcPts val="0"/>
                  </a:spcAft>
                  <a:buClrTx/>
                  <a:buSzTx/>
                  <a:buFontTx/>
                  <a:buNone/>
                  <a:tabLst/>
                  <a:defRPr/>
                </a:pPr>
                <a:endParaRPr kumimoji="0" lang="en-US" sz="1467" b="0" i="0" u="none" strike="noStrike" kern="0" cap="none" spc="0" normalizeH="0" baseline="0" noProof="0">
                  <a:ln>
                    <a:noFill/>
                  </a:ln>
                  <a:solidFill>
                    <a:srgbClr val="000000"/>
                  </a:solidFill>
                  <a:effectLst/>
                  <a:uLnTx/>
                  <a:uFillTx/>
                  <a:latin typeface="Montserrat"/>
                  <a:ea typeface="+mn-ea"/>
                  <a:cs typeface="+mn-cs"/>
                </a:endParaRPr>
              </a:p>
            </p:txBody>
          </p:sp>
        </p:grpSp>
      </p:grpSp>
      <p:sp>
        <p:nvSpPr>
          <p:cNvPr id="8" name="Rectangle 44">
            <a:extLst>
              <a:ext uri="{FF2B5EF4-FFF2-40B4-BE49-F238E27FC236}">
                <a16:creationId xmlns:a16="http://schemas.microsoft.com/office/drawing/2014/main" id="{515A2D80-8807-A577-48CA-9AE0DD74FDC5}"/>
              </a:ext>
            </a:extLst>
          </p:cNvPr>
          <p:cNvSpPr/>
          <p:nvPr/>
        </p:nvSpPr>
        <p:spPr>
          <a:xfrm>
            <a:off x="0" y="4910945"/>
            <a:ext cx="2767138" cy="1534275"/>
          </a:xfrm>
          <a:custGeom>
            <a:avLst/>
            <a:gdLst>
              <a:gd name="connsiteX0" fmla="*/ 0 w 5327458"/>
              <a:gd name="connsiteY0" fmla="*/ 0 h 1508150"/>
              <a:gd name="connsiteX1" fmla="*/ 5327458 w 5327458"/>
              <a:gd name="connsiteY1" fmla="*/ 0 h 1508150"/>
              <a:gd name="connsiteX2" fmla="*/ 5327458 w 5327458"/>
              <a:gd name="connsiteY2" fmla="*/ 1508150 h 1508150"/>
              <a:gd name="connsiteX3" fmla="*/ 0 w 5327458"/>
              <a:gd name="connsiteY3" fmla="*/ 1508150 h 1508150"/>
              <a:gd name="connsiteX4" fmla="*/ 0 w 5327458"/>
              <a:gd name="connsiteY4" fmla="*/ 0 h 1508150"/>
              <a:gd name="connsiteX0" fmla="*/ 2560320 w 5327458"/>
              <a:gd name="connsiteY0" fmla="*/ 0 h 1521212"/>
              <a:gd name="connsiteX1" fmla="*/ 5327458 w 5327458"/>
              <a:gd name="connsiteY1" fmla="*/ 13062 h 1521212"/>
              <a:gd name="connsiteX2" fmla="*/ 5327458 w 5327458"/>
              <a:gd name="connsiteY2" fmla="*/ 1521212 h 1521212"/>
              <a:gd name="connsiteX3" fmla="*/ 0 w 5327458"/>
              <a:gd name="connsiteY3" fmla="*/ 1521212 h 1521212"/>
              <a:gd name="connsiteX4" fmla="*/ 2560320 w 5327458"/>
              <a:gd name="connsiteY4" fmla="*/ 0 h 1521212"/>
              <a:gd name="connsiteX0" fmla="*/ 0 w 2767138"/>
              <a:gd name="connsiteY0" fmla="*/ 0 h 1534275"/>
              <a:gd name="connsiteX1" fmla="*/ 2767138 w 2767138"/>
              <a:gd name="connsiteY1" fmla="*/ 13062 h 1534275"/>
              <a:gd name="connsiteX2" fmla="*/ 2767138 w 2767138"/>
              <a:gd name="connsiteY2" fmla="*/ 1521212 h 1534275"/>
              <a:gd name="connsiteX3" fmla="*/ 0 w 2767138"/>
              <a:gd name="connsiteY3" fmla="*/ 1534275 h 1534275"/>
              <a:gd name="connsiteX4" fmla="*/ 0 w 2767138"/>
              <a:gd name="connsiteY4" fmla="*/ 0 h 15342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67138" h="1534275">
                <a:moveTo>
                  <a:pt x="0" y="0"/>
                </a:moveTo>
                <a:lnTo>
                  <a:pt x="2767138" y="13062"/>
                </a:lnTo>
                <a:lnTo>
                  <a:pt x="2767138" y="1521212"/>
                </a:lnTo>
                <a:lnTo>
                  <a:pt x="0" y="1534275"/>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accent1"/>
              </a:solidFill>
              <a:effectLst/>
              <a:uLnTx/>
              <a:uFillTx/>
              <a:latin typeface="Montserrat"/>
              <a:ea typeface="+mn-ea"/>
              <a:cs typeface="+mn-cs"/>
            </a:endParaRPr>
          </a:p>
        </p:txBody>
      </p:sp>
      <p:sp>
        <p:nvSpPr>
          <p:cNvPr id="40" name="TextBox 39">
            <a:extLst>
              <a:ext uri="{FF2B5EF4-FFF2-40B4-BE49-F238E27FC236}">
                <a16:creationId xmlns:a16="http://schemas.microsoft.com/office/drawing/2014/main" id="{5CA5194D-69F3-8C97-5E19-1DF0DC8669E0}"/>
              </a:ext>
            </a:extLst>
          </p:cNvPr>
          <p:cNvSpPr txBox="1"/>
          <p:nvPr/>
        </p:nvSpPr>
        <p:spPr>
          <a:xfrm>
            <a:off x="158350" y="5060305"/>
            <a:ext cx="2935531" cy="1692771"/>
          </a:xfrm>
          <a:prstGeom prst="rect">
            <a:avLst/>
          </a:prstGeom>
          <a:noFill/>
        </p:spPr>
        <p:txBody>
          <a:bodyPr wrap="square" rtlCol="0">
            <a:spAutoFit/>
          </a:bodyPr>
          <a:lstStyle/>
          <a:p>
            <a:pPr marL="171450" marR="0" lvl="0" indent="-171450" algn="l" defTabSz="1219139" rtl="0" eaLnBrk="1" fontAlgn="auto" latinLnBrk="0" hangingPunct="1">
              <a:lnSpc>
                <a:spcPct val="100000"/>
              </a:lnSpc>
              <a:spcBef>
                <a:spcPts val="0"/>
              </a:spcBef>
              <a:spcAft>
                <a:spcPts val="0"/>
              </a:spcAft>
              <a:buClr>
                <a:srgbClr val="FFFFFF"/>
              </a:buClr>
              <a:buSzPct val="101000"/>
              <a:buFont typeface="Arial" panose="020B0604020202020204" pitchFamily="34" charset="0"/>
              <a:buChar char="•"/>
              <a:tabLst/>
              <a:defRPr/>
            </a:pPr>
            <a:r>
              <a:rPr kumimoji="0" lang="en-US" sz="1300" b="0" i="0" u="none" strike="noStrike" kern="1200" cap="none" spc="0" normalizeH="0" baseline="0" noProof="0">
                <a:ln>
                  <a:noFill/>
                </a:ln>
                <a:solidFill>
                  <a:srgbClr val="FFFFFF"/>
                </a:solidFill>
                <a:effectLst/>
                <a:uLnTx/>
                <a:uFillTx/>
                <a:latin typeface="Montserrat"/>
                <a:ea typeface="+mn-ea"/>
                <a:cs typeface="+mn-cs"/>
              </a:rPr>
              <a:t>Manufacturing focus aligned with specific site roles</a:t>
            </a:r>
          </a:p>
          <a:p>
            <a:pPr marL="171450" marR="0" lvl="0" indent="-171450" algn="l" defTabSz="1219139" rtl="0" eaLnBrk="1" fontAlgn="auto" latinLnBrk="0" hangingPunct="1">
              <a:lnSpc>
                <a:spcPct val="100000"/>
              </a:lnSpc>
              <a:spcBef>
                <a:spcPts val="0"/>
              </a:spcBef>
              <a:spcAft>
                <a:spcPts val="0"/>
              </a:spcAft>
              <a:buClr>
                <a:srgbClr val="FFFFFF"/>
              </a:buClr>
              <a:buSzPct val="101000"/>
              <a:buFont typeface="Arial" panose="020B0604020202020204" pitchFamily="34" charset="0"/>
              <a:buChar char="•"/>
              <a:tabLst/>
              <a:defRPr/>
            </a:pPr>
            <a:r>
              <a:rPr kumimoji="0" lang="en-US" sz="1300" b="0" i="0" u="none" strike="noStrike" kern="1200" cap="none" spc="0" normalizeH="0" baseline="0" noProof="0">
                <a:ln>
                  <a:noFill/>
                </a:ln>
                <a:solidFill>
                  <a:srgbClr val="FFFFFF"/>
                </a:solidFill>
                <a:effectLst/>
                <a:uLnTx/>
                <a:uFillTx/>
                <a:latin typeface="Montserrat"/>
                <a:ea typeface="+mn-ea"/>
                <a:cs typeface="+mn-cs"/>
              </a:rPr>
              <a:t>Superior expertise and supply performance</a:t>
            </a:r>
          </a:p>
          <a:p>
            <a:pPr marL="171450" marR="0" lvl="0" indent="-171450" algn="l" defTabSz="1219139" rtl="0" eaLnBrk="1" fontAlgn="auto" latinLnBrk="0" hangingPunct="1">
              <a:lnSpc>
                <a:spcPct val="100000"/>
              </a:lnSpc>
              <a:spcBef>
                <a:spcPts val="0"/>
              </a:spcBef>
              <a:spcAft>
                <a:spcPts val="0"/>
              </a:spcAft>
              <a:buClr>
                <a:srgbClr val="FFFFFF"/>
              </a:buClr>
              <a:buSzPct val="101000"/>
              <a:buFont typeface="Arial" panose="020B0604020202020204" pitchFamily="34" charset="0"/>
              <a:buChar char="•"/>
              <a:tabLst/>
              <a:defRPr/>
            </a:pPr>
            <a:r>
              <a:rPr kumimoji="0" lang="en-US" sz="1300" b="0" i="0" u="none" strike="noStrike" kern="1200" cap="none" spc="0" normalizeH="0" baseline="0" noProof="0">
                <a:ln>
                  <a:noFill/>
                </a:ln>
                <a:solidFill>
                  <a:srgbClr val="FFFFFF"/>
                </a:solidFill>
                <a:effectLst/>
                <a:uLnTx/>
                <a:uFillTx/>
                <a:latin typeface="Montserrat"/>
                <a:ea typeface="+mn-ea"/>
                <a:cs typeface="+mn-cs"/>
              </a:rPr>
              <a:t>Demonstrated quality and compliance</a:t>
            </a:r>
          </a:p>
          <a:p>
            <a:pPr marL="171450" marR="0" lvl="0" indent="-171450" algn="l" defTabSz="914400" rtl="0" eaLnBrk="1" fontAlgn="auto" latinLnBrk="0" hangingPunct="1">
              <a:lnSpc>
                <a:spcPct val="100000"/>
              </a:lnSpc>
              <a:spcBef>
                <a:spcPts val="0"/>
              </a:spcBef>
              <a:spcAft>
                <a:spcPts val="0"/>
              </a:spcAft>
              <a:buClr>
                <a:srgbClr val="FFFFFF"/>
              </a:buClr>
              <a:buSzTx/>
              <a:buFont typeface="Arial" panose="020B0604020202020204" pitchFamily="34" charset="0"/>
              <a:buChar char="•"/>
              <a:tabLst/>
              <a:defRPr/>
            </a:pPr>
            <a:endParaRPr kumimoji="0" lang="en-US" sz="1300" b="0" i="0" u="none" strike="noStrike" kern="1200" cap="none" spc="0" normalizeH="0" baseline="0" noProof="0">
              <a:ln>
                <a:noFill/>
              </a:ln>
              <a:solidFill>
                <a:srgbClr val="FFFFFF"/>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a:ln>
                <a:noFill/>
              </a:ln>
              <a:solidFill>
                <a:srgbClr val="171717"/>
              </a:solidFill>
              <a:effectLst/>
              <a:uLnTx/>
              <a:uFillTx/>
              <a:latin typeface="Montserrat"/>
              <a:ea typeface="+mn-ea"/>
              <a:cs typeface="+mn-cs"/>
            </a:endParaRPr>
          </a:p>
        </p:txBody>
      </p:sp>
    </p:spTree>
    <p:extLst>
      <p:ext uri="{BB962C8B-B14F-4D97-AF65-F5344CB8AC3E}">
        <p14:creationId xmlns:p14="http://schemas.microsoft.com/office/powerpoint/2010/main" val="40969168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A9B68-999F-2F46-8318-A83141EC4E6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DFC809-B686-BC57-E7F7-CBE8197740BD}"/>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14</a:t>
            </a:fld>
            <a:endParaRPr lang="en-US">
              <a:solidFill>
                <a:schemeClr val="tx2"/>
              </a:solidFill>
              <a:latin typeface="Montserrat" panose="00000500000000000000" pitchFamily="2" charset="0"/>
            </a:endParaRPr>
          </a:p>
        </p:txBody>
      </p:sp>
      <p:sp>
        <p:nvSpPr>
          <p:cNvPr id="2" name="Title 1">
            <a:extLst>
              <a:ext uri="{FF2B5EF4-FFF2-40B4-BE49-F238E27FC236}">
                <a16:creationId xmlns:a16="http://schemas.microsoft.com/office/drawing/2014/main" id="{99BAD26A-4203-41C3-A71A-E978AA949B58}"/>
              </a:ext>
            </a:extLst>
          </p:cNvPr>
          <p:cNvSpPr>
            <a:spLocks noGrp="1"/>
          </p:cNvSpPr>
          <p:nvPr>
            <p:ph type="title"/>
          </p:nvPr>
        </p:nvSpPr>
        <p:spPr>
          <a:xfrm>
            <a:off x="457200" y="192360"/>
            <a:ext cx="10396483" cy="699433"/>
          </a:xfrm>
        </p:spPr>
        <p:txBody>
          <a:bodyPr>
            <a:normAutofit/>
          </a:bodyPr>
          <a:lstStyle/>
          <a:p>
            <a:r>
              <a:rPr lang="en-US" sz="2800">
                <a:latin typeface="Montserrat ExtraBold" panose="00000900000000000000" pitchFamily="2" charset="0"/>
              </a:rPr>
              <a:t>Our manufacturing &amp; supply organization</a:t>
            </a:r>
          </a:p>
        </p:txBody>
      </p:sp>
      <p:sp>
        <p:nvSpPr>
          <p:cNvPr id="4" name="Slide Number Placeholder 2">
            <a:extLst>
              <a:ext uri="{FF2B5EF4-FFF2-40B4-BE49-F238E27FC236}">
                <a16:creationId xmlns:a16="http://schemas.microsoft.com/office/drawing/2014/main" id="{3B7C104A-C59E-4358-825F-A2D261F2B534}"/>
              </a:ext>
            </a:extLst>
          </p:cNvPr>
          <p:cNvSpPr txBox="1">
            <a:spLocks/>
          </p:cNvSpPr>
          <p:nvPr/>
        </p:nvSpPr>
        <p:spPr>
          <a:xfrm>
            <a:off x="5532739" y="4245487"/>
            <a:ext cx="279703" cy="368528"/>
          </a:xfrm>
          <a:prstGeom prst="rect">
            <a:avLst/>
          </a:prstGeom>
        </p:spPr>
        <p:txBody>
          <a:bodyPr vert="horz" lIns="91440" tIns="45720" rIns="91440" bIns="45720" rtlCol="0" anchor="ct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32">
              <a:defRPr/>
            </a:pPr>
            <a:fld id="{7D18A8FE-DFC8-4843-AEF2-DE4DB0CF7D65}" type="slidenum">
              <a:rPr lang="en-US" smtClean="0">
                <a:solidFill>
                  <a:srgbClr val="171717">
                    <a:lumMod val="10000"/>
                    <a:lumOff val="90000"/>
                  </a:srgbClr>
                </a:solidFill>
                <a:latin typeface="Montserrat" panose="00000500000000000000" pitchFamily="2" charset="0"/>
              </a:rPr>
              <a:pPr defTabSz="914332">
                <a:defRPr/>
              </a:pPr>
              <a:t>14</a:t>
            </a:fld>
            <a:endParaRPr lang="en-US">
              <a:solidFill>
                <a:srgbClr val="171717">
                  <a:lumMod val="10000"/>
                  <a:lumOff val="90000"/>
                </a:srgbClr>
              </a:solidFill>
              <a:latin typeface="Montserrat" panose="00000500000000000000" pitchFamily="2" charset="0"/>
            </a:endParaRPr>
          </a:p>
        </p:txBody>
      </p:sp>
      <p:sp>
        <p:nvSpPr>
          <p:cNvPr id="15" name="Rectangle 14">
            <a:extLst>
              <a:ext uri="{FF2B5EF4-FFF2-40B4-BE49-F238E27FC236}">
                <a16:creationId xmlns:a16="http://schemas.microsoft.com/office/drawing/2014/main" id="{AA9A1CDA-3460-0534-84E6-0ECFB1E64C59}"/>
              </a:ext>
            </a:extLst>
          </p:cNvPr>
          <p:cNvSpPr/>
          <p:nvPr/>
        </p:nvSpPr>
        <p:spPr>
          <a:xfrm>
            <a:off x="8515350" y="1243011"/>
            <a:ext cx="3676650" cy="466086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panose="00000500000000000000" pitchFamily="2" charset="0"/>
            </a:endParaRPr>
          </a:p>
        </p:txBody>
      </p:sp>
      <p:sp>
        <p:nvSpPr>
          <p:cNvPr id="16" name="Oval 15">
            <a:extLst>
              <a:ext uri="{FF2B5EF4-FFF2-40B4-BE49-F238E27FC236}">
                <a16:creationId xmlns:a16="http://schemas.microsoft.com/office/drawing/2014/main" id="{6A602006-6A1B-2D65-3FBF-A3CAF0F153C5}"/>
              </a:ext>
            </a:extLst>
          </p:cNvPr>
          <p:cNvSpPr/>
          <p:nvPr/>
        </p:nvSpPr>
        <p:spPr>
          <a:xfrm>
            <a:off x="6184917" y="1243011"/>
            <a:ext cx="4660866" cy="466086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Montserrat" panose="00000500000000000000" pitchFamily="2" charset="0"/>
            </a:endParaRPr>
          </a:p>
        </p:txBody>
      </p:sp>
      <p:sp>
        <p:nvSpPr>
          <p:cNvPr id="75" name="TextBox 74">
            <a:extLst>
              <a:ext uri="{FF2B5EF4-FFF2-40B4-BE49-F238E27FC236}">
                <a16:creationId xmlns:a16="http://schemas.microsoft.com/office/drawing/2014/main" id="{6BD80B3F-4BBE-42B2-B4CF-30430A2B59F8}"/>
              </a:ext>
            </a:extLst>
          </p:cNvPr>
          <p:cNvSpPr txBox="1"/>
          <p:nvPr/>
        </p:nvSpPr>
        <p:spPr>
          <a:xfrm>
            <a:off x="7331542" y="1965900"/>
            <a:ext cx="4358213" cy="1979548"/>
          </a:xfrm>
          <a:prstGeom prst="rect">
            <a:avLst/>
          </a:prstGeom>
          <a:noFill/>
        </p:spPr>
        <p:txBody>
          <a:bodyPr wrap="square" lIns="0" tIns="0" rIns="0" bIns="0" rtlCol="0">
            <a:noAutofit/>
          </a:bodyPr>
          <a:lstStyle/>
          <a:p>
            <a:pPr marL="0" marR="0" lvl="0" indent="0" algn="l" defTabSz="228584"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Organon Manufacturing &amp; Supply (OMS) is designed to support the </a:t>
            </a:r>
            <a:r>
              <a:rPr kumimoji="0" lang="en-US" sz="1700" b="1" i="0" u="none" strike="noStrike" kern="1200" cap="none" spc="0" normalizeH="0" baseline="0" noProof="0" dirty="0">
                <a:ln>
                  <a:noFill/>
                </a:ln>
                <a:solidFill>
                  <a:srgbClr val="FFFFFF"/>
                </a:solidFill>
                <a:effectLst/>
                <a:uLnTx/>
                <a:uFillTx/>
                <a:latin typeface="Montserrat" panose="00000500000000000000" pitchFamily="2" charset="0"/>
              </a:rPr>
              <a:t>complex product </a:t>
            </a: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portfolio of over 70 product families – our </a:t>
            </a:r>
            <a:r>
              <a:rPr kumimoji="0" lang="en-US" sz="1700" b="1" i="0" u="none" strike="noStrike" kern="1200" cap="none" spc="0" normalizeH="0" baseline="0" noProof="0" dirty="0">
                <a:ln>
                  <a:noFill/>
                </a:ln>
                <a:solidFill>
                  <a:srgbClr val="FFFFFF"/>
                </a:solidFill>
                <a:effectLst/>
                <a:uLnTx/>
                <a:uFillTx/>
                <a:latin typeface="Montserrat" panose="00000500000000000000" pitchFamily="2" charset="0"/>
              </a:rPr>
              <a:t>wide-ranging technology platforms </a:t>
            </a: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and our </a:t>
            </a:r>
            <a:r>
              <a:rPr kumimoji="0" lang="en-US" sz="1700" b="1" i="0" u="none" strike="noStrike" kern="1200" cap="none" spc="0" normalizeH="0" baseline="0" noProof="0" dirty="0">
                <a:ln>
                  <a:noFill/>
                </a:ln>
                <a:solidFill>
                  <a:srgbClr val="FFFFFF"/>
                </a:solidFill>
                <a:effectLst/>
                <a:uLnTx/>
                <a:uFillTx/>
                <a:latin typeface="Montserrat" panose="00000500000000000000" pitchFamily="2" charset="0"/>
              </a:rPr>
              <a:t>global supply chains</a:t>
            </a: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 reach patients in the 140 markets we serve around the world. </a:t>
            </a:r>
          </a:p>
          <a:p>
            <a:pPr marL="0" marR="0" lvl="0" indent="0" algn="l" defTabSz="228584"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FFFFFF"/>
              </a:solidFill>
              <a:effectLst/>
              <a:uLnTx/>
              <a:uFillTx/>
              <a:latin typeface="Montserrat" panose="00000500000000000000" pitchFamily="2" charset="0"/>
            </a:endParaRPr>
          </a:p>
          <a:p>
            <a:pPr marL="0" marR="0" lvl="0" indent="0" algn="l" defTabSz="228584"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OMS also drives </a:t>
            </a:r>
            <a:r>
              <a:rPr lang="en-US" sz="1700" b="1" dirty="0">
                <a:solidFill>
                  <a:srgbClr val="FFFFFF"/>
                </a:solidFill>
                <a:latin typeface="Montserrat" panose="00000500000000000000" pitchFamily="2" charset="0"/>
              </a:rPr>
              <a:t>p</a:t>
            </a:r>
            <a:r>
              <a:rPr kumimoji="0" lang="en-US" sz="1700" b="1" i="0" u="none" strike="noStrike" kern="1200" cap="none" spc="0" normalizeH="0" baseline="0" noProof="0" dirty="0" err="1">
                <a:ln>
                  <a:noFill/>
                </a:ln>
                <a:solidFill>
                  <a:srgbClr val="FFFFFF"/>
                </a:solidFill>
                <a:effectLst/>
                <a:uLnTx/>
                <a:uFillTx/>
                <a:latin typeface="Montserrat" panose="00000500000000000000" pitchFamily="2" charset="0"/>
              </a:rPr>
              <a:t>ipeline</a:t>
            </a:r>
            <a:r>
              <a:rPr kumimoji="0" lang="en-US" sz="1700" b="1" i="0" u="none" strike="noStrike" kern="1200" cap="none" spc="0" normalizeH="0" baseline="0" noProof="0" dirty="0">
                <a:ln>
                  <a:noFill/>
                </a:ln>
                <a:solidFill>
                  <a:srgbClr val="FFFFFF"/>
                </a:solidFill>
                <a:effectLst/>
                <a:uLnTx/>
                <a:uFillTx/>
                <a:latin typeface="Montserrat" panose="00000500000000000000" pitchFamily="2" charset="0"/>
              </a:rPr>
              <a:t> growth </a:t>
            </a:r>
            <a:r>
              <a:rPr kumimoji="0" lang="en-US" sz="1700" b="0" i="0" u="none" strike="noStrike" kern="1200" cap="none" spc="0" normalizeH="0" baseline="0" noProof="0" dirty="0">
                <a:ln>
                  <a:noFill/>
                </a:ln>
                <a:solidFill>
                  <a:srgbClr val="FFFFFF"/>
                </a:solidFill>
                <a:effectLst/>
                <a:uLnTx/>
                <a:uFillTx/>
                <a:latin typeface="Montserrat" panose="00000500000000000000" pitchFamily="2" charset="0"/>
              </a:rPr>
              <a:t>with technical, regulatory CMC &amp; supply chain capabilities in Clinical Development.</a:t>
            </a:r>
          </a:p>
          <a:p>
            <a:pPr marL="0" marR="0" lvl="0" indent="0" algn="l" defTabSz="228584" rtl="0" eaLnBrk="1" fontAlgn="auto" latinLnBrk="0" hangingPunct="1">
              <a:lnSpc>
                <a:spcPct val="100000"/>
              </a:lnSpc>
              <a:spcBef>
                <a:spcPts val="0"/>
              </a:spcBef>
              <a:spcAft>
                <a:spcPts val="0"/>
              </a:spcAft>
              <a:buClrTx/>
              <a:buSzTx/>
              <a:buFontTx/>
              <a:buNone/>
              <a:tabLst/>
              <a:defRPr/>
            </a:pPr>
            <a:endParaRPr kumimoji="0" lang="en-US" sz="1700" b="0" i="0" u="none" strike="noStrike" kern="1200" cap="none" spc="0" normalizeH="0" baseline="0" noProof="0" dirty="0">
              <a:ln>
                <a:noFill/>
              </a:ln>
              <a:solidFill>
                <a:srgbClr val="FFFFFF"/>
              </a:solidFill>
              <a:effectLst/>
              <a:uLnTx/>
              <a:uFillTx/>
              <a:latin typeface="Montserrat" panose="00000500000000000000" pitchFamily="2" charset="0"/>
            </a:endParaRPr>
          </a:p>
        </p:txBody>
      </p:sp>
      <p:grpSp>
        <p:nvGrpSpPr>
          <p:cNvPr id="5" name="Group 4">
            <a:extLst>
              <a:ext uri="{FF2B5EF4-FFF2-40B4-BE49-F238E27FC236}">
                <a16:creationId xmlns:a16="http://schemas.microsoft.com/office/drawing/2014/main" id="{4BDA6A5F-9919-C734-A485-6028289ED8BD}"/>
              </a:ext>
            </a:extLst>
          </p:cNvPr>
          <p:cNvGrpSpPr/>
          <p:nvPr/>
        </p:nvGrpSpPr>
        <p:grpSpPr>
          <a:xfrm>
            <a:off x="200270" y="1168348"/>
            <a:ext cx="5798410" cy="4706953"/>
            <a:chOff x="285935" y="1168348"/>
            <a:chExt cx="5798410" cy="4706953"/>
          </a:xfrm>
        </p:grpSpPr>
        <p:sp>
          <p:nvSpPr>
            <p:cNvPr id="6" name="Slide Number Placeholder 2">
              <a:extLst>
                <a:ext uri="{FF2B5EF4-FFF2-40B4-BE49-F238E27FC236}">
                  <a16:creationId xmlns:a16="http://schemas.microsoft.com/office/drawing/2014/main" id="{02C1A566-7D60-8FE4-E078-1993369E78BC}"/>
                </a:ext>
              </a:extLst>
            </p:cNvPr>
            <p:cNvSpPr txBox="1">
              <a:spLocks/>
            </p:cNvSpPr>
            <p:nvPr/>
          </p:nvSpPr>
          <p:spPr>
            <a:xfrm>
              <a:off x="5532739" y="4245487"/>
              <a:ext cx="279703" cy="368528"/>
            </a:xfrm>
            <a:prstGeom prst="rect">
              <a:avLst/>
            </a:prstGeom>
          </p:spPr>
          <p:txBody>
            <a:bodyPr vert="horz" lIns="91440" tIns="45720" rIns="91440" bIns="45720" rtlCol="0" anchor="ctr"/>
            <a:lstStyle>
              <a:defPPr>
                <a:defRPr lang="en-US"/>
              </a:defPPr>
              <a:lvl1pPr marL="0" algn="ctr" defTabSz="914400" rtl="0" eaLnBrk="1" latinLnBrk="0" hangingPunct="1">
                <a:defRPr sz="800"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332">
                <a:defRPr/>
              </a:pPr>
              <a:fld id="{7D18A8FE-DFC8-4843-AEF2-DE4DB0CF7D65}" type="slidenum">
                <a:rPr lang="en-US" smtClean="0">
                  <a:solidFill>
                    <a:srgbClr val="171717">
                      <a:lumMod val="10000"/>
                      <a:lumOff val="90000"/>
                    </a:srgbClr>
                  </a:solidFill>
                  <a:latin typeface="Montserrat" panose="00000500000000000000" pitchFamily="2" charset="0"/>
                </a:rPr>
                <a:pPr defTabSz="914332">
                  <a:defRPr/>
                </a:pPr>
                <a:t>14</a:t>
              </a:fld>
              <a:endParaRPr lang="en-US">
                <a:solidFill>
                  <a:srgbClr val="171717">
                    <a:lumMod val="10000"/>
                    <a:lumOff val="90000"/>
                  </a:srgbClr>
                </a:solidFill>
                <a:latin typeface="Montserrat" panose="00000500000000000000" pitchFamily="2" charset="0"/>
              </a:endParaRPr>
            </a:p>
          </p:txBody>
        </p:sp>
        <p:pic>
          <p:nvPicPr>
            <p:cNvPr id="7" name="Picture 6">
              <a:extLst>
                <a:ext uri="{FF2B5EF4-FFF2-40B4-BE49-F238E27FC236}">
                  <a16:creationId xmlns:a16="http://schemas.microsoft.com/office/drawing/2014/main" id="{363DDA4F-6E2D-0127-9D7C-C92CEE153E81}"/>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08795" y="1168348"/>
              <a:ext cx="5698289" cy="4706953"/>
            </a:xfrm>
            <a:prstGeom prst="rect">
              <a:avLst/>
            </a:prstGeom>
          </p:spPr>
        </p:pic>
        <p:sp>
          <p:nvSpPr>
            <p:cNvPr id="8" name="TextBox 7">
              <a:extLst>
                <a:ext uri="{FF2B5EF4-FFF2-40B4-BE49-F238E27FC236}">
                  <a16:creationId xmlns:a16="http://schemas.microsoft.com/office/drawing/2014/main" id="{10057A24-8C0D-2BC2-D52D-5D82818A8F8A}"/>
                </a:ext>
              </a:extLst>
            </p:cNvPr>
            <p:cNvSpPr txBox="1"/>
            <p:nvPr/>
          </p:nvSpPr>
          <p:spPr>
            <a:xfrm>
              <a:off x="2811780" y="1220151"/>
              <a:ext cx="1114408" cy="461665"/>
            </a:xfrm>
            <a:prstGeom prst="rect">
              <a:avLst/>
            </a:prstGeom>
            <a:solidFill>
              <a:schemeClr val="bg1"/>
            </a:solidFill>
          </p:spPr>
          <p:txBody>
            <a:bodyPr wrap="none" rtlCol="0">
              <a:spAutoFit/>
            </a:bodyPr>
            <a:lstStyle/>
            <a:p>
              <a:pPr algn="ctr"/>
              <a:r>
                <a:rPr lang="en-US" sz="1200" dirty="0">
                  <a:solidFill>
                    <a:schemeClr val="accent2"/>
                  </a:solidFill>
                  <a:latin typeface="Montserrat SemiBold" panose="00000700000000000000" pitchFamily="2" charset="0"/>
                </a:rPr>
                <a:t>Science &amp;</a:t>
              </a:r>
            </a:p>
            <a:p>
              <a:pPr algn="ctr"/>
              <a:r>
                <a:rPr lang="en-US" sz="1200" dirty="0">
                  <a:solidFill>
                    <a:schemeClr val="accent2"/>
                  </a:solidFill>
                  <a:latin typeface="Montserrat SemiBold" panose="00000700000000000000" pitchFamily="2" charset="0"/>
                </a:rPr>
                <a:t>Technology</a:t>
              </a:r>
            </a:p>
          </p:txBody>
        </p:sp>
        <p:sp>
          <p:nvSpPr>
            <p:cNvPr id="9" name="TextBox 8">
              <a:extLst>
                <a:ext uri="{FF2B5EF4-FFF2-40B4-BE49-F238E27FC236}">
                  <a16:creationId xmlns:a16="http://schemas.microsoft.com/office/drawing/2014/main" id="{235AE46A-306C-89F6-0C48-D48BEF521299}"/>
                </a:ext>
              </a:extLst>
            </p:cNvPr>
            <p:cNvSpPr txBox="1"/>
            <p:nvPr/>
          </p:nvSpPr>
          <p:spPr>
            <a:xfrm>
              <a:off x="285935" y="2219026"/>
              <a:ext cx="1366080" cy="830997"/>
            </a:xfrm>
            <a:prstGeom prst="rect">
              <a:avLst/>
            </a:prstGeom>
            <a:solidFill>
              <a:schemeClr val="bg1"/>
            </a:solidFill>
          </p:spPr>
          <p:txBody>
            <a:bodyPr wrap="square" rtlCol="0">
              <a:spAutoFit/>
            </a:bodyPr>
            <a:lstStyle/>
            <a:p>
              <a:pPr algn="ctr"/>
              <a:r>
                <a:rPr lang="en-US" sz="1200" dirty="0">
                  <a:solidFill>
                    <a:schemeClr val="accent2"/>
                  </a:solidFill>
                  <a:latin typeface="Montserrat SemiBold" panose="00000700000000000000" pitchFamily="2" charset="0"/>
                </a:rPr>
                <a:t>Regulatory</a:t>
              </a:r>
            </a:p>
            <a:p>
              <a:pPr algn="ctr"/>
              <a:r>
                <a:rPr lang="en-US" sz="1200" dirty="0">
                  <a:solidFill>
                    <a:schemeClr val="accent2"/>
                  </a:solidFill>
                  <a:latin typeface="Montserrat SemiBold" panose="00000700000000000000" pitchFamily="2" charset="0"/>
                </a:rPr>
                <a:t>Chemistry,</a:t>
              </a:r>
            </a:p>
            <a:p>
              <a:pPr algn="ctr"/>
              <a:r>
                <a:rPr lang="en-US" sz="1200" dirty="0">
                  <a:solidFill>
                    <a:schemeClr val="accent2"/>
                  </a:solidFill>
                  <a:latin typeface="Montserrat SemiBold" panose="00000700000000000000" pitchFamily="2" charset="0"/>
                </a:rPr>
                <a:t>Manufacturing</a:t>
              </a:r>
            </a:p>
            <a:p>
              <a:pPr algn="ctr"/>
              <a:r>
                <a:rPr lang="en-US" sz="1200" dirty="0">
                  <a:solidFill>
                    <a:schemeClr val="accent2"/>
                  </a:solidFill>
                  <a:latin typeface="Montserrat SemiBold" panose="00000700000000000000" pitchFamily="2" charset="0"/>
                </a:rPr>
                <a:t>&amp; Controls</a:t>
              </a:r>
            </a:p>
          </p:txBody>
        </p:sp>
        <p:sp>
          <p:nvSpPr>
            <p:cNvPr id="10" name="TextBox 9">
              <a:extLst>
                <a:ext uri="{FF2B5EF4-FFF2-40B4-BE49-F238E27FC236}">
                  <a16:creationId xmlns:a16="http://schemas.microsoft.com/office/drawing/2014/main" id="{65F93E14-B66A-10FC-51ED-8C712D9C99C6}"/>
                </a:ext>
              </a:extLst>
            </p:cNvPr>
            <p:cNvSpPr txBox="1"/>
            <p:nvPr/>
          </p:nvSpPr>
          <p:spPr>
            <a:xfrm>
              <a:off x="4827270" y="2184289"/>
              <a:ext cx="1257075" cy="461665"/>
            </a:xfrm>
            <a:prstGeom prst="rect">
              <a:avLst/>
            </a:prstGeom>
            <a:solidFill>
              <a:schemeClr val="bg1"/>
            </a:solidFill>
          </p:spPr>
          <p:txBody>
            <a:bodyPr wrap="none" rtlCol="0">
              <a:spAutoFit/>
            </a:bodyPr>
            <a:lstStyle/>
            <a:p>
              <a:pPr algn="ctr"/>
              <a:r>
                <a:rPr lang="en-US" sz="1200" dirty="0">
                  <a:solidFill>
                    <a:schemeClr val="accent2"/>
                  </a:solidFill>
                  <a:latin typeface="Montserrat SemiBold" panose="00000700000000000000" pitchFamily="2" charset="0"/>
                </a:rPr>
                <a:t>Supply Chain</a:t>
              </a:r>
            </a:p>
            <a:p>
              <a:pPr algn="ctr"/>
              <a:r>
                <a:rPr lang="en-US" sz="1200" dirty="0">
                  <a:solidFill>
                    <a:schemeClr val="accent2"/>
                  </a:solidFill>
                  <a:latin typeface="Montserrat SemiBold" panose="00000700000000000000" pitchFamily="2" charset="0"/>
                </a:rPr>
                <a:t>Management</a:t>
              </a:r>
            </a:p>
          </p:txBody>
        </p:sp>
        <p:sp>
          <p:nvSpPr>
            <p:cNvPr id="11" name="TextBox 10">
              <a:extLst>
                <a:ext uri="{FF2B5EF4-FFF2-40B4-BE49-F238E27FC236}">
                  <a16:creationId xmlns:a16="http://schemas.microsoft.com/office/drawing/2014/main" id="{A4619347-D32A-04E4-8881-2D6DE42ACC7D}"/>
                </a:ext>
              </a:extLst>
            </p:cNvPr>
            <p:cNvSpPr txBox="1"/>
            <p:nvPr/>
          </p:nvSpPr>
          <p:spPr>
            <a:xfrm>
              <a:off x="4889241" y="4154897"/>
              <a:ext cx="755336" cy="276999"/>
            </a:xfrm>
            <a:prstGeom prst="rect">
              <a:avLst/>
            </a:prstGeom>
            <a:solidFill>
              <a:schemeClr val="bg1"/>
            </a:solidFill>
          </p:spPr>
          <p:txBody>
            <a:bodyPr wrap="none" rtlCol="0">
              <a:spAutoFit/>
            </a:bodyPr>
            <a:lstStyle/>
            <a:p>
              <a:pPr algn="ctr"/>
              <a:r>
                <a:rPr lang="en-US" sz="1200" dirty="0">
                  <a:solidFill>
                    <a:schemeClr val="accent2"/>
                  </a:solidFill>
                  <a:latin typeface="Montserrat SemiBold" panose="00000700000000000000" pitchFamily="2" charset="0"/>
                </a:rPr>
                <a:t>Quality</a:t>
              </a:r>
            </a:p>
          </p:txBody>
        </p:sp>
        <p:sp>
          <p:nvSpPr>
            <p:cNvPr id="12" name="TextBox 11">
              <a:extLst>
                <a:ext uri="{FF2B5EF4-FFF2-40B4-BE49-F238E27FC236}">
                  <a16:creationId xmlns:a16="http://schemas.microsoft.com/office/drawing/2014/main" id="{781E5BC9-DCFC-92EA-922C-91C66AC42F72}"/>
                </a:ext>
              </a:extLst>
            </p:cNvPr>
            <p:cNvSpPr txBox="1"/>
            <p:nvPr/>
          </p:nvSpPr>
          <p:spPr>
            <a:xfrm>
              <a:off x="422910" y="4220399"/>
              <a:ext cx="1366080" cy="461665"/>
            </a:xfrm>
            <a:prstGeom prst="rect">
              <a:avLst/>
            </a:prstGeom>
            <a:solidFill>
              <a:schemeClr val="bg1"/>
            </a:solidFill>
          </p:spPr>
          <p:txBody>
            <a:bodyPr wrap="square" rtlCol="0">
              <a:spAutoFit/>
            </a:bodyPr>
            <a:lstStyle/>
            <a:p>
              <a:pPr algn="ctr"/>
              <a:r>
                <a:rPr lang="en-US" sz="1200" dirty="0">
                  <a:solidFill>
                    <a:schemeClr val="accent2"/>
                  </a:solidFill>
                  <a:latin typeface="Montserrat SemiBold" panose="00000700000000000000" pitchFamily="2" charset="0"/>
                </a:rPr>
                <a:t>Manufacturing</a:t>
              </a:r>
            </a:p>
            <a:p>
              <a:pPr algn="ctr"/>
              <a:r>
                <a:rPr lang="en-US" sz="1200" dirty="0">
                  <a:solidFill>
                    <a:schemeClr val="accent2"/>
                  </a:solidFill>
                  <a:latin typeface="Montserrat SemiBold" panose="00000700000000000000" pitchFamily="2" charset="0"/>
                </a:rPr>
                <a:t>Integration</a:t>
              </a:r>
            </a:p>
          </p:txBody>
        </p:sp>
        <p:sp>
          <p:nvSpPr>
            <p:cNvPr id="13" name="TextBox 12">
              <a:extLst>
                <a:ext uri="{FF2B5EF4-FFF2-40B4-BE49-F238E27FC236}">
                  <a16:creationId xmlns:a16="http://schemas.microsoft.com/office/drawing/2014/main" id="{977E50A2-8B30-E46E-BDB9-766317265D07}"/>
                </a:ext>
              </a:extLst>
            </p:cNvPr>
            <p:cNvSpPr txBox="1"/>
            <p:nvPr/>
          </p:nvSpPr>
          <p:spPr>
            <a:xfrm>
              <a:off x="1980061" y="5319427"/>
              <a:ext cx="2679956" cy="461665"/>
            </a:xfrm>
            <a:prstGeom prst="rect">
              <a:avLst/>
            </a:prstGeom>
            <a:solidFill>
              <a:schemeClr val="bg1"/>
            </a:solidFill>
          </p:spPr>
          <p:txBody>
            <a:bodyPr wrap="square" rtlCol="0">
              <a:spAutoFit/>
            </a:bodyPr>
            <a:lstStyle/>
            <a:p>
              <a:pPr algn="ctr"/>
              <a:r>
                <a:rPr lang="en-US" sz="1200" dirty="0">
                  <a:solidFill>
                    <a:schemeClr val="accent2"/>
                  </a:solidFill>
                  <a:latin typeface="Montserrat SemiBold" panose="00000700000000000000" pitchFamily="2" charset="0"/>
                </a:rPr>
                <a:t>Internal &amp; External Operations</a:t>
              </a:r>
            </a:p>
            <a:p>
              <a:pPr algn="ctr"/>
              <a:r>
                <a:rPr lang="en-US" sz="1200" dirty="0">
                  <a:solidFill>
                    <a:schemeClr val="accent2"/>
                  </a:solidFill>
                  <a:latin typeface="Montserrat SemiBold" panose="00000700000000000000" pitchFamily="2" charset="0"/>
                </a:rPr>
                <a:t>IPS &amp; Business Support </a:t>
              </a:r>
            </a:p>
          </p:txBody>
        </p:sp>
      </p:grpSp>
    </p:spTree>
    <p:extLst>
      <p:ext uri="{BB962C8B-B14F-4D97-AF65-F5344CB8AC3E}">
        <p14:creationId xmlns:p14="http://schemas.microsoft.com/office/powerpoint/2010/main" val="6736207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0E665-142A-4832-F210-5C78A5160B5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E09A20E-01BF-3FA0-43F4-C78AF28B9EE4}"/>
              </a:ext>
            </a:extLst>
          </p:cNvPr>
          <p:cNvSpPr>
            <a:spLocks noGrp="1"/>
          </p:cNvSpPr>
          <p:nvPr>
            <p:ph type="title"/>
          </p:nvPr>
        </p:nvSpPr>
        <p:spPr/>
        <p:txBody>
          <a:bodyPr/>
          <a:lstStyle/>
          <a:p>
            <a:r>
              <a:rPr lang="en-US">
                <a:latin typeface="Montserrat ExtraBold" panose="00000900000000000000" pitchFamily="2" charset="0"/>
              </a:rPr>
              <a:t>Corporate responsibility</a:t>
            </a:r>
          </a:p>
        </p:txBody>
      </p:sp>
      <p:sp>
        <p:nvSpPr>
          <p:cNvPr id="3" name="Slide Number Placeholder 2">
            <a:extLst>
              <a:ext uri="{FF2B5EF4-FFF2-40B4-BE49-F238E27FC236}">
                <a16:creationId xmlns:a16="http://schemas.microsoft.com/office/drawing/2014/main" id="{F9DD7EAC-DF14-CC52-D3D1-E0505202B3FD}"/>
              </a:ext>
            </a:extLst>
          </p:cNvPr>
          <p:cNvSpPr>
            <a:spLocks noGrp="1"/>
          </p:cNvSpPr>
          <p:nvPr>
            <p:ph type="sldNum" sz="quarter" idx="12"/>
          </p:nvPr>
        </p:nvSpPr>
        <p:spPr/>
        <p:txBody>
          <a:bodyPr/>
          <a:lstStyle/>
          <a:p>
            <a:fld id="{7D18A8FE-DFC8-4843-AEF2-DE4DB0CF7D65}" type="slidenum">
              <a:rPr lang="en-US" smtClean="0"/>
              <a:pPr/>
              <a:t>15</a:t>
            </a:fld>
            <a:endParaRPr lang="en-US">
              <a:solidFill>
                <a:schemeClr val="tx2"/>
              </a:solidFill>
            </a:endParaRPr>
          </a:p>
        </p:txBody>
      </p:sp>
    </p:spTree>
    <p:extLst>
      <p:ext uri="{BB962C8B-B14F-4D97-AF65-F5344CB8AC3E}">
        <p14:creationId xmlns:p14="http://schemas.microsoft.com/office/powerpoint/2010/main" val="3351368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03C7C-C925-CA13-2913-3B7B9257D16D}"/>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3E85C6-0A01-DA2F-0A96-E7C677CDEB26}"/>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16</a:t>
            </a:fld>
            <a:endParaRPr lang="en-US">
              <a:solidFill>
                <a:schemeClr val="tx2"/>
              </a:solidFill>
              <a:latin typeface="Montserrat" panose="00000500000000000000" pitchFamily="2" charset="0"/>
            </a:endParaRPr>
          </a:p>
        </p:txBody>
      </p:sp>
      <p:sp>
        <p:nvSpPr>
          <p:cNvPr id="7" name="Title 1">
            <a:extLst>
              <a:ext uri="{FF2B5EF4-FFF2-40B4-BE49-F238E27FC236}">
                <a16:creationId xmlns:a16="http://schemas.microsoft.com/office/drawing/2014/main" id="{FD88F9B1-88FD-919E-1676-E0E4586B702C}"/>
              </a:ext>
            </a:extLst>
          </p:cNvPr>
          <p:cNvSpPr>
            <a:spLocks noGrp="1"/>
          </p:cNvSpPr>
          <p:nvPr>
            <p:ph type="title"/>
          </p:nvPr>
        </p:nvSpPr>
        <p:spPr>
          <a:xfrm>
            <a:off x="457200" y="687485"/>
            <a:ext cx="10396483" cy="699433"/>
          </a:xfrm>
        </p:spPr>
        <p:txBody>
          <a:bodyPr>
            <a:noAutofit/>
          </a:bodyPr>
          <a:lstStyle/>
          <a:p>
            <a:r>
              <a:rPr lang="en-US" sz="2400">
                <a:solidFill>
                  <a:srgbClr val="000000"/>
                </a:solidFill>
                <a:latin typeface="Montserrat ExtraBold" panose="00000900000000000000" pitchFamily="2" charset="0"/>
              </a:rPr>
              <a:t>Focus: Committed to </a:t>
            </a:r>
            <a:r>
              <a:rPr lang="en-US" sz="2400">
                <a:solidFill>
                  <a:srgbClr val="EC067C"/>
                </a:solidFill>
                <a:latin typeface="Montserrat ExtraBold" panose="00000900000000000000" pitchFamily="2" charset="0"/>
              </a:rPr>
              <a:t>reducing unplanned pregnancies</a:t>
            </a:r>
            <a:r>
              <a:rPr lang="en-US" sz="2400">
                <a:solidFill>
                  <a:srgbClr val="000000"/>
                </a:solidFill>
                <a:latin typeface="Montserrat ExtraBold" panose="00000900000000000000" pitchFamily="2" charset="0"/>
              </a:rPr>
              <a:t> </a:t>
            </a:r>
            <a:r>
              <a:rPr lang="en-US" sz="2400">
                <a:latin typeface="Montserrat ExtraBold" panose="00000900000000000000" pitchFamily="2" charset="0"/>
              </a:rPr>
              <a:t>so women and girls can achieve their promise through:</a:t>
            </a:r>
            <a:br>
              <a:rPr lang="en-US" sz="2400">
                <a:latin typeface="Montserrat ExtraBold" panose="00000900000000000000" pitchFamily="2" charset="0"/>
              </a:rPr>
            </a:br>
            <a:endParaRPr lang="en-US" sz="2400">
              <a:latin typeface="Montserrat ExtraBold" panose="00000900000000000000" pitchFamily="2" charset="0"/>
            </a:endParaRPr>
          </a:p>
        </p:txBody>
      </p:sp>
      <p:pic>
        <p:nvPicPr>
          <p:cNvPr id="8" name="Picture 7" descr="A cartoon of a butterfly and flowers&#10;&#10;Description automatically generated">
            <a:extLst>
              <a:ext uri="{FF2B5EF4-FFF2-40B4-BE49-F238E27FC236}">
                <a16:creationId xmlns:a16="http://schemas.microsoft.com/office/drawing/2014/main" id="{4492EC16-0430-5755-F0A7-B7A822930DA1}"/>
              </a:ext>
            </a:extLst>
          </p:cNvPr>
          <p:cNvPicPr>
            <a:picLocks noChangeAspect="1"/>
          </p:cNvPicPr>
          <p:nvPr/>
        </p:nvPicPr>
        <p:blipFill>
          <a:blip r:embed="rId3"/>
          <a:srcRect l="58515" b="8911"/>
          <a:stretch/>
        </p:blipFill>
        <p:spPr>
          <a:xfrm>
            <a:off x="0" y="0"/>
            <a:ext cx="7154333" cy="6741994"/>
          </a:xfrm>
          <a:prstGeom prst="rect">
            <a:avLst/>
          </a:prstGeom>
        </p:spPr>
      </p:pic>
      <p:sp>
        <p:nvSpPr>
          <p:cNvPr id="9" name="Freeform 17">
            <a:extLst>
              <a:ext uri="{FF2B5EF4-FFF2-40B4-BE49-F238E27FC236}">
                <a16:creationId xmlns:a16="http://schemas.microsoft.com/office/drawing/2014/main" id="{20DA2686-A092-B53B-0790-1EE6A4BF67A6}"/>
              </a:ext>
            </a:extLst>
          </p:cNvPr>
          <p:cNvSpPr/>
          <p:nvPr/>
        </p:nvSpPr>
        <p:spPr>
          <a:xfrm>
            <a:off x="6539345" y="1276082"/>
            <a:ext cx="5195455" cy="513135"/>
          </a:xfrm>
          <a:custGeom>
            <a:avLst/>
            <a:gdLst>
              <a:gd name="connsiteX0" fmla="*/ 179587 w 4037610"/>
              <a:gd name="connsiteY0" fmla="*/ 0 h 384851"/>
              <a:gd name="connsiteX1" fmla="*/ 690226 w 4037610"/>
              <a:gd name="connsiteY1" fmla="*/ 0 h 384851"/>
              <a:gd name="connsiteX2" fmla="*/ 725851 w 4037610"/>
              <a:gd name="connsiteY2" fmla="*/ 0 h 384851"/>
              <a:gd name="connsiteX3" fmla="*/ 936694 w 4037610"/>
              <a:gd name="connsiteY3" fmla="*/ 0 h 384851"/>
              <a:gd name="connsiteX4" fmla="*/ 1236490 w 4037610"/>
              <a:gd name="connsiteY4" fmla="*/ 0 h 384851"/>
              <a:gd name="connsiteX5" fmla="*/ 1402744 w 4037610"/>
              <a:gd name="connsiteY5" fmla="*/ 0 h 384851"/>
              <a:gd name="connsiteX6" fmla="*/ 1447333 w 4037610"/>
              <a:gd name="connsiteY6" fmla="*/ 0 h 384851"/>
              <a:gd name="connsiteX7" fmla="*/ 1482958 w 4037610"/>
              <a:gd name="connsiteY7" fmla="*/ 0 h 384851"/>
              <a:gd name="connsiteX8" fmla="*/ 1913383 w 4037610"/>
              <a:gd name="connsiteY8" fmla="*/ 0 h 384851"/>
              <a:gd name="connsiteX9" fmla="*/ 1993597 w 4037610"/>
              <a:gd name="connsiteY9" fmla="*/ 0 h 384851"/>
              <a:gd name="connsiteX10" fmla="*/ 2091513 w 4037610"/>
              <a:gd name="connsiteY10" fmla="*/ 0 h 384851"/>
              <a:gd name="connsiteX11" fmla="*/ 2159851 w 4037610"/>
              <a:gd name="connsiteY11" fmla="*/ 0 h 384851"/>
              <a:gd name="connsiteX12" fmla="*/ 2590277 w 4037610"/>
              <a:gd name="connsiteY12" fmla="*/ 0 h 384851"/>
              <a:gd name="connsiteX13" fmla="*/ 2602152 w 4037610"/>
              <a:gd name="connsiteY13" fmla="*/ 0 h 384851"/>
              <a:gd name="connsiteX14" fmla="*/ 2670490 w 4037610"/>
              <a:gd name="connsiteY14" fmla="*/ 0 h 384851"/>
              <a:gd name="connsiteX15" fmla="*/ 2848620 w 4037610"/>
              <a:gd name="connsiteY15" fmla="*/ 0 h 384851"/>
              <a:gd name="connsiteX16" fmla="*/ 3100916 w 4037610"/>
              <a:gd name="connsiteY16" fmla="*/ 0 h 384851"/>
              <a:gd name="connsiteX17" fmla="*/ 3347384 w 4037610"/>
              <a:gd name="connsiteY17" fmla="*/ 0 h 384851"/>
              <a:gd name="connsiteX18" fmla="*/ 3359259 w 4037610"/>
              <a:gd name="connsiteY18" fmla="*/ 0 h 384851"/>
              <a:gd name="connsiteX19" fmla="*/ 3858023 w 4037610"/>
              <a:gd name="connsiteY19" fmla="*/ 0 h 384851"/>
              <a:gd name="connsiteX20" fmla="*/ 4037610 w 4037610"/>
              <a:gd name="connsiteY20" fmla="*/ 192426 h 384851"/>
              <a:gd name="connsiteX21" fmla="*/ 3858023 w 4037610"/>
              <a:gd name="connsiteY21" fmla="*/ 384851 h 384851"/>
              <a:gd name="connsiteX22" fmla="*/ 3359259 w 4037610"/>
              <a:gd name="connsiteY22" fmla="*/ 384851 h 384851"/>
              <a:gd name="connsiteX23" fmla="*/ 3347384 w 4037610"/>
              <a:gd name="connsiteY23" fmla="*/ 384851 h 384851"/>
              <a:gd name="connsiteX24" fmla="*/ 3100916 w 4037610"/>
              <a:gd name="connsiteY24" fmla="*/ 384851 h 384851"/>
              <a:gd name="connsiteX25" fmla="*/ 2848620 w 4037610"/>
              <a:gd name="connsiteY25" fmla="*/ 384851 h 384851"/>
              <a:gd name="connsiteX26" fmla="*/ 2670490 w 4037610"/>
              <a:gd name="connsiteY26" fmla="*/ 384851 h 384851"/>
              <a:gd name="connsiteX27" fmla="*/ 2602152 w 4037610"/>
              <a:gd name="connsiteY27" fmla="*/ 384851 h 384851"/>
              <a:gd name="connsiteX28" fmla="*/ 2590277 w 4037610"/>
              <a:gd name="connsiteY28" fmla="*/ 384851 h 384851"/>
              <a:gd name="connsiteX29" fmla="*/ 2159851 w 4037610"/>
              <a:gd name="connsiteY29" fmla="*/ 384851 h 384851"/>
              <a:gd name="connsiteX30" fmla="*/ 2091513 w 4037610"/>
              <a:gd name="connsiteY30" fmla="*/ 384851 h 384851"/>
              <a:gd name="connsiteX31" fmla="*/ 1993597 w 4037610"/>
              <a:gd name="connsiteY31" fmla="*/ 384851 h 384851"/>
              <a:gd name="connsiteX32" fmla="*/ 1913383 w 4037610"/>
              <a:gd name="connsiteY32" fmla="*/ 384851 h 384851"/>
              <a:gd name="connsiteX33" fmla="*/ 1482958 w 4037610"/>
              <a:gd name="connsiteY33" fmla="*/ 384851 h 384851"/>
              <a:gd name="connsiteX34" fmla="*/ 1447333 w 4037610"/>
              <a:gd name="connsiteY34" fmla="*/ 384851 h 384851"/>
              <a:gd name="connsiteX35" fmla="*/ 1402744 w 4037610"/>
              <a:gd name="connsiteY35" fmla="*/ 384851 h 384851"/>
              <a:gd name="connsiteX36" fmla="*/ 1236490 w 4037610"/>
              <a:gd name="connsiteY36" fmla="*/ 384851 h 384851"/>
              <a:gd name="connsiteX37" fmla="*/ 936694 w 4037610"/>
              <a:gd name="connsiteY37" fmla="*/ 384851 h 384851"/>
              <a:gd name="connsiteX38" fmla="*/ 725851 w 4037610"/>
              <a:gd name="connsiteY38" fmla="*/ 384851 h 384851"/>
              <a:gd name="connsiteX39" fmla="*/ 690226 w 4037610"/>
              <a:gd name="connsiteY39" fmla="*/ 384851 h 384851"/>
              <a:gd name="connsiteX40" fmla="*/ 179587 w 4037610"/>
              <a:gd name="connsiteY40" fmla="*/ 384851 h 384851"/>
              <a:gd name="connsiteX41" fmla="*/ 0 w 4037610"/>
              <a:gd name="connsiteY41" fmla="*/ 192426 h 384851"/>
              <a:gd name="connsiteX42" fmla="*/ 179587 w 4037610"/>
              <a:gd name="connsiteY42" fmla="*/ 0 h 38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37610" h="384851">
                <a:moveTo>
                  <a:pt x="179587" y="0"/>
                </a:moveTo>
                <a:lnTo>
                  <a:pt x="690226" y="0"/>
                </a:lnTo>
                <a:lnTo>
                  <a:pt x="725851" y="0"/>
                </a:lnTo>
                <a:lnTo>
                  <a:pt x="936694" y="0"/>
                </a:lnTo>
                <a:lnTo>
                  <a:pt x="1236490" y="0"/>
                </a:lnTo>
                <a:lnTo>
                  <a:pt x="1402744" y="0"/>
                </a:lnTo>
                <a:lnTo>
                  <a:pt x="1447333" y="0"/>
                </a:lnTo>
                <a:lnTo>
                  <a:pt x="1482958" y="0"/>
                </a:lnTo>
                <a:lnTo>
                  <a:pt x="1913383" y="0"/>
                </a:lnTo>
                <a:lnTo>
                  <a:pt x="1993597" y="0"/>
                </a:lnTo>
                <a:lnTo>
                  <a:pt x="2091513" y="0"/>
                </a:lnTo>
                <a:lnTo>
                  <a:pt x="2159851" y="0"/>
                </a:lnTo>
                <a:lnTo>
                  <a:pt x="2590277" y="0"/>
                </a:lnTo>
                <a:lnTo>
                  <a:pt x="2602152" y="0"/>
                </a:lnTo>
                <a:lnTo>
                  <a:pt x="2670490" y="0"/>
                </a:lnTo>
                <a:lnTo>
                  <a:pt x="2848620" y="0"/>
                </a:lnTo>
                <a:lnTo>
                  <a:pt x="3100916" y="0"/>
                </a:lnTo>
                <a:lnTo>
                  <a:pt x="3347384" y="0"/>
                </a:lnTo>
                <a:lnTo>
                  <a:pt x="3359259" y="0"/>
                </a:lnTo>
                <a:lnTo>
                  <a:pt x="3858023" y="0"/>
                </a:lnTo>
                <a:cubicBezTo>
                  <a:pt x="3957197" y="0"/>
                  <a:pt x="4037610" y="86146"/>
                  <a:pt x="4037610" y="192426"/>
                </a:cubicBezTo>
                <a:cubicBezTo>
                  <a:pt x="4037610" y="298705"/>
                  <a:pt x="3957197" y="384851"/>
                  <a:pt x="3858023" y="384851"/>
                </a:cubicBezTo>
                <a:lnTo>
                  <a:pt x="3359259" y="384851"/>
                </a:lnTo>
                <a:lnTo>
                  <a:pt x="3347384" y="384851"/>
                </a:lnTo>
                <a:lnTo>
                  <a:pt x="3100916" y="384851"/>
                </a:lnTo>
                <a:lnTo>
                  <a:pt x="2848620" y="384851"/>
                </a:lnTo>
                <a:lnTo>
                  <a:pt x="2670490" y="384851"/>
                </a:lnTo>
                <a:lnTo>
                  <a:pt x="2602152" y="384851"/>
                </a:lnTo>
                <a:lnTo>
                  <a:pt x="2590277" y="384851"/>
                </a:lnTo>
                <a:lnTo>
                  <a:pt x="2159851" y="384851"/>
                </a:lnTo>
                <a:lnTo>
                  <a:pt x="2091513" y="384851"/>
                </a:lnTo>
                <a:lnTo>
                  <a:pt x="1993597" y="384851"/>
                </a:lnTo>
                <a:lnTo>
                  <a:pt x="1913383" y="384851"/>
                </a:lnTo>
                <a:lnTo>
                  <a:pt x="1482958" y="384851"/>
                </a:lnTo>
                <a:lnTo>
                  <a:pt x="1447333" y="384851"/>
                </a:lnTo>
                <a:lnTo>
                  <a:pt x="1402744" y="384851"/>
                </a:lnTo>
                <a:lnTo>
                  <a:pt x="1236490" y="384851"/>
                </a:lnTo>
                <a:lnTo>
                  <a:pt x="936694" y="384851"/>
                </a:lnTo>
                <a:lnTo>
                  <a:pt x="725851" y="384851"/>
                </a:lnTo>
                <a:lnTo>
                  <a:pt x="690226" y="384851"/>
                </a:lnTo>
                <a:lnTo>
                  <a:pt x="179587" y="384851"/>
                </a:lnTo>
                <a:cubicBezTo>
                  <a:pt x="80413" y="384851"/>
                  <a:pt x="0" y="298705"/>
                  <a:pt x="0" y="192426"/>
                </a:cubicBezTo>
                <a:cubicBezTo>
                  <a:pt x="0" y="86146"/>
                  <a:pt x="80413" y="0"/>
                  <a:pt x="179587"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Montserrat"/>
              <a:ea typeface="+mn-ea"/>
              <a:cs typeface="+mn-cs"/>
            </a:endParaRPr>
          </a:p>
        </p:txBody>
      </p:sp>
      <p:sp>
        <p:nvSpPr>
          <p:cNvPr id="10" name="Freeform 18">
            <a:extLst>
              <a:ext uri="{FF2B5EF4-FFF2-40B4-BE49-F238E27FC236}">
                <a16:creationId xmlns:a16="http://schemas.microsoft.com/office/drawing/2014/main" id="{2FAF38EE-21C8-32D7-5809-EF8D46C7FD76}"/>
              </a:ext>
            </a:extLst>
          </p:cNvPr>
          <p:cNvSpPr/>
          <p:nvPr/>
        </p:nvSpPr>
        <p:spPr>
          <a:xfrm>
            <a:off x="6539345" y="2448085"/>
            <a:ext cx="5195455" cy="513135"/>
          </a:xfrm>
          <a:custGeom>
            <a:avLst/>
            <a:gdLst>
              <a:gd name="connsiteX0" fmla="*/ 179587 w 4037610"/>
              <a:gd name="connsiteY0" fmla="*/ 0 h 384851"/>
              <a:gd name="connsiteX1" fmla="*/ 690226 w 4037610"/>
              <a:gd name="connsiteY1" fmla="*/ 0 h 384851"/>
              <a:gd name="connsiteX2" fmla="*/ 725851 w 4037610"/>
              <a:gd name="connsiteY2" fmla="*/ 0 h 384851"/>
              <a:gd name="connsiteX3" fmla="*/ 936694 w 4037610"/>
              <a:gd name="connsiteY3" fmla="*/ 0 h 384851"/>
              <a:gd name="connsiteX4" fmla="*/ 1236490 w 4037610"/>
              <a:gd name="connsiteY4" fmla="*/ 0 h 384851"/>
              <a:gd name="connsiteX5" fmla="*/ 1402744 w 4037610"/>
              <a:gd name="connsiteY5" fmla="*/ 0 h 384851"/>
              <a:gd name="connsiteX6" fmla="*/ 1447333 w 4037610"/>
              <a:gd name="connsiteY6" fmla="*/ 0 h 384851"/>
              <a:gd name="connsiteX7" fmla="*/ 1482958 w 4037610"/>
              <a:gd name="connsiteY7" fmla="*/ 0 h 384851"/>
              <a:gd name="connsiteX8" fmla="*/ 1913383 w 4037610"/>
              <a:gd name="connsiteY8" fmla="*/ 0 h 384851"/>
              <a:gd name="connsiteX9" fmla="*/ 1993597 w 4037610"/>
              <a:gd name="connsiteY9" fmla="*/ 0 h 384851"/>
              <a:gd name="connsiteX10" fmla="*/ 2091513 w 4037610"/>
              <a:gd name="connsiteY10" fmla="*/ 0 h 384851"/>
              <a:gd name="connsiteX11" fmla="*/ 2159851 w 4037610"/>
              <a:gd name="connsiteY11" fmla="*/ 0 h 384851"/>
              <a:gd name="connsiteX12" fmla="*/ 2590277 w 4037610"/>
              <a:gd name="connsiteY12" fmla="*/ 0 h 384851"/>
              <a:gd name="connsiteX13" fmla="*/ 2602152 w 4037610"/>
              <a:gd name="connsiteY13" fmla="*/ 0 h 384851"/>
              <a:gd name="connsiteX14" fmla="*/ 2670490 w 4037610"/>
              <a:gd name="connsiteY14" fmla="*/ 0 h 384851"/>
              <a:gd name="connsiteX15" fmla="*/ 2848620 w 4037610"/>
              <a:gd name="connsiteY15" fmla="*/ 0 h 384851"/>
              <a:gd name="connsiteX16" fmla="*/ 3100916 w 4037610"/>
              <a:gd name="connsiteY16" fmla="*/ 0 h 384851"/>
              <a:gd name="connsiteX17" fmla="*/ 3347384 w 4037610"/>
              <a:gd name="connsiteY17" fmla="*/ 0 h 384851"/>
              <a:gd name="connsiteX18" fmla="*/ 3359259 w 4037610"/>
              <a:gd name="connsiteY18" fmla="*/ 0 h 384851"/>
              <a:gd name="connsiteX19" fmla="*/ 3858023 w 4037610"/>
              <a:gd name="connsiteY19" fmla="*/ 0 h 384851"/>
              <a:gd name="connsiteX20" fmla="*/ 4037610 w 4037610"/>
              <a:gd name="connsiteY20" fmla="*/ 192426 h 384851"/>
              <a:gd name="connsiteX21" fmla="*/ 3858023 w 4037610"/>
              <a:gd name="connsiteY21" fmla="*/ 384851 h 384851"/>
              <a:gd name="connsiteX22" fmla="*/ 3359259 w 4037610"/>
              <a:gd name="connsiteY22" fmla="*/ 384851 h 384851"/>
              <a:gd name="connsiteX23" fmla="*/ 3347384 w 4037610"/>
              <a:gd name="connsiteY23" fmla="*/ 384851 h 384851"/>
              <a:gd name="connsiteX24" fmla="*/ 3100916 w 4037610"/>
              <a:gd name="connsiteY24" fmla="*/ 384851 h 384851"/>
              <a:gd name="connsiteX25" fmla="*/ 2848620 w 4037610"/>
              <a:gd name="connsiteY25" fmla="*/ 384851 h 384851"/>
              <a:gd name="connsiteX26" fmla="*/ 2670490 w 4037610"/>
              <a:gd name="connsiteY26" fmla="*/ 384851 h 384851"/>
              <a:gd name="connsiteX27" fmla="*/ 2602152 w 4037610"/>
              <a:gd name="connsiteY27" fmla="*/ 384851 h 384851"/>
              <a:gd name="connsiteX28" fmla="*/ 2590277 w 4037610"/>
              <a:gd name="connsiteY28" fmla="*/ 384851 h 384851"/>
              <a:gd name="connsiteX29" fmla="*/ 2159851 w 4037610"/>
              <a:gd name="connsiteY29" fmla="*/ 384851 h 384851"/>
              <a:gd name="connsiteX30" fmla="*/ 2091513 w 4037610"/>
              <a:gd name="connsiteY30" fmla="*/ 384851 h 384851"/>
              <a:gd name="connsiteX31" fmla="*/ 1993597 w 4037610"/>
              <a:gd name="connsiteY31" fmla="*/ 384851 h 384851"/>
              <a:gd name="connsiteX32" fmla="*/ 1913383 w 4037610"/>
              <a:gd name="connsiteY32" fmla="*/ 384851 h 384851"/>
              <a:gd name="connsiteX33" fmla="*/ 1482958 w 4037610"/>
              <a:gd name="connsiteY33" fmla="*/ 384851 h 384851"/>
              <a:gd name="connsiteX34" fmla="*/ 1447333 w 4037610"/>
              <a:gd name="connsiteY34" fmla="*/ 384851 h 384851"/>
              <a:gd name="connsiteX35" fmla="*/ 1402744 w 4037610"/>
              <a:gd name="connsiteY35" fmla="*/ 384851 h 384851"/>
              <a:gd name="connsiteX36" fmla="*/ 1236490 w 4037610"/>
              <a:gd name="connsiteY36" fmla="*/ 384851 h 384851"/>
              <a:gd name="connsiteX37" fmla="*/ 936694 w 4037610"/>
              <a:gd name="connsiteY37" fmla="*/ 384851 h 384851"/>
              <a:gd name="connsiteX38" fmla="*/ 725851 w 4037610"/>
              <a:gd name="connsiteY38" fmla="*/ 384851 h 384851"/>
              <a:gd name="connsiteX39" fmla="*/ 690226 w 4037610"/>
              <a:gd name="connsiteY39" fmla="*/ 384851 h 384851"/>
              <a:gd name="connsiteX40" fmla="*/ 179587 w 4037610"/>
              <a:gd name="connsiteY40" fmla="*/ 384851 h 384851"/>
              <a:gd name="connsiteX41" fmla="*/ 0 w 4037610"/>
              <a:gd name="connsiteY41" fmla="*/ 192426 h 384851"/>
              <a:gd name="connsiteX42" fmla="*/ 179587 w 4037610"/>
              <a:gd name="connsiteY42" fmla="*/ 0 h 38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37610" h="384851">
                <a:moveTo>
                  <a:pt x="179587" y="0"/>
                </a:moveTo>
                <a:lnTo>
                  <a:pt x="690226" y="0"/>
                </a:lnTo>
                <a:lnTo>
                  <a:pt x="725851" y="0"/>
                </a:lnTo>
                <a:lnTo>
                  <a:pt x="936694" y="0"/>
                </a:lnTo>
                <a:lnTo>
                  <a:pt x="1236490" y="0"/>
                </a:lnTo>
                <a:lnTo>
                  <a:pt x="1402744" y="0"/>
                </a:lnTo>
                <a:lnTo>
                  <a:pt x="1447333" y="0"/>
                </a:lnTo>
                <a:lnTo>
                  <a:pt x="1482958" y="0"/>
                </a:lnTo>
                <a:lnTo>
                  <a:pt x="1913383" y="0"/>
                </a:lnTo>
                <a:lnTo>
                  <a:pt x="1993597" y="0"/>
                </a:lnTo>
                <a:lnTo>
                  <a:pt x="2091513" y="0"/>
                </a:lnTo>
                <a:lnTo>
                  <a:pt x="2159851" y="0"/>
                </a:lnTo>
                <a:lnTo>
                  <a:pt x="2590277" y="0"/>
                </a:lnTo>
                <a:lnTo>
                  <a:pt x="2602152" y="0"/>
                </a:lnTo>
                <a:lnTo>
                  <a:pt x="2670490" y="0"/>
                </a:lnTo>
                <a:lnTo>
                  <a:pt x="2848620" y="0"/>
                </a:lnTo>
                <a:lnTo>
                  <a:pt x="3100916" y="0"/>
                </a:lnTo>
                <a:lnTo>
                  <a:pt x="3347384" y="0"/>
                </a:lnTo>
                <a:lnTo>
                  <a:pt x="3359259" y="0"/>
                </a:lnTo>
                <a:lnTo>
                  <a:pt x="3858023" y="0"/>
                </a:lnTo>
                <a:cubicBezTo>
                  <a:pt x="3957197" y="0"/>
                  <a:pt x="4037610" y="86146"/>
                  <a:pt x="4037610" y="192426"/>
                </a:cubicBezTo>
                <a:cubicBezTo>
                  <a:pt x="4037610" y="298705"/>
                  <a:pt x="3957197" y="384851"/>
                  <a:pt x="3858023" y="384851"/>
                </a:cubicBezTo>
                <a:lnTo>
                  <a:pt x="3359259" y="384851"/>
                </a:lnTo>
                <a:lnTo>
                  <a:pt x="3347384" y="384851"/>
                </a:lnTo>
                <a:lnTo>
                  <a:pt x="3100916" y="384851"/>
                </a:lnTo>
                <a:lnTo>
                  <a:pt x="2848620" y="384851"/>
                </a:lnTo>
                <a:lnTo>
                  <a:pt x="2670490" y="384851"/>
                </a:lnTo>
                <a:lnTo>
                  <a:pt x="2602152" y="384851"/>
                </a:lnTo>
                <a:lnTo>
                  <a:pt x="2590277" y="384851"/>
                </a:lnTo>
                <a:lnTo>
                  <a:pt x="2159851" y="384851"/>
                </a:lnTo>
                <a:lnTo>
                  <a:pt x="2091513" y="384851"/>
                </a:lnTo>
                <a:lnTo>
                  <a:pt x="1993597" y="384851"/>
                </a:lnTo>
                <a:lnTo>
                  <a:pt x="1913383" y="384851"/>
                </a:lnTo>
                <a:lnTo>
                  <a:pt x="1482958" y="384851"/>
                </a:lnTo>
                <a:lnTo>
                  <a:pt x="1447333" y="384851"/>
                </a:lnTo>
                <a:lnTo>
                  <a:pt x="1402744" y="384851"/>
                </a:lnTo>
                <a:lnTo>
                  <a:pt x="1236490" y="384851"/>
                </a:lnTo>
                <a:lnTo>
                  <a:pt x="936694" y="384851"/>
                </a:lnTo>
                <a:lnTo>
                  <a:pt x="725851" y="384851"/>
                </a:lnTo>
                <a:lnTo>
                  <a:pt x="690226" y="384851"/>
                </a:lnTo>
                <a:lnTo>
                  <a:pt x="179587" y="384851"/>
                </a:lnTo>
                <a:cubicBezTo>
                  <a:pt x="80413" y="384851"/>
                  <a:pt x="0" y="298705"/>
                  <a:pt x="0" y="192426"/>
                </a:cubicBezTo>
                <a:cubicBezTo>
                  <a:pt x="0" y="86146"/>
                  <a:pt x="80413" y="0"/>
                  <a:pt x="179587"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Montserrat"/>
              <a:ea typeface="+mn-ea"/>
              <a:cs typeface="+mn-cs"/>
            </a:endParaRPr>
          </a:p>
        </p:txBody>
      </p:sp>
      <p:sp>
        <p:nvSpPr>
          <p:cNvPr id="11" name="Freeform 19">
            <a:extLst>
              <a:ext uri="{FF2B5EF4-FFF2-40B4-BE49-F238E27FC236}">
                <a16:creationId xmlns:a16="http://schemas.microsoft.com/office/drawing/2014/main" id="{6A133E4E-AC01-0C82-8EDF-2DD8ECECB75C}"/>
              </a:ext>
            </a:extLst>
          </p:cNvPr>
          <p:cNvSpPr/>
          <p:nvPr/>
        </p:nvSpPr>
        <p:spPr>
          <a:xfrm>
            <a:off x="6539345" y="3825319"/>
            <a:ext cx="5195455" cy="513135"/>
          </a:xfrm>
          <a:custGeom>
            <a:avLst/>
            <a:gdLst>
              <a:gd name="connsiteX0" fmla="*/ 179587 w 4037610"/>
              <a:gd name="connsiteY0" fmla="*/ 0 h 384851"/>
              <a:gd name="connsiteX1" fmla="*/ 690226 w 4037610"/>
              <a:gd name="connsiteY1" fmla="*/ 0 h 384851"/>
              <a:gd name="connsiteX2" fmla="*/ 725851 w 4037610"/>
              <a:gd name="connsiteY2" fmla="*/ 0 h 384851"/>
              <a:gd name="connsiteX3" fmla="*/ 936694 w 4037610"/>
              <a:gd name="connsiteY3" fmla="*/ 0 h 384851"/>
              <a:gd name="connsiteX4" fmla="*/ 1236490 w 4037610"/>
              <a:gd name="connsiteY4" fmla="*/ 0 h 384851"/>
              <a:gd name="connsiteX5" fmla="*/ 1402744 w 4037610"/>
              <a:gd name="connsiteY5" fmla="*/ 0 h 384851"/>
              <a:gd name="connsiteX6" fmla="*/ 1447333 w 4037610"/>
              <a:gd name="connsiteY6" fmla="*/ 0 h 384851"/>
              <a:gd name="connsiteX7" fmla="*/ 1482958 w 4037610"/>
              <a:gd name="connsiteY7" fmla="*/ 0 h 384851"/>
              <a:gd name="connsiteX8" fmla="*/ 1913383 w 4037610"/>
              <a:gd name="connsiteY8" fmla="*/ 0 h 384851"/>
              <a:gd name="connsiteX9" fmla="*/ 1993597 w 4037610"/>
              <a:gd name="connsiteY9" fmla="*/ 0 h 384851"/>
              <a:gd name="connsiteX10" fmla="*/ 2091513 w 4037610"/>
              <a:gd name="connsiteY10" fmla="*/ 0 h 384851"/>
              <a:gd name="connsiteX11" fmla="*/ 2159851 w 4037610"/>
              <a:gd name="connsiteY11" fmla="*/ 0 h 384851"/>
              <a:gd name="connsiteX12" fmla="*/ 2590277 w 4037610"/>
              <a:gd name="connsiteY12" fmla="*/ 0 h 384851"/>
              <a:gd name="connsiteX13" fmla="*/ 2602152 w 4037610"/>
              <a:gd name="connsiteY13" fmla="*/ 0 h 384851"/>
              <a:gd name="connsiteX14" fmla="*/ 2670490 w 4037610"/>
              <a:gd name="connsiteY14" fmla="*/ 0 h 384851"/>
              <a:gd name="connsiteX15" fmla="*/ 2848620 w 4037610"/>
              <a:gd name="connsiteY15" fmla="*/ 0 h 384851"/>
              <a:gd name="connsiteX16" fmla="*/ 3100916 w 4037610"/>
              <a:gd name="connsiteY16" fmla="*/ 0 h 384851"/>
              <a:gd name="connsiteX17" fmla="*/ 3347384 w 4037610"/>
              <a:gd name="connsiteY17" fmla="*/ 0 h 384851"/>
              <a:gd name="connsiteX18" fmla="*/ 3359259 w 4037610"/>
              <a:gd name="connsiteY18" fmla="*/ 0 h 384851"/>
              <a:gd name="connsiteX19" fmla="*/ 3858023 w 4037610"/>
              <a:gd name="connsiteY19" fmla="*/ 0 h 384851"/>
              <a:gd name="connsiteX20" fmla="*/ 4037610 w 4037610"/>
              <a:gd name="connsiteY20" fmla="*/ 192426 h 384851"/>
              <a:gd name="connsiteX21" fmla="*/ 3858023 w 4037610"/>
              <a:gd name="connsiteY21" fmla="*/ 384851 h 384851"/>
              <a:gd name="connsiteX22" fmla="*/ 3359259 w 4037610"/>
              <a:gd name="connsiteY22" fmla="*/ 384851 h 384851"/>
              <a:gd name="connsiteX23" fmla="*/ 3347384 w 4037610"/>
              <a:gd name="connsiteY23" fmla="*/ 384851 h 384851"/>
              <a:gd name="connsiteX24" fmla="*/ 3100916 w 4037610"/>
              <a:gd name="connsiteY24" fmla="*/ 384851 h 384851"/>
              <a:gd name="connsiteX25" fmla="*/ 2848620 w 4037610"/>
              <a:gd name="connsiteY25" fmla="*/ 384851 h 384851"/>
              <a:gd name="connsiteX26" fmla="*/ 2670490 w 4037610"/>
              <a:gd name="connsiteY26" fmla="*/ 384851 h 384851"/>
              <a:gd name="connsiteX27" fmla="*/ 2602152 w 4037610"/>
              <a:gd name="connsiteY27" fmla="*/ 384851 h 384851"/>
              <a:gd name="connsiteX28" fmla="*/ 2590277 w 4037610"/>
              <a:gd name="connsiteY28" fmla="*/ 384851 h 384851"/>
              <a:gd name="connsiteX29" fmla="*/ 2159851 w 4037610"/>
              <a:gd name="connsiteY29" fmla="*/ 384851 h 384851"/>
              <a:gd name="connsiteX30" fmla="*/ 2091513 w 4037610"/>
              <a:gd name="connsiteY30" fmla="*/ 384851 h 384851"/>
              <a:gd name="connsiteX31" fmla="*/ 1993597 w 4037610"/>
              <a:gd name="connsiteY31" fmla="*/ 384851 h 384851"/>
              <a:gd name="connsiteX32" fmla="*/ 1913383 w 4037610"/>
              <a:gd name="connsiteY32" fmla="*/ 384851 h 384851"/>
              <a:gd name="connsiteX33" fmla="*/ 1482958 w 4037610"/>
              <a:gd name="connsiteY33" fmla="*/ 384851 h 384851"/>
              <a:gd name="connsiteX34" fmla="*/ 1447333 w 4037610"/>
              <a:gd name="connsiteY34" fmla="*/ 384851 h 384851"/>
              <a:gd name="connsiteX35" fmla="*/ 1402744 w 4037610"/>
              <a:gd name="connsiteY35" fmla="*/ 384851 h 384851"/>
              <a:gd name="connsiteX36" fmla="*/ 1236490 w 4037610"/>
              <a:gd name="connsiteY36" fmla="*/ 384851 h 384851"/>
              <a:gd name="connsiteX37" fmla="*/ 936694 w 4037610"/>
              <a:gd name="connsiteY37" fmla="*/ 384851 h 384851"/>
              <a:gd name="connsiteX38" fmla="*/ 725851 w 4037610"/>
              <a:gd name="connsiteY38" fmla="*/ 384851 h 384851"/>
              <a:gd name="connsiteX39" fmla="*/ 690226 w 4037610"/>
              <a:gd name="connsiteY39" fmla="*/ 384851 h 384851"/>
              <a:gd name="connsiteX40" fmla="*/ 179587 w 4037610"/>
              <a:gd name="connsiteY40" fmla="*/ 384851 h 384851"/>
              <a:gd name="connsiteX41" fmla="*/ 0 w 4037610"/>
              <a:gd name="connsiteY41" fmla="*/ 192426 h 384851"/>
              <a:gd name="connsiteX42" fmla="*/ 179587 w 4037610"/>
              <a:gd name="connsiteY42" fmla="*/ 0 h 38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37610" h="384851">
                <a:moveTo>
                  <a:pt x="179587" y="0"/>
                </a:moveTo>
                <a:lnTo>
                  <a:pt x="690226" y="0"/>
                </a:lnTo>
                <a:lnTo>
                  <a:pt x="725851" y="0"/>
                </a:lnTo>
                <a:lnTo>
                  <a:pt x="936694" y="0"/>
                </a:lnTo>
                <a:lnTo>
                  <a:pt x="1236490" y="0"/>
                </a:lnTo>
                <a:lnTo>
                  <a:pt x="1402744" y="0"/>
                </a:lnTo>
                <a:lnTo>
                  <a:pt x="1447333" y="0"/>
                </a:lnTo>
                <a:lnTo>
                  <a:pt x="1482958" y="0"/>
                </a:lnTo>
                <a:lnTo>
                  <a:pt x="1913383" y="0"/>
                </a:lnTo>
                <a:lnTo>
                  <a:pt x="1993597" y="0"/>
                </a:lnTo>
                <a:lnTo>
                  <a:pt x="2091513" y="0"/>
                </a:lnTo>
                <a:lnTo>
                  <a:pt x="2159851" y="0"/>
                </a:lnTo>
                <a:lnTo>
                  <a:pt x="2590277" y="0"/>
                </a:lnTo>
                <a:lnTo>
                  <a:pt x="2602152" y="0"/>
                </a:lnTo>
                <a:lnTo>
                  <a:pt x="2670490" y="0"/>
                </a:lnTo>
                <a:lnTo>
                  <a:pt x="2848620" y="0"/>
                </a:lnTo>
                <a:lnTo>
                  <a:pt x="3100916" y="0"/>
                </a:lnTo>
                <a:lnTo>
                  <a:pt x="3347384" y="0"/>
                </a:lnTo>
                <a:lnTo>
                  <a:pt x="3359259" y="0"/>
                </a:lnTo>
                <a:lnTo>
                  <a:pt x="3858023" y="0"/>
                </a:lnTo>
                <a:cubicBezTo>
                  <a:pt x="3957197" y="0"/>
                  <a:pt x="4037610" y="86146"/>
                  <a:pt x="4037610" y="192426"/>
                </a:cubicBezTo>
                <a:cubicBezTo>
                  <a:pt x="4037610" y="298705"/>
                  <a:pt x="3957197" y="384851"/>
                  <a:pt x="3858023" y="384851"/>
                </a:cubicBezTo>
                <a:lnTo>
                  <a:pt x="3359259" y="384851"/>
                </a:lnTo>
                <a:lnTo>
                  <a:pt x="3347384" y="384851"/>
                </a:lnTo>
                <a:lnTo>
                  <a:pt x="3100916" y="384851"/>
                </a:lnTo>
                <a:lnTo>
                  <a:pt x="2848620" y="384851"/>
                </a:lnTo>
                <a:lnTo>
                  <a:pt x="2670490" y="384851"/>
                </a:lnTo>
                <a:lnTo>
                  <a:pt x="2602152" y="384851"/>
                </a:lnTo>
                <a:lnTo>
                  <a:pt x="2590277" y="384851"/>
                </a:lnTo>
                <a:lnTo>
                  <a:pt x="2159851" y="384851"/>
                </a:lnTo>
                <a:lnTo>
                  <a:pt x="2091513" y="384851"/>
                </a:lnTo>
                <a:lnTo>
                  <a:pt x="1993597" y="384851"/>
                </a:lnTo>
                <a:lnTo>
                  <a:pt x="1913383" y="384851"/>
                </a:lnTo>
                <a:lnTo>
                  <a:pt x="1482958" y="384851"/>
                </a:lnTo>
                <a:lnTo>
                  <a:pt x="1447333" y="384851"/>
                </a:lnTo>
                <a:lnTo>
                  <a:pt x="1402744" y="384851"/>
                </a:lnTo>
                <a:lnTo>
                  <a:pt x="1236490" y="384851"/>
                </a:lnTo>
                <a:lnTo>
                  <a:pt x="936694" y="384851"/>
                </a:lnTo>
                <a:lnTo>
                  <a:pt x="725851" y="384851"/>
                </a:lnTo>
                <a:lnTo>
                  <a:pt x="690226" y="384851"/>
                </a:lnTo>
                <a:lnTo>
                  <a:pt x="179587" y="384851"/>
                </a:lnTo>
                <a:cubicBezTo>
                  <a:pt x="80413" y="384851"/>
                  <a:pt x="0" y="298705"/>
                  <a:pt x="0" y="192426"/>
                </a:cubicBezTo>
                <a:cubicBezTo>
                  <a:pt x="0" y="86146"/>
                  <a:pt x="80413" y="0"/>
                  <a:pt x="179587"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Montserrat"/>
              <a:ea typeface="+mn-ea"/>
              <a:cs typeface="+mn-cs"/>
            </a:endParaRPr>
          </a:p>
        </p:txBody>
      </p:sp>
      <p:sp>
        <p:nvSpPr>
          <p:cNvPr id="12" name="Freeform 20">
            <a:extLst>
              <a:ext uri="{FF2B5EF4-FFF2-40B4-BE49-F238E27FC236}">
                <a16:creationId xmlns:a16="http://schemas.microsoft.com/office/drawing/2014/main" id="{BCAF9D04-8037-7194-0B03-C2CA6D66A7B1}"/>
              </a:ext>
            </a:extLst>
          </p:cNvPr>
          <p:cNvSpPr/>
          <p:nvPr/>
        </p:nvSpPr>
        <p:spPr>
          <a:xfrm>
            <a:off x="6539345" y="4968322"/>
            <a:ext cx="5195455" cy="513135"/>
          </a:xfrm>
          <a:custGeom>
            <a:avLst/>
            <a:gdLst>
              <a:gd name="connsiteX0" fmla="*/ 179587 w 4037610"/>
              <a:gd name="connsiteY0" fmla="*/ 0 h 384851"/>
              <a:gd name="connsiteX1" fmla="*/ 690226 w 4037610"/>
              <a:gd name="connsiteY1" fmla="*/ 0 h 384851"/>
              <a:gd name="connsiteX2" fmla="*/ 725851 w 4037610"/>
              <a:gd name="connsiteY2" fmla="*/ 0 h 384851"/>
              <a:gd name="connsiteX3" fmla="*/ 936694 w 4037610"/>
              <a:gd name="connsiteY3" fmla="*/ 0 h 384851"/>
              <a:gd name="connsiteX4" fmla="*/ 1236490 w 4037610"/>
              <a:gd name="connsiteY4" fmla="*/ 0 h 384851"/>
              <a:gd name="connsiteX5" fmla="*/ 1402744 w 4037610"/>
              <a:gd name="connsiteY5" fmla="*/ 0 h 384851"/>
              <a:gd name="connsiteX6" fmla="*/ 1447333 w 4037610"/>
              <a:gd name="connsiteY6" fmla="*/ 0 h 384851"/>
              <a:gd name="connsiteX7" fmla="*/ 1482958 w 4037610"/>
              <a:gd name="connsiteY7" fmla="*/ 0 h 384851"/>
              <a:gd name="connsiteX8" fmla="*/ 1913383 w 4037610"/>
              <a:gd name="connsiteY8" fmla="*/ 0 h 384851"/>
              <a:gd name="connsiteX9" fmla="*/ 1993597 w 4037610"/>
              <a:gd name="connsiteY9" fmla="*/ 0 h 384851"/>
              <a:gd name="connsiteX10" fmla="*/ 2091513 w 4037610"/>
              <a:gd name="connsiteY10" fmla="*/ 0 h 384851"/>
              <a:gd name="connsiteX11" fmla="*/ 2159851 w 4037610"/>
              <a:gd name="connsiteY11" fmla="*/ 0 h 384851"/>
              <a:gd name="connsiteX12" fmla="*/ 2590277 w 4037610"/>
              <a:gd name="connsiteY12" fmla="*/ 0 h 384851"/>
              <a:gd name="connsiteX13" fmla="*/ 2602152 w 4037610"/>
              <a:gd name="connsiteY13" fmla="*/ 0 h 384851"/>
              <a:gd name="connsiteX14" fmla="*/ 2670490 w 4037610"/>
              <a:gd name="connsiteY14" fmla="*/ 0 h 384851"/>
              <a:gd name="connsiteX15" fmla="*/ 2848620 w 4037610"/>
              <a:gd name="connsiteY15" fmla="*/ 0 h 384851"/>
              <a:gd name="connsiteX16" fmla="*/ 3100916 w 4037610"/>
              <a:gd name="connsiteY16" fmla="*/ 0 h 384851"/>
              <a:gd name="connsiteX17" fmla="*/ 3347384 w 4037610"/>
              <a:gd name="connsiteY17" fmla="*/ 0 h 384851"/>
              <a:gd name="connsiteX18" fmla="*/ 3359259 w 4037610"/>
              <a:gd name="connsiteY18" fmla="*/ 0 h 384851"/>
              <a:gd name="connsiteX19" fmla="*/ 3858023 w 4037610"/>
              <a:gd name="connsiteY19" fmla="*/ 0 h 384851"/>
              <a:gd name="connsiteX20" fmla="*/ 4037610 w 4037610"/>
              <a:gd name="connsiteY20" fmla="*/ 192426 h 384851"/>
              <a:gd name="connsiteX21" fmla="*/ 3858023 w 4037610"/>
              <a:gd name="connsiteY21" fmla="*/ 384851 h 384851"/>
              <a:gd name="connsiteX22" fmla="*/ 3359259 w 4037610"/>
              <a:gd name="connsiteY22" fmla="*/ 384851 h 384851"/>
              <a:gd name="connsiteX23" fmla="*/ 3347384 w 4037610"/>
              <a:gd name="connsiteY23" fmla="*/ 384851 h 384851"/>
              <a:gd name="connsiteX24" fmla="*/ 3100916 w 4037610"/>
              <a:gd name="connsiteY24" fmla="*/ 384851 h 384851"/>
              <a:gd name="connsiteX25" fmla="*/ 2848620 w 4037610"/>
              <a:gd name="connsiteY25" fmla="*/ 384851 h 384851"/>
              <a:gd name="connsiteX26" fmla="*/ 2670490 w 4037610"/>
              <a:gd name="connsiteY26" fmla="*/ 384851 h 384851"/>
              <a:gd name="connsiteX27" fmla="*/ 2602152 w 4037610"/>
              <a:gd name="connsiteY27" fmla="*/ 384851 h 384851"/>
              <a:gd name="connsiteX28" fmla="*/ 2590277 w 4037610"/>
              <a:gd name="connsiteY28" fmla="*/ 384851 h 384851"/>
              <a:gd name="connsiteX29" fmla="*/ 2159851 w 4037610"/>
              <a:gd name="connsiteY29" fmla="*/ 384851 h 384851"/>
              <a:gd name="connsiteX30" fmla="*/ 2091513 w 4037610"/>
              <a:gd name="connsiteY30" fmla="*/ 384851 h 384851"/>
              <a:gd name="connsiteX31" fmla="*/ 1993597 w 4037610"/>
              <a:gd name="connsiteY31" fmla="*/ 384851 h 384851"/>
              <a:gd name="connsiteX32" fmla="*/ 1913383 w 4037610"/>
              <a:gd name="connsiteY32" fmla="*/ 384851 h 384851"/>
              <a:gd name="connsiteX33" fmla="*/ 1482958 w 4037610"/>
              <a:gd name="connsiteY33" fmla="*/ 384851 h 384851"/>
              <a:gd name="connsiteX34" fmla="*/ 1447333 w 4037610"/>
              <a:gd name="connsiteY34" fmla="*/ 384851 h 384851"/>
              <a:gd name="connsiteX35" fmla="*/ 1402744 w 4037610"/>
              <a:gd name="connsiteY35" fmla="*/ 384851 h 384851"/>
              <a:gd name="connsiteX36" fmla="*/ 1236490 w 4037610"/>
              <a:gd name="connsiteY36" fmla="*/ 384851 h 384851"/>
              <a:gd name="connsiteX37" fmla="*/ 936694 w 4037610"/>
              <a:gd name="connsiteY37" fmla="*/ 384851 h 384851"/>
              <a:gd name="connsiteX38" fmla="*/ 725851 w 4037610"/>
              <a:gd name="connsiteY38" fmla="*/ 384851 h 384851"/>
              <a:gd name="connsiteX39" fmla="*/ 690226 w 4037610"/>
              <a:gd name="connsiteY39" fmla="*/ 384851 h 384851"/>
              <a:gd name="connsiteX40" fmla="*/ 179587 w 4037610"/>
              <a:gd name="connsiteY40" fmla="*/ 384851 h 384851"/>
              <a:gd name="connsiteX41" fmla="*/ 0 w 4037610"/>
              <a:gd name="connsiteY41" fmla="*/ 192426 h 384851"/>
              <a:gd name="connsiteX42" fmla="*/ 179587 w 4037610"/>
              <a:gd name="connsiteY42" fmla="*/ 0 h 384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037610" h="384851">
                <a:moveTo>
                  <a:pt x="179587" y="0"/>
                </a:moveTo>
                <a:lnTo>
                  <a:pt x="690226" y="0"/>
                </a:lnTo>
                <a:lnTo>
                  <a:pt x="725851" y="0"/>
                </a:lnTo>
                <a:lnTo>
                  <a:pt x="936694" y="0"/>
                </a:lnTo>
                <a:lnTo>
                  <a:pt x="1236490" y="0"/>
                </a:lnTo>
                <a:lnTo>
                  <a:pt x="1402744" y="0"/>
                </a:lnTo>
                <a:lnTo>
                  <a:pt x="1447333" y="0"/>
                </a:lnTo>
                <a:lnTo>
                  <a:pt x="1482958" y="0"/>
                </a:lnTo>
                <a:lnTo>
                  <a:pt x="1913383" y="0"/>
                </a:lnTo>
                <a:lnTo>
                  <a:pt x="1993597" y="0"/>
                </a:lnTo>
                <a:lnTo>
                  <a:pt x="2091513" y="0"/>
                </a:lnTo>
                <a:lnTo>
                  <a:pt x="2159851" y="0"/>
                </a:lnTo>
                <a:lnTo>
                  <a:pt x="2590277" y="0"/>
                </a:lnTo>
                <a:lnTo>
                  <a:pt x="2602152" y="0"/>
                </a:lnTo>
                <a:lnTo>
                  <a:pt x="2670490" y="0"/>
                </a:lnTo>
                <a:lnTo>
                  <a:pt x="2848620" y="0"/>
                </a:lnTo>
                <a:lnTo>
                  <a:pt x="3100916" y="0"/>
                </a:lnTo>
                <a:lnTo>
                  <a:pt x="3347384" y="0"/>
                </a:lnTo>
                <a:lnTo>
                  <a:pt x="3359259" y="0"/>
                </a:lnTo>
                <a:lnTo>
                  <a:pt x="3858023" y="0"/>
                </a:lnTo>
                <a:cubicBezTo>
                  <a:pt x="3957197" y="0"/>
                  <a:pt x="4037610" y="86146"/>
                  <a:pt x="4037610" y="192426"/>
                </a:cubicBezTo>
                <a:cubicBezTo>
                  <a:pt x="4037610" y="298705"/>
                  <a:pt x="3957197" y="384851"/>
                  <a:pt x="3858023" y="384851"/>
                </a:cubicBezTo>
                <a:lnTo>
                  <a:pt x="3359259" y="384851"/>
                </a:lnTo>
                <a:lnTo>
                  <a:pt x="3347384" y="384851"/>
                </a:lnTo>
                <a:lnTo>
                  <a:pt x="3100916" y="384851"/>
                </a:lnTo>
                <a:lnTo>
                  <a:pt x="2848620" y="384851"/>
                </a:lnTo>
                <a:lnTo>
                  <a:pt x="2670490" y="384851"/>
                </a:lnTo>
                <a:lnTo>
                  <a:pt x="2602152" y="384851"/>
                </a:lnTo>
                <a:lnTo>
                  <a:pt x="2590277" y="384851"/>
                </a:lnTo>
                <a:lnTo>
                  <a:pt x="2159851" y="384851"/>
                </a:lnTo>
                <a:lnTo>
                  <a:pt x="2091513" y="384851"/>
                </a:lnTo>
                <a:lnTo>
                  <a:pt x="1993597" y="384851"/>
                </a:lnTo>
                <a:lnTo>
                  <a:pt x="1913383" y="384851"/>
                </a:lnTo>
                <a:lnTo>
                  <a:pt x="1482958" y="384851"/>
                </a:lnTo>
                <a:lnTo>
                  <a:pt x="1447333" y="384851"/>
                </a:lnTo>
                <a:lnTo>
                  <a:pt x="1402744" y="384851"/>
                </a:lnTo>
                <a:lnTo>
                  <a:pt x="1236490" y="384851"/>
                </a:lnTo>
                <a:lnTo>
                  <a:pt x="936694" y="384851"/>
                </a:lnTo>
                <a:lnTo>
                  <a:pt x="725851" y="384851"/>
                </a:lnTo>
                <a:lnTo>
                  <a:pt x="690226" y="384851"/>
                </a:lnTo>
                <a:lnTo>
                  <a:pt x="179587" y="384851"/>
                </a:lnTo>
                <a:cubicBezTo>
                  <a:pt x="80413" y="384851"/>
                  <a:pt x="0" y="298705"/>
                  <a:pt x="0" y="192426"/>
                </a:cubicBezTo>
                <a:cubicBezTo>
                  <a:pt x="0" y="86146"/>
                  <a:pt x="80413" y="0"/>
                  <a:pt x="179587" y="0"/>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Montserrat"/>
              <a:ea typeface="+mn-ea"/>
              <a:cs typeface="+mn-cs"/>
            </a:endParaRPr>
          </a:p>
        </p:txBody>
      </p:sp>
      <p:sp>
        <p:nvSpPr>
          <p:cNvPr id="13" name="TextBox 12">
            <a:extLst>
              <a:ext uri="{FF2B5EF4-FFF2-40B4-BE49-F238E27FC236}">
                <a16:creationId xmlns:a16="http://schemas.microsoft.com/office/drawing/2014/main" id="{A6B8D793-36E4-C9FC-E0D5-080C2D7A60D6}"/>
              </a:ext>
            </a:extLst>
          </p:cNvPr>
          <p:cNvSpPr txBox="1"/>
          <p:nvPr/>
        </p:nvSpPr>
        <p:spPr>
          <a:xfrm>
            <a:off x="6556025" y="1326329"/>
            <a:ext cx="5178775" cy="379656"/>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FFFFFF"/>
                </a:solidFill>
                <a:effectLst/>
                <a:uLnTx/>
                <a:uFillTx/>
                <a:latin typeface="Montserrat" pitchFamily="2" charset="77"/>
                <a:ea typeface="+mn-ea"/>
                <a:cs typeface="+mn-cs"/>
              </a:rPr>
              <a:t>Innovation</a:t>
            </a:r>
            <a:endParaRPr kumimoji="0" lang="en-US" sz="1867"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17" name="TextBox 16">
            <a:extLst>
              <a:ext uri="{FF2B5EF4-FFF2-40B4-BE49-F238E27FC236}">
                <a16:creationId xmlns:a16="http://schemas.microsoft.com/office/drawing/2014/main" id="{CDC23C36-1937-B339-247E-CD449079C7E5}"/>
              </a:ext>
            </a:extLst>
          </p:cNvPr>
          <p:cNvSpPr txBox="1"/>
          <p:nvPr/>
        </p:nvSpPr>
        <p:spPr>
          <a:xfrm>
            <a:off x="6556025" y="2498331"/>
            <a:ext cx="5178775" cy="379656"/>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FFFFFF"/>
                </a:solidFill>
                <a:effectLst/>
                <a:uLnTx/>
                <a:uFillTx/>
                <a:latin typeface="Montserrat" pitchFamily="2" charset="77"/>
                <a:ea typeface="+mn-ea"/>
                <a:cs typeface="+mn-cs"/>
              </a:rPr>
              <a:t>Education</a:t>
            </a:r>
            <a:endParaRPr kumimoji="0" lang="en-US" sz="1867"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18" name="TextBox 17">
            <a:extLst>
              <a:ext uri="{FF2B5EF4-FFF2-40B4-BE49-F238E27FC236}">
                <a16:creationId xmlns:a16="http://schemas.microsoft.com/office/drawing/2014/main" id="{747B6092-F13D-FA89-1296-AD9A85453F8C}"/>
              </a:ext>
            </a:extLst>
          </p:cNvPr>
          <p:cNvSpPr txBox="1"/>
          <p:nvPr/>
        </p:nvSpPr>
        <p:spPr>
          <a:xfrm>
            <a:off x="6556025" y="3875564"/>
            <a:ext cx="5178775" cy="379656"/>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FFFFFF"/>
                </a:solidFill>
                <a:effectLst/>
                <a:uLnTx/>
                <a:uFillTx/>
                <a:latin typeface="Montserrat" pitchFamily="2" charset="77"/>
                <a:ea typeface="+mn-ea"/>
                <a:cs typeface="+mn-cs"/>
              </a:rPr>
              <a:t>Access</a:t>
            </a:r>
            <a:endParaRPr kumimoji="0" lang="en-US" sz="1867"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19" name="TextBox 18">
            <a:extLst>
              <a:ext uri="{FF2B5EF4-FFF2-40B4-BE49-F238E27FC236}">
                <a16:creationId xmlns:a16="http://schemas.microsoft.com/office/drawing/2014/main" id="{45BD4F9D-354E-C6F2-2BC6-AD7C67CC8AE2}"/>
              </a:ext>
            </a:extLst>
          </p:cNvPr>
          <p:cNvSpPr txBox="1"/>
          <p:nvPr/>
        </p:nvSpPr>
        <p:spPr>
          <a:xfrm>
            <a:off x="6556025" y="5018567"/>
            <a:ext cx="5178775" cy="379656"/>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867" b="1" i="0" u="none" strike="noStrike" kern="1200" cap="none" spc="0" normalizeH="0" baseline="0" noProof="0">
                <a:ln>
                  <a:noFill/>
                </a:ln>
                <a:solidFill>
                  <a:srgbClr val="FFFFFF"/>
                </a:solidFill>
                <a:effectLst/>
                <a:uLnTx/>
                <a:uFillTx/>
                <a:latin typeface="Montserrat" pitchFamily="2" charset="77"/>
                <a:ea typeface="+mn-ea"/>
                <a:cs typeface="+mn-cs"/>
              </a:rPr>
              <a:t>Advocacy</a:t>
            </a:r>
            <a:endParaRPr kumimoji="0" lang="en-US" sz="1867" b="0" i="0" u="none" strike="noStrike" kern="1200" cap="none" spc="0" normalizeH="0" baseline="0" noProof="0">
              <a:ln>
                <a:noFill/>
              </a:ln>
              <a:solidFill>
                <a:srgbClr val="FFFFFF"/>
              </a:solidFill>
              <a:effectLst/>
              <a:uLnTx/>
              <a:uFillTx/>
              <a:latin typeface="Montserrat" pitchFamily="2" charset="77"/>
              <a:ea typeface="+mn-ea"/>
              <a:cs typeface="+mn-cs"/>
            </a:endParaRPr>
          </a:p>
        </p:txBody>
      </p:sp>
      <p:sp>
        <p:nvSpPr>
          <p:cNvPr id="20" name="TextBox 19">
            <a:extLst>
              <a:ext uri="{FF2B5EF4-FFF2-40B4-BE49-F238E27FC236}">
                <a16:creationId xmlns:a16="http://schemas.microsoft.com/office/drawing/2014/main" id="{6E51D990-C9BF-B258-7F8C-FF45C6D89111}"/>
              </a:ext>
            </a:extLst>
          </p:cNvPr>
          <p:cNvSpPr txBox="1"/>
          <p:nvPr/>
        </p:nvSpPr>
        <p:spPr>
          <a:xfrm>
            <a:off x="7551540" y="1809110"/>
            <a:ext cx="3171061" cy="502573"/>
          </a:xfrm>
          <a:prstGeom prst="rect">
            <a:avLst/>
          </a:prstGeom>
          <a:noFill/>
        </p:spPr>
        <p:txBody>
          <a:bodyPr wrap="non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171717"/>
                </a:solidFill>
                <a:effectLst/>
                <a:uLnTx/>
                <a:uFillTx/>
                <a:latin typeface="Montserrat" pitchFamily="2" charset="77"/>
                <a:ea typeface="+mn-ea"/>
                <a:cs typeface="+mn-cs"/>
              </a:rPr>
              <a:t>Championing and advancing </a:t>
            </a:r>
          </a:p>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171717"/>
                </a:solidFill>
                <a:effectLst/>
                <a:uLnTx/>
                <a:uFillTx/>
                <a:latin typeface="Montserrat" pitchFamily="2" charset="77"/>
                <a:ea typeface="+mn-ea"/>
                <a:cs typeface="+mn-cs"/>
              </a:rPr>
              <a:t>innovation in contraception access</a:t>
            </a:r>
          </a:p>
        </p:txBody>
      </p:sp>
      <p:sp>
        <p:nvSpPr>
          <p:cNvPr id="21" name="TextBox 20">
            <a:extLst>
              <a:ext uri="{FF2B5EF4-FFF2-40B4-BE49-F238E27FC236}">
                <a16:creationId xmlns:a16="http://schemas.microsoft.com/office/drawing/2014/main" id="{317404CC-B66A-CD2C-5B7B-FAF543663459}"/>
              </a:ext>
            </a:extLst>
          </p:cNvPr>
          <p:cNvSpPr txBox="1"/>
          <p:nvPr/>
        </p:nvSpPr>
        <p:spPr>
          <a:xfrm>
            <a:off x="6681849" y="2961283"/>
            <a:ext cx="4940136" cy="707694"/>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171717"/>
                </a:solidFill>
                <a:effectLst/>
                <a:uLnTx/>
                <a:uFillTx/>
                <a:latin typeface="Montserrat" pitchFamily="2" charset="77"/>
                <a:ea typeface="+mn-ea"/>
                <a:cs typeface="+mn-cs"/>
              </a:rPr>
              <a:t>Increasing awareness so women can make informed decisions about their sexual  and reproductive health, including contraceptive options and their correct use</a:t>
            </a:r>
          </a:p>
        </p:txBody>
      </p:sp>
      <p:sp>
        <p:nvSpPr>
          <p:cNvPr id="22" name="TextBox 21">
            <a:extLst>
              <a:ext uri="{FF2B5EF4-FFF2-40B4-BE49-F238E27FC236}">
                <a16:creationId xmlns:a16="http://schemas.microsoft.com/office/drawing/2014/main" id="{71628710-7352-B4B0-376D-C3C168D8897B}"/>
              </a:ext>
            </a:extLst>
          </p:cNvPr>
          <p:cNvSpPr txBox="1"/>
          <p:nvPr/>
        </p:nvSpPr>
        <p:spPr>
          <a:xfrm>
            <a:off x="6681849" y="4332883"/>
            <a:ext cx="4940136" cy="502573"/>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171717"/>
                </a:solidFill>
                <a:effectLst/>
                <a:uLnTx/>
                <a:uFillTx/>
                <a:latin typeface="Montserrat" pitchFamily="2" charset="77"/>
                <a:ea typeface="+mn-ea"/>
                <a:cs typeface="+mn-cs"/>
              </a:rPr>
              <a:t>Expanding access to contraceptives through traditional and non-traditional interventions</a:t>
            </a:r>
          </a:p>
        </p:txBody>
      </p:sp>
      <p:sp>
        <p:nvSpPr>
          <p:cNvPr id="23" name="TextBox 22">
            <a:extLst>
              <a:ext uri="{FF2B5EF4-FFF2-40B4-BE49-F238E27FC236}">
                <a16:creationId xmlns:a16="http://schemas.microsoft.com/office/drawing/2014/main" id="{E99E4D36-8677-58FE-ADD8-31800B175038}"/>
              </a:ext>
            </a:extLst>
          </p:cNvPr>
          <p:cNvSpPr txBox="1"/>
          <p:nvPr/>
        </p:nvSpPr>
        <p:spPr>
          <a:xfrm>
            <a:off x="6667001" y="5479182"/>
            <a:ext cx="4940136" cy="707694"/>
          </a:xfrm>
          <a:prstGeom prst="rect">
            <a:avLst/>
          </a:prstGeom>
          <a:noFill/>
        </p:spPr>
        <p:txBody>
          <a:bodyPr wrap="square" rtlCol="0">
            <a:spAutoFit/>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171717"/>
                </a:solidFill>
                <a:effectLst/>
                <a:uLnTx/>
                <a:uFillTx/>
                <a:latin typeface="Montserrat" pitchFamily="2" charset="77"/>
                <a:ea typeface="+mn-ea"/>
                <a:cs typeface="+mn-cs"/>
              </a:rPr>
              <a:t>Working with partner organizations to strengthen healthcare systems via stronger policies, data, capacity and representation of voices of women and girls</a:t>
            </a:r>
          </a:p>
        </p:txBody>
      </p:sp>
    </p:spTree>
    <p:extLst>
      <p:ext uri="{BB962C8B-B14F-4D97-AF65-F5344CB8AC3E}">
        <p14:creationId xmlns:p14="http://schemas.microsoft.com/office/powerpoint/2010/main" val="971860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B2D7E-133E-D599-403E-CFB32CF90AD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45D69D-A0B5-5F05-A1F0-F2845F2420D7}"/>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17</a:t>
            </a:fld>
            <a:endParaRPr lang="en-US">
              <a:solidFill>
                <a:schemeClr val="tx2"/>
              </a:solidFill>
              <a:latin typeface="Montserrat" panose="00000500000000000000" pitchFamily="2" charset="0"/>
            </a:endParaRPr>
          </a:p>
        </p:txBody>
      </p:sp>
      <p:sp>
        <p:nvSpPr>
          <p:cNvPr id="7" name="Title 1">
            <a:extLst>
              <a:ext uri="{FF2B5EF4-FFF2-40B4-BE49-F238E27FC236}">
                <a16:creationId xmlns:a16="http://schemas.microsoft.com/office/drawing/2014/main" id="{44EB86FF-0759-7B23-1F4D-7348413F8A76}"/>
              </a:ext>
            </a:extLst>
          </p:cNvPr>
          <p:cNvSpPr>
            <a:spLocks noGrp="1"/>
          </p:cNvSpPr>
          <p:nvPr>
            <p:ph type="title"/>
          </p:nvPr>
        </p:nvSpPr>
        <p:spPr>
          <a:xfrm>
            <a:off x="457200" y="204885"/>
            <a:ext cx="10396483" cy="699433"/>
          </a:xfrm>
        </p:spPr>
        <p:txBody>
          <a:bodyPr>
            <a:noAutofit/>
          </a:bodyPr>
          <a:lstStyle/>
          <a:p>
            <a:r>
              <a:rPr lang="en-US" sz="2930">
                <a:solidFill>
                  <a:srgbClr val="000000"/>
                </a:solidFill>
                <a:latin typeface="Montserrat ExtraBold" panose="00000900000000000000" pitchFamily="2" charset="0"/>
              </a:rPr>
              <a:t>Key achievements*</a:t>
            </a:r>
            <a:endParaRPr lang="en-US" sz="2930">
              <a:latin typeface="Montserrat ExtraBold" panose="00000900000000000000" pitchFamily="2" charset="0"/>
            </a:endParaRPr>
          </a:p>
        </p:txBody>
      </p:sp>
      <p:sp>
        <p:nvSpPr>
          <p:cNvPr id="2" name="TextBox 1">
            <a:extLst>
              <a:ext uri="{FF2B5EF4-FFF2-40B4-BE49-F238E27FC236}">
                <a16:creationId xmlns:a16="http://schemas.microsoft.com/office/drawing/2014/main" id="{331654D8-A185-D8DB-3661-C3BADACA9471}"/>
              </a:ext>
            </a:extLst>
          </p:cNvPr>
          <p:cNvSpPr txBox="1"/>
          <p:nvPr/>
        </p:nvSpPr>
        <p:spPr>
          <a:xfrm>
            <a:off x="5565774" y="361637"/>
            <a:ext cx="4772025" cy="954107"/>
          </a:xfrm>
          <a:prstGeom prst="rect">
            <a:avLst/>
          </a:prstGeom>
          <a:solidFill>
            <a:schemeClr val="accent1"/>
          </a:solidFill>
        </p:spPr>
        <p:txBody>
          <a:bodyPr wrap="square" rtlCol="0">
            <a:spAutoFit/>
          </a:bodyPr>
          <a:lstStyle/>
          <a:p>
            <a:r>
              <a:rPr lang="en-US" sz="1400" b="1" i="0" dirty="0">
                <a:solidFill>
                  <a:schemeClr val="bg1"/>
                </a:solidFill>
                <a:effectLst/>
                <a:latin typeface="Montserrat" panose="00000500000000000000" pitchFamily="2" charset="0"/>
              </a:rPr>
              <a:t>THE CONTENT ON THIS SLIDE IS BASED ON 2024 ESG REPORT</a:t>
            </a:r>
            <a:r>
              <a:rPr lang="en-US" sz="1400" b="1" dirty="0">
                <a:solidFill>
                  <a:schemeClr val="bg1"/>
                </a:solidFill>
                <a:latin typeface="Montserrat" panose="00000500000000000000" pitchFamily="2" charset="0"/>
              </a:rPr>
              <a:t>. THIS SLIDE SHOULD NOT BE UTILIZED FOLLOWING PUBLICATION OF THE 2025 ESG REPORT.</a:t>
            </a:r>
            <a:endParaRPr lang="en-IE" sz="1400" b="1" dirty="0">
              <a:solidFill>
                <a:schemeClr val="bg1"/>
              </a:solidFill>
              <a:latin typeface="Montserrat" panose="00000500000000000000" pitchFamily="2" charset="0"/>
            </a:endParaRPr>
          </a:p>
        </p:txBody>
      </p:sp>
      <p:sp>
        <p:nvSpPr>
          <p:cNvPr id="8" name="TextBox 7">
            <a:extLst>
              <a:ext uri="{FF2B5EF4-FFF2-40B4-BE49-F238E27FC236}">
                <a16:creationId xmlns:a16="http://schemas.microsoft.com/office/drawing/2014/main" id="{5614485D-CF0C-75DB-CDD0-EBD96619F994}"/>
              </a:ext>
            </a:extLst>
          </p:cNvPr>
          <p:cNvSpPr txBox="1"/>
          <p:nvPr/>
        </p:nvSpPr>
        <p:spPr>
          <a:xfrm>
            <a:off x="457200" y="5913499"/>
            <a:ext cx="6108700" cy="492443"/>
          </a:xfrm>
          <a:prstGeom prst="rect">
            <a:avLst/>
          </a:prstGeom>
          <a:noFill/>
        </p:spPr>
        <p:txBody>
          <a:bodyPr wrap="square">
            <a:spAutoFit/>
          </a:bodyPr>
          <a:lstStyle/>
          <a:p>
            <a:r>
              <a:rPr lang="en-US" sz="1000" b="0" i="0" dirty="0">
                <a:solidFill>
                  <a:srgbClr val="1D1D1D"/>
                </a:solidFill>
                <a:effectLst/>
                <a:latin typeface="Montserrat" panose="00000500000000000000" pitchFamily="2" charset="0"/>
              </a:rPr>
              <a:t>*As reported from Organon 2024 ESG Report</a:t>
            </a:r>
          </a:p>
          <a:p>
            <a:endParaRPr lang="en-US" sz="600" b="0" i="0" dirty="0">
              <a:solidFill>
                <a:srgbClr val="1D1D1D"/>
              </a:solidFill>
              <a:effectLst/>
              <a:latin typeface="Montserrat" panose="00000500000000000000" pitchFamily="2" charset="0"/>
            </a:endParaRPr>
          </a:p>
          <a:p>
            <a:r>
              <a:rPr lang="en-US" sz="1000" b="0" i="0" dirty="0">
                <a:solidFill>
                  <a:srgbClr val="000000"/>
                </a:solidFill>
                <a:effectLst/>
                <a:latin typeface="Montserrat" panose="00000500000000000000" pitchFamily="2" charset="0"/>
              </a:rPr>
              <a:t>**</a:t>
            </a:r>
            <a:r>
              <a:rPr lang="en-US" sz="1000" dirty="0">
                <a:solidFill>
                  <a:srgbClr val="1D1D1D"/>
                </a:solidFill>
                <a:latin typeface="Montserrat" panose="00000500000000000000" pitchFamily="2" charset="0"/>
              </a:rPr>
              <a:t>Otherwise beneficially used includes composting and combusting with energy recovery.</a:t>
            </a:r>
          </a:p>
        </p:txBody>
      </p:sp>
      <p:sp>
        <p:nvSpPr>
          <p:cNvPr id="9" name="TextBox 8">
            <a:extLst>
              <a:ext uri="{FF2B5EF4-FFF2-40B4-BE49-F238E27FC236}">
                <a16:creationId xmlns:a16="http://schemas.microsoft.com/office/drawing/2014/main" id="{D88D1150-DCC6-154B-CD24-13B7A46ABE12}"/>
              </a:ext>
            </a:extLst>
          </p:cNvPr>
          <p:cNvSpPr txBox="1"/>
          <p:nvPr/>
        </p:nvSpPr>
        <p:spPr>
          <a:xfrm>
            <a:off x="1536700" y="1788565"/>
            <a:ext cx="910827" cy="1015663"/>
          </a:xfrm>
          <a:prstGeom prst="rect">
            <a:avLst/>
          </a:prstGeom>
          <a:noFill/>
        </p:spPr>
        <p:txBody>
          <a:bodyPr wrap="none" rtlCol="0">
            <a:spAutoFit/>
          </a:bodyPr>
          <a:lstStyle/>
          <a:p>
            <a:pPr algn="l"/>
            <a:r>
              <a:rPr lang="en-US" sz="6000" dirty="0">
                <a:solidFill>
                  <a:schemeClr val="accent2"/>
                </a:solidFill>
                <a:latin typeface="Montserrat Medium" panose="00000600000000000000" pitchFamily="2" charset="0"/>
              </a:rPr>
              <a:t>13</a:t>
            </a:r>
          </a:p>
        </p:txBody>
      </p:sp>
      <p:sp>
        <p:nvSpPr>
          <p:cNvPr id="10" name="TextBox 9">
            <a:extLst>
              <a:ext uri="{FF2B5EF4-FFF2-40B4-BE49-F238E27FC236}">
                <a16:creationId xmlns:a16="http://schemas.microsoft.com/office/drawing/2014/main" id="{A36783B1-9F12-5A6F-4302-9CCFC09CEEED}"/>
              </a:ext>
            </a:extLst>
          </p:cNvPr>
          <p:cNvSpPr txBox="1"/>
          <p:nvPr/>
        </p:nvSpPr>
        <p:spPr>
          <a:xfrm>
            <a:off x="3542838" y="1799325"/>
            <a:ext cx="2300630" cy="1015663"/>
          </a:xfrm>
          <a:prstGeom prst="rect">
            <a:avLst/>
          </a:prstGeom>
          <a:noFill/>
        </p:spPr>
        <p:txBody>
          <a:bodyPr wrap="none" rtlCol="0">
            <a:spAutoFit/>
          </a:bodyPr>
          <a:lstStyle/>
          <a:p>
            <a:pPr algn="l"/>
            <a:r>
              <a:rPr lang="en-US" sz="6000" dirty="0">
                <a:solidFill>
                  <a:schemeClr val="accent2"/>
                </a:solidFill>
                <a:latin typeface="Montserrat Medium" panose="00000600000000000000" pitchFamily="2" charset="0"/>
              </a:rPr>
              <a:t>~76M</a:t>
            </a:r>
          </a:p>
        </p:txBody>
      </p:sp>
      <p:sp>
        <p:nvSpPr>
          <p:cNvPr id="11" name="TextBox 10">
            <a:extLst>
              <a:ext uri="{FF2B5EF4-FFF2-40B4-BE49-F238E27FC236}">
                <a16:creationId xmlns:a16="http://schemas.microsoft.com/office/drawing/2014/main" id="{8ACFBB10-8705-E435-9A87-F5A52476F169}"/>
              </a:ext>
            </a:extLst>
          </p:cNvPr>
          <p:cNvSpPr txBox="1"/>
          <p:nvPr/>
        </p:nvSpPr>
        <p:spPr>
          <a:xfrm>
            <a:off x="978731" y="3977740"/>
            <a:ext cx="1834156" cy="1015663"/>
          </a:xfrm>
          <a:prstGeom prst="rect">
            <a:avLst/>
          </a:prstGeom>
          <a:noFill/>
        </p:spPr>
        <p:txBody>
          <a:bodyPr wrap="none" rtlCol="0">
            <a:spAutoFit/>
          </a:bodyPr>
          <a:lstStyle/>
          <a:p>
            <a:pPr algn="l"/>
            <a:r>
              <a:rPr lang="en-US" sz="6000" dirty="0">
                <a:solidFill>
                  <a:schemeClr val="accent2"/>
                </a:solidFill>
                <a:latin typeface="Montserrat Medium" panose="00000600000000000000" pitchFamily="2" charset="0"/>
              </a:rPr>
              <a:t>63M</a:t>
            </a:r>
          </a:p>
        </p:txBody>
      </p:sp>
      <p:sp>
        <p:nvSpPr>
          <p:cNvPr id="12" name="TextBox 11">
            <a:extLst>
              <a:ext uri="{FF2B5EF4-FFF2-40B4-BE49-F238E27FC236}">
                <a16:creationId xmlns:a16="http://schemas.microsoft.com/office/drawing/2014/main" id="{D3CA3519-1C08-F298-D64A-226021A67510}"/>
              </a:ext>
            </a:extLst>
          </p:cNvPr>
          <p:cNvSpPr txBox="1"/>
          <p:nvPr/>
        </p:nvSpPr>
        <p:spPr>
          <a:xfrm>
            <a:off x="3880844" y="3977740"/>
            <a:ext cx="1822935" cy="1015663"/>
          </a:xfrm>
          <a:prstGeom prst="rect">
            <a:avLst/>
          </a:prstGeom>
          <a:noFill/>
        </p:spPr>
        <p:txBody>
          <a:bodyPr wrap="none" rtlCol="0">
            <a:spAutoFit/>
          </a:bodyPr>
          <a:lstStyle/>
          <a:p>
            <a:pPr algn="l"/>
            <a:r>
              <a:rPr lang="en-US" sz="6000" dirty="0">
                <a:solidFill>
                  <a:schemeClr val="accent2"/>
                </a:solidFill>
                <a:latin typeface="Montserrat Medium" panose="00000600000000000000" pitchFamily="2" charset="0"/>
              </a:rPr>
              <a:t>94%</a:t>
            </a:r>
          </a:p>
        </p:txBody>
      </p:sp>
      <p:sp>
        <p:nvSpPr>
          <p:cNvPr id="13" name="TextBox 12">
            <a:extLst>
              <a:ext uri="{FF2B5EF4-FFF2-40B4-BE49-F238E27FC236}">
                <a16:creationId xmlns:a16="http://schemas.microsoft.com/office/drawing/2014/main" id="{A0C5BBD7-49FC-4A43-6B6F-EF7FCD64931D}"/>
              </a:ext>
            </a:extLst>
          </p:cNvPr>
          <p:cNvSpPr txBox="1"/>
          <p:nvPr/>
        </p:nvSpPr>
        <p:spPr>
          <a:xfrm>
            <a:off x="436494" y="2764989"/>
            <a:ext cx="2842182" cy="883062"/>
          </a:xfrm>
          <a:prstGeom prst="rect">
            <a:avLst/>
          </a:prstGeom>
          <a:noFill/>
        </p:spPr>
        <p:txBody>
          <a:bodyPr wrap="square" rtlCol="0">
            <a:spAutoFit/>
          </a:bodyPr>
          <a:lstStyle/>
          <a:p>
            <a:pPr algn="ctr">
              <a:lnSpc>
                <a:spcPct val="125000"/>
              </a:lnSpc>
              <a:spcBef>
                <a:spcPts val="600"/>
              </a:spcBef>
            </a:pPr>
            <a:r>
              <a:rPr lang="en-US" sz="1050" dirty="0">
                <a:solidFill>
                  <a:srgbClr val="000000"/>
                </a:solidFill>
                <a:latin typeface="Montserrat" panose="00000500000000000000" pitchFamily="2" charset="0"/>
              </a:rPr>
              <a:t>transactions completed since 2021, with four in 2024, which allows us to advance meaningfully toward our mission.</a:t>
            </a:r>
          </a:p>
        </p:txBody>
      </p:sp>
      <p:sp>
        <p:nvSpPr>
          <p:cNvPr id="16" name="TextBox 15">
            <a:extLst>
              <a:ext uri="{FF2B5EF4-FFF2-40B4-BE49-F238E27FC236}">
                <a16:creationId xmlns:a16="http://schemas.microsoft.com/office/drawing/2014/main" id="{6736564F-7A06-9357-B584-E88675B75FAB}"/>
              </a:ext>
            </a:extLst>
          </p:cNvPr>
          <p:cNvSpPr txBox="1"/>
          <p:nvPr/>
        </p:nvSpPr>
        <p:spPr>
          <a:xfrm>
            <a:off x="3274073" y="2762171"/>
            <a:ext cx="2842182" cy="883062"/>
          </a:xfrm>
          <a:prstGeom prst="rect">
            <a:avLst/>
          </a:prstGeom>
          <a:noFill/>
        </p:spPr>
        <p:txBody>
          <a:bodyPr wrap="square" rtlCol="0">
            <a:spAutoFit/>
          </a:bodyPr>
          <a:lstStyle/>
          <a:p>
            <a:pPr algn="ctr">
              <a:lnSpc>
                <a:spcPct val="125000"/>
              </a:lnSpc>
              <a:spcBef>
                <a:spcPts val="600"/>
              </a:spcBef>
            </a:pPr>
            <a:r>
              <a:rPr lang="en-US" sz="1050" dirty="0">
                <a:solidFill>
                  <a:srgbClr val="000000"/>
                </a:solidFill>
                <a:latin typeface="Montserrat" panose="00000500000000000000" pitchFamily="2" charset="0"/>
              </a:rPr>
              <a:t>Helped prevent ~76 million unintended pregnancies through the Her Promise Access Initiative, reaching over 63% of our goal.</a:t>
            </a:r>
          </a:p>
        </p:txBody>
      </p:sp>
      <p:sp>
        <p:nvSpPr>
          <p:cNvPr id="17" name="TextBox 16">
            <a:extLst>
              <a:ext uri="{FF2B5EF4-FFF2-40B4-BE49-F238E27FC236}">
                <a16:creationId xmlns:a16="http://schemas.microsoft.com/office/drawing/2014/main" id="{9CEB3F3E-AE7B-E25D-672A-BD5FB5C47AEB}"/>
              </a:ext>
            </a:extLst>
          </p:cNvPr>
          <p:cNvSpPr txBox="1"/>
          <p:nvPr/>
        </p:nvSpPr>
        <p:spPr>
          <a:xfrm>
            <a:off x="411851" y="4930129"/>
            <a:ext cx="2842182" cy="883062"/>
          </a:xfrm>
          <a:prstGeom prst="rect">
            <a:avLst/>
          </a:prstGeom>
          <a:noFill/>
        </p:spPr>
        <p:txBody>
          <a:bodyPr wrap="square" rtlCol="0">
            <a:spAutoFit/>
          </a:bodyPr>
          <a:lstStyle/>
          <a:p>
            <a:pPr algn="ctr">
              <a:lnSpc>
                <a:spcPct val="125000"/>
              </a:lnSpc>
              <a:spcBef>
                <a:spcPts val="600"/>
              </a:spcBef>
            </a:pPr>
            <a:r>
              <a:rPr lang="en-US" sz="1050" dirty="0">
                <a:solidFill>
                  <a:srgbClr val="000000"/>
                </a:solidFill>
                <a:latin typeface="Montserrat" panose="00000500000000000000" pitchFamily="2" charset="0"/>
              </a:rPr>
              <a:t>Provided over 63 million women and girls in low- and middle-income countries (LMICs) with affordable access to contraceptive options.</a:t>
            </a:r>
          </a:p>
        </p:txBody>
      </p:sp>
      <p:sp>
        <p:nvSpPr>
          <p:cNvPr id="18" name="TextBox 17">
            <a:extLst>
              <a:ext uri="{FF2B5EF4-FFF2-40B4-BE49-F238E27FC236}">
                <a16:creationId xmlns:a16="http://schemas.microsoft.com/office/drawing/2014/main" id="{89012DA2-07C6-3348-9608-85DF9E9B4F5B}"/>
              </a:ext>
            </a:extLst>
          </p:cNvPr>
          <p:cNvSpPr txBox="1"/>
          <p:nvPr/>
        </p:nvSpPr>
        <p:spPr>
          <a:xfrm>
            <a:off x="3275607" y="4932878"/>
            <a:ext cx="2842182" cy="681084"/>
          </a:xfrm>
          <a:prstGeom prst="rect">
            <a:avLst/>
          </a:prstGeom>
          <a:noFill/>
        </p:spPr>
        <p:txBody>
          <a:bodyPr wrap="square" rtlCol="0">
            <a:spAutoFit/>
          </a:bodyPr>
          <a:lstStyle/>
          <a:p>
            <a:pPr algn="ctr">
              <a:lnSpc>
                <a:spcPct val="125000"/>
              </a:lnSpc>
              <a:spcBef>
                <a:spcPts val="600"/>
              </a:spcBef>
            </a:pPr>
            <a:r>
              <a:rPr lang="en-US" sz="1050" dirty="0">
                <a:solidFill>
                  <a:srgbClr val="000000"/>
                </a:solidFill>
                <a:latin typeface="Montserrat" panose="00000500000000000000" pitchFamily="2" charset="0"/>
              </a:rPr>
              <a:t>of our operational waste is reused, recycled, or otherwise beneficially used.**</a:t>
            </a:r>
          </a:p>
        </p:txBody>
      </p:sp>
      <p:cxnSp>
        <p:nvCxnSpPr>
          <p:cNvPr id="20" name="Straight Connector 19">
            <a:extLst>
              <a:ext uri="{FF2B5EF4-FFF2-40B4-BE49-F238E27FC236}">
                <a16:creationId xmlns:a16="http://schemas.microsoft.com/office/drawing/2014/main" id="{8AA08BBD-ED4E-88B0-7960-62C46992BEE9}"/>
              </a:ext>
            </a:extLst>
          </p:cNvPr>
          <p:cNvCxnSpPr>
            <a:cxnSpLocks/>
          </p:cNvCxnSpPr>
          <p:nvPr/>
        </p:nvCxnSpPr>
        <p:spPr>
          <a:xfrm>
            <a:off x="3254033" y="1731761"/>
            <a:ext cx="0" cy="3878939"/>
          </a:xfrm>
          <a:prstGeom prst="line">
            <a:avLst/>
          </a:prstGeom>
          <a:ln>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pic>
        <p:nvPicPr>
          <p:cNvPr id="15" name="Picture 14">
            <a:extLst>
              <a:ext uri="{FF2B5EF4-FFF2-40B4-BE49-F238E27FC236}">
                <a16:creationId xmlns:a16="http://schemas.microsoft.com/office/drawing/2014/main" id="{F23DC398-FB17-8C0B-7A03-86016CA01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849" t="1792" r="3210" b="317"/>
          <a:stretch>
            <a:fillRect/>
          </a:stretch>
        </p:blipFill>
        <p:spPr bwMode="auto">
          <a:xfrm>
            <a:off x="6457032" y="1749018"/>
            <a:ext cx="5746399" cy="3524402"/>
          </a:xfrm>
          <a:custGeom>
            <a:avLst/>
            <a:gdLst>
              <a:gd name="connsiteX0" fmla="*/ 1762201 w 5746399"/>
              <a:gd name="connsiteY0" fmla="*/ 0 h 3524402"/>
              <a:gd name="connsiteX1" fmla="*/ 5746399 w 5746399"/>
              <a:gd name="connsiteY1" fmla="*/ 0 h 3524402"/>
              <a:gd name="connsiteX2" fmla="*/ 5746399 w 5746399"/>
              <a:gd name="connsiteY2" fmla="*/ 3524402 h 3524402"/>
              <a:gd name="connsiteX3" fmla="*/ 1762201 w 5746399"/>
              <a:gd name="connsiteY3" fmla="*/ 3524401 h 3524402"/>
              <a:gd name="connsiteX4" fmla="*/ 9098 w 5746399"/>
              <a:gd name="connsiteY4" fmla="*/ 1942375 h 3524402"/>
              <a:gd name="connsiteX5" fmla="*/ 0 w 5746399"/>
              <a:gd name="connsiteY5" fmla="*/ 1762201 h 3524402"/>
              <a:gd name="connsiteX6" fmla="*/ 9098 w 5746399"/>
              <a:gd name="connsiteY6" fmla="*/ 1582026 h 3524402"/>
              <a:gd name="connsiteX7" fmla="*/ 1762201 w 5746399"/>
              <a:gd name="connsiteY7" fmla="*/ 0 h 352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46399" h="3524402">
                <a:moveTo>
                  <a:pt x="1762201" y="0"/>
                </a:moveTo>
                <a:lnTo>
                  <a:pt x="5746399" y="0"/>
                </a:lnTo>
                <a:lnTo>
                  <a:pt x="5746399" y="3524402"/>
                </a:lnTo>
                <a:lnTo>
                  <a:pt x="1762201" y="3524401"/>
                </a:lnTo>
                <a:cubicBezTo>
                  <a:pt x="849792" y="3524401"/>
                  <a:pt x="99341" y="2830976"/>
                  <a:pt x="9098" y="1942375"/>
                </a:cubicBezTo>
                <a:lnTo>
                  <a:pt x="0" y="1762201"/>
                </a:lnTo>
                <a:lnTo>
                  <a:pt x="9098" y="1582026"/>
                </a:lnTo>
                <a:cubicBezTo>
                  <a:pt x="99341" y="693426"/>
                  <a:pt x="849792" y="0"/>
                  <a:pt x="1762201"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193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3DADC-E127-E151-EC46-639286A45BF9}"/>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0342FF5-5A29-69EA-925A-9B3E2265BB07}"/>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18</a:t>
            </a:fld>
            <a:endParaRPr lang="en-US">
              <a:solidFill>
                <a:schemeClr val="tx2"/>
              </a:solidFill>
              <a:latin typeface="Montserrat" panose="00000500000000000000" pitchFamily="2" charset="0"/>
            </a:endParaRPr>
          </a:p>
        </p:txBody>
      </p:sp>
      <p:sp>
        <p:nvSpPr>
          <p:cNvPr id="7" name="Title 1">
            <a:extLst>
              <a:ext uri="{FF2B5EF4-FFF2-40B4-BE49-F238E27FC236}">
                <a16:creationId xmlns:a16="http://schemas.microsoft.com/office/drawing/2014/main" id="{9FED1968-331E-57DD-4328-D20F2903B9C1}"/>
              </a:ext>
            </a:extLst>
          </p:cNvPr>
          <p:cNvSpPr>
            <a:spLocks noGrp="1"/>
          </p:cNvSpPr>
          <p:nvPr>
            <p:ph type="title"/>
          </p:nvPr>
        </p:nvSpPr>
        <p:spPr>
          <a:xfrm>
            <a:off x="457200" y="204885"/>
            <a:ext cx="10396483" cy="699433"/>
          </a:xfrm>
        </p:spPr>
        <p:txBody>
          <a:bodyPr>
            <a:noAutofit/>
          </a:bodyPr>
          <a:lstStyle/>
          <a:p>
            <a:r>
              <a:rPr lang="en-US" sz="2930" dirty="0">
                <a:solidFill>
                  <a:srgbClr val="000000"/>
                </a:solidFill>
                <a:latin typeface="Montserrat ExtraBold" panose="00000900000000000000" pitchFamily="2" charset="0"/>
              </a:rPr>
              <a:t>Her equity*</a:t>
            </a:r>
            <a:endParaRPr lang="en-US" sz="2930" dirty="0">
              <a:latin typeface="Montserrat ExtraBold" panose="00000900000000000000" pitchFamily="2" charset="0"/>
            </a:endParaRPr>
          </a:p>
        </p:txBody>
      </p:sp>
      <p:sp>
        <p:nvSpPr>
          <p:cNvPr id="5" name="TextBox 4">
            <a:extLst>
              <a:ext uri="{FF2B5EF4-FFF2-40B4-BE49-F238E27FC236}">
                <a16:creationId xmlns:a16="http://schemas.microsoft.com/office/drawing/2014/main" id="{19F7C060-7805-769C-6479-86EE2DD8145F}"/>
              </a:ext>
            </a:extLst>
          </p:cNvPr>
          <p:cNvSpPr txBox="1"/>
          <p:nvPr/>
        </p:nvSpPr>
        <p:spPr>
          <a:xfrm>
            <a:off x="457200" y="1338640"/>
            <a:ext cx="6108700" cy="3416320"/>
          </a:xfrm>
          <a:prstGeom prst="rect">
            <a:avLst/>
          </a:prstGeom>
          <a:noFill/>
        </p:spPr>
        <p:txBody>
          <a:bodyPr wrap="square">
            <a:spAutoFit/>
          </a:bodyPr>
          <a:lstStyle/>
          <a:p>
            <a:pPr algn="l" rtl="0"/>
            <a:r>
              <a:rPr lang="en-US" b="0" i="1" dirty="0">
                <a:solidFill>
                  <a:srgbClr val="000000"/>
                </a:solidFill>
                <a:effectLst/>
                <a:latin typeface="Montserrat" panose="00000500000000000000" pitchFamily="2" charset="0"/>
              </a:rPr>
              <a:t>Throughout the world, women have vast unmet medical needs. Our goal is to redefine and harness innovation to help women and girls achieve their promise and lead healthier, more empowered lives.</a:t>
            </a:r>
          </a:p>
          <a:p>
            <a:pPr algn="l" rtl="0"/>
            <a:endParaRPr lang="en-US" b="1" i="1" dirty="0">
              <a:solidFill>
                <a:schemeClr val="accent1"/>
              </a:solidFill>
              <a:effectLst/>
              <a:latin typeface="Montserrat" panose="00000500000000000000" pitchFamily="2" charset="0"/>
            </a:endParaRPr>
          </a:p>
          <a:p>
            <a:pPr algn="l" rtl="0"/>
            <a:r>
              <a:rPr lang="en-US" b="1" i="0" dirty="0">
                <a:solidFill>
                  <a:schemeClr val="accent1"/>
                </a:solidFill>
                <a:effectLst/>
                <a:latin typeface="Montserrat" panose="00000500000000000000" pitchFamily="2" charset="0"/>
              </a:rPr>
              <a:t>Goal</a:t>
            </a:r>
          </a:p>
          <a:p>
            <a:r>
              <a:rPr lang="en-US" dirty="0">
                <a:solidFill>
                  <a:srgbClr val="000000"/>
                </a:solidFill>
                <a:latin typeface="Montserrat" panose="00000500000000000000" pitchFamily="2" charset="0"/>
              </a:rPr>
              <a:t>Work together with partners to help prevent an estimated 120 million unintended pregnancies by 2030 by providing 100 million women and girls in low- and middle-income countries (LMICs) with affordable access to contraceptive options by 2030.</a:t>
            </a:r>
          </a:p>
        </p:txBody>
      </p:sp>
      <p:sp>
        <p:nvSpPr>
          <p:cNvPr id="4" name="TextBox 3">
            <a:extLst>
              <a:ext uri="{FF2B5EF4-FFF2-40B4-BE49-F238E27FC236}">
                <a16:creationId xmlns:a16="http://schemas.microsoft.com/office/drawing/2014/main" id="{7FFC88ED-F186-4D0E-3F59-3C710D4D5AB9}"/>
              </a:ext>
            </a:extLst>
          </p:cNvPr>
          <p:cNvSpPr txBox="1"/>
          <p:nvPr/>
        </p:nvSpPr>
        <p:spPr>
          <a:xfrm>
            <a:off x="5565774" y="361637"/>
            <a:ext cx="4772025" cy="954107"/>
          </a:xfrm>
          <a:prstGeom prst="rect">
            <a:avLst/>
          </a:prstGeom>
          <a:solidFill>
            <a:schemeClr val="accent1"/>
          </a:solidFill>
        </p:spPr>
        <p:txBody>
          <a:bodyPr wrap="square" rtlCol="0">
            <a:spAutoFit/>
          </a:bodyPr>
          <a:lstStyle/>
          <a:p>
            <a:r>
              <a:rPr lang="en-US" sz="1400" b="1" i="0" dirty="0">
                <a:solidFill>
                  <a:schemeClr val="bg1"/>
                </a:solidFill>
                <a:effectLst/>
                <a:latin typeface="Montserrat" panose="00000500000000000000" pitchFamily="2" charset="0"/>
              </a:rPr>
              <a:t>THE CONTENT ON THIS SLIDE IS BASED ON 202</a:t>
            </a:r>
            <a:r>
              <a:rPr lang="en-US" sz="1400" b="1" dirty="0">
                <a:solidFill>
                  <a:schemeClr val="bg1"/>
                </a:solidFill>
                <a:latin typeface="Montserrat" panose="00000500000000000000" pitchFamily="2" charset="0"/>
              </a:rPr>
              <a:t>4</a:t>
            </a:r>
            <a:r>
              <a:rPr lang="en-US" sz="1400" b="1" i="0" dirty="0">
                <a:solidFill>
                  <a:schemeClr val="bg1"/>
                </a:solidFill>
                <a:effectLst/>
                <a:latin typeface="Montserrat" panose="00000500000000000000" pitchFamily="2" charset="0"/>
              </a:rPr>
              <a:t> ESG REPORT. </a:t>
            </a:r>
            <a:r>
              <a:rPr lang="en-US" sz="1400" b="1" dirty="0">
                <a:solidFill>
                  <a:schemeClr val="bg1"/>
                </a:solidFill>
                <a:latin typeface="Montserrat" panose="00000500000000000000" pitchFamily="2" charset="0"/>
              </a:rPr>
              <a:t>THIS SLIDE SHOULD NOT BE UTILIZED FOLLOWING PUBLICATION OF THE 2025 ESG REPORT.</a:t>
            </a:r>
            <a:endParaRPr lang="en-IE" sz="1400" b="1" dirty="0">
              <a:solidFill>
                <a:schemeClr val="bg1"/>
              </a:solidFill>
              <a:latin typeface="Montserrat" panose="00000500000000000000" pitchFamily="2" charset="0"/>
            </a:endParaRPr>
          </a:p>
        </p:txBody>
      </p:sp>
      <p:sp>
        <p:nvSpPr>
          <p:cNvPr id="6" name="TextBox 5">
            <a:extLst>
              <a:ext uri="{FF2B5EF4-FFF2-40B4-BE49-F238E27FC236}">
                <a16:creationId xmlns:a16="http://schemas.microsoft.com/office/drawing/2014/main" id="{5E3AB457-96BB-56A6-0696-6510ADEC47C8}"/>
              </a:ext>
            </a:extLst>
          </p:cNvPr>
          <p:cNvSpPr txBox="1"/>
          <p:nvPr/>
        </p:nvSpPr>
        <p:spPr>
          <a:xfrm>
            <a:off x="457200" y="6269099"/>
            <a:ext cx="6108700" cy="246221"/>
          </a:xfrm>
          <a:prstGeom prst="rect">
            <a:avLst/>
          </a:prstGeom>
          <a:noFill/>
        </p:spPr>
        <p:txBody>
          <a:bodyPr wrap="square">
            <a:spAutoFit/>
          </a:bodyPr>
          <a:lstStyle/>
          <a:p>
            <a:r>
              <a:rPr lang="en-US" sz="1000" b="0" i="0" dirty="0">
                <a:solidFill>
                  <a:srgbClr val="1D1D1D"/>
                </a:solidFill>
                <a:effectLst/>
                <a:latin typeface="Montserrat" panose="00000500000000000000" pitchFamily="2" charset="0"/>
              </a:rPr>
              <a:t>*As reported from Organon 2024 ESG Report</a:t>
            </a:r>
          </a:p>
        </p:txBody>
      </p:sp>
      <p:grpSp>
        <p:nvGrpSpPr>
          <p:cNvPr id="20" name="Group 19">
            <a:extLst>
              <a:ext uri="{FF2B5EF4-FFF2-40B4-BE49-F238E27FC236}">
                <a16:creationId xmlns:a16="http://schemas.microsoft.com/office/drawing/2014/main" id="{D92AAEF4-7243-B699-EF8C-4151FE69A888}"/>
              </a:ext>
            </a:extLst>
          </p:cNvPr>
          <p:cNvGrpSpPr/>
          <p:nvPr/>
        </p:nvGrpSpPr>
        <p:grpSpPr>
          <a:xfrm>
            <a:off x="6911340" y="1327192"/>
            <a:ext cx="4585744" cy="4521200"/>
            <a:chOff x="6911340" y="1327192"/>
            <a:chExt cx="4585744" cy="4521200"/>
          </a:xfrm>
        </p:grpSpPr>
        <p:sp>
          <p:nvSpPr>
            <p:cNvPr id="8" name="Rectangle: Rounded Corners 7">
              <a:extLst>
                <a:ext uri="{FF2B5EF4-FFF2-40B4-BE49-F238E27FC236}">
                  <a16:creationId xmlns:a16="http://schemas.microsoft.com/office/drawing/2014/main" id="{055F33D5-5ED5-5A56-3C09-3A7C8149640F}"/>
                </a:ext>
              </a:extLst>
            </p:cNvPr>
            <p:cNvSpPr/>
            <p:nvPr/>
          </p:nvSpPr>
          <p:spPr>
            <a:xfrm>
              <a:off x="6911340" y="1327192"/>
              <a:ext cx="4572000" cy="4521200"/>
            </a:xfrm>
            <a:prstGeom prst="roundRect">
              <a:avLst>
                <a:gd name="adj" fmla="val 4532"/>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3CB18DFB-FD8E-B429-9829-A0639732ED51}"/>
                </a:ext>
              </a:extLst>
            </p:cNvPr>
            <p:cNvSpPr txBox="1"/>
            <p:nvPr/>
          </p:nvSpPr>
          <p:spPr>
            <a:xfrm>
              <a:off x="7061294" y="1549332"/>
              <a:ext cx="4299575" cy="1666995"/>
            </a:xfrm>
            <a:prstGeom prst="rect">
              <a:avLst/>
            </a:prstGeom>
            <a:solidFill>
              <a:srgbClr val="F2F2F2"/>
            </a:solidFill>
          </p:spPr>
          <p:txBody>
            <a:bodyPr wrap="none" rtlCol="0">
              <a:spAutoFit/>
            </a:bodyPr>
            <a:lstStyle/>
            <a:p>
              <a:pPr algn="l"/>
              <a:r>
                <a:rPr lang="en-US" sz="1400" dirty="0">
                  <a:solidFill>
                    <a:schemeClr val="accent1"/>
                  </a:solidFill>
                  <a:latin typeface="Montserrat SemiBold" panose="00000700000000000000" pitchFamily="2" charset="0"/>
                </a:rPr>
                <a:t>PROGRESS</a:t>
              </a:r>
            </a:p>
            <a:p>
              <a:pPr algn="l"/>
              <a:endParaRPr lang="en-US" sz="1050" dirty="0">
                <a:solidFill>
                  <a:schemeClr val="accent1"/>
                </a:solidFill>
                <a:latin typeface="Montserrat SemiBold" panose="00000700000000000000" pitchFamily="2" charset="0"/>
              </a:endParaRPr>
            </a:p>
            <a:p>
              <a:pPr algn="l"/>
              <a:r>
                <a:rPr lang="en-US" sz="2800" dirty="0">
                  <a:solidFill>
                    <a:schemeClr val="accent1"/>
                  </a:solidFill>
                  <a:latin typeface="Montserrat SemiBold" panose="00000700000000000000" pitchFamily="2" charset="0"/>
                </a:rPr>
                <a:t>~76M</a:t>
              </a:r>
            </a:p>
            <a:p>
              <a:pPr algn="l"/>
              <a:endParaRPr lang="en-US" sz="600" dirty="0">
                <a:solidFill>
                  <a:schemeClr val="accent1"/>
                </a:solidFill>
                <a:latin typeface="Montserrat SemiBold" panose="00000700000000000000" pitchFamily="2" charset="0"/>
              </a:endParaRPr>
            </a:p>
            <a:p>
              <a:pPr algn="l">
                <a:lnSpc>
                  <a:spcPts val="1800"/>
                </a:lnSpc>
              </a:pPr>
              <a:r>
                <a:rPr lang="en-US" sz="1250" dirty="0">
                  <a:latin typeface="Montserrat SemiBold" panose="00000700000000000000" pitchFamily="2" charset="0"/>
                </a:rPr>
                <a:t>Helped prevent ~76 million unplanned</a:t>
              </a:r>
            </a:p>
            <a:p>
              <a:pPr algn="l">
                <a:lnSpc>
                  <a:spcPts val="1800"/>
                </a:lnSpc>
              </a:pPr>
              <a:r>
                <a:rPr lang="en-US" sz="1250" dirty="0">
                  <a:latin typeface="Montserrat SemiBold" panose="00000700000000000000" pitchFamily="2" charset="0"/>
                </a:rPr>
                <a:t>unintended pregnancies </a:t>
              </a:r>
              <a:r>
                <a:rPr lang="en-US" sz="1250" dirty="0">
                  <a:latin typeface="Montserrat" panose="00000500000000000000" pitchFamily="2" charset="0"/>
                </a:rPr>
                <a:t>through the Her Promise</a:t>
              </a:r>
            </a:p>
            <a:p>
              <a:pPr algn="l">
                <a:lnSpc>
                  <a:spcPts val="1800"/>
                </a:lnSpc>
              </a:pPr>
              <a:r>
                <a:rPr lang="en-US" sz="1250" dirty="0">
                  <a:latin typeface="Montserrat" panose="00000500000000000000" pitchFamily="2" charset="0"/>
                </a:rPr>
                <a:t>Access Initiative, more than halfway to our goal. </a:t>
              </a:r>
            </a:p>
          </p:txBody>
        </p:sp>
        <p:sp>
          <p:nvSpPr>
            <p:cNvPr id="10" name="TextBox 9">
              <a:extLst>
                <a:ext uri="{FF2B5EF4-FFF2-40B4-BE49-F238E27FC236}">
                  <a16:creationId xmlns:a16="http://schemas.microsoft.com/office/drawing/2014/main" id="{CA79A071-E78A-445E-777F-58F1F5CB4502}"/>
                </a:ext>
              </a:extLst>
            </p:cNvPr>
            <p:cNvSpPr txBox="1"/>
            <p:nvPr/>
          </p:nvSpPr>
          <p:spPr>
            <a:xfrm>
              <a:off x="7061294" y="3857579"/>
              <a:ext cx="4299575" cy="1059136"/>
            </a:xfrm>
            <a:prstGeom prst="rect">
              <a:avLst/>
            </a:prstGeom>
            <a:solidFill>
              <a:srgbClr val="F2F2F2"/>
            </a:solidFill>
          </p:spPr>
          <p:txBody>
            <a:bodyPr wrap="square" rtlCol="0">
              <a:spAutoFit/>
            </a:bodyPr>
            <a:lstStyle/>
            <a:p>
              <a:pPr algn="l"/>
              <a:r>
                <a:rPr lang="en-US" sz="2800" dirty="0">
                  <a:solidFill>
                    <a:schemeClr val="accent1"/>
                  </a:solidFill>
                  <a:latin typeface="Montserrat SemiBold" panose="00000700000000000000" pitchFamily="2" charset="0"/>
                </a:rPr>
                <a:t>63M</a:t>
              </a:r>
            </a:p>
            <a:p>
              <a:pPr algn="l"/>
              <a:endParaRPr lang="en-US" sz="600" dirty="0">
                <a:solidFill>
                  <a:schemeClr val="accent1"/>
                </a:solidFill>
                <a:latin typeface="Montserrat SemiBold" panose="00000700000000000000" pitchFamily="2" charset="0"/>
              </a:endParaRPr>
            </a:p>
            <a:p>
              <a:pPr algn="l">
                <a:lnSpc>
                  <a:spcPts val="1800"/>
                </a:lnSpc>
              </a:pPr>
              <a:r>
                <a:rPr lang="en-US" sz="1250" dirty="0">
                  <a:latin typeface="Montserrat SemiBold" panose="00000700000000000000" pitchFamily="2" charset="0"/>
                </a:rPr>
                <a:t>Provided over 63 million women and girls in LMICs affordable access to contraceptive options.</a:t>
              </a:r>
              <a:endParaRPr lang="en-US" sz="1250" dirty="0">
                <a:latin typeface="Montserrat" panose="00000500000000000000" pitchFamily="2" charset="0"/>
              </a:endParaRPr>
            </a:p>
          </p:txBody>
        </p:sp>
        <p:pic>
          <p:nvPicPr>
            <p:cNvPr id="11" name="Picture 2" descr="progress graphic for unplanned pregnancies">
              <a:extLst>
                <a:ext uri="{FF2B5EF4-FFF2-40B4-BE49-F238E27FC236}">
                  <a16:creationId xmlns:a16="http://schemas.microsoft.com/office/drawing/2014/main" id="{D219DD96-CDF3-77B0-2C52-3DFB67213E7A}"/>
                </a:ext>
              </a:extLst>
            </p:cNvPr>
            <p:cNvPicPr>
              <a:picLocks noChangeAspect="1"/>
            </p:cNvPicPr>
            <p:nvPr/>
          </p:nvPicPr>
          <p:blipFill rotWithShape="1">
            <a:blip r:embed="rId3">
              <a:extLst>
                <a:ext uri="{28A0092B-C50C-407E-A947-70E740481C1C}">
                  <a14:useLocalDpi xmlns:a14="http://schemas.microsoft.com/office/drawing/2010/main" val="0"/>
                </a:ext>
              </a:extLst>
            </a:blip>
            <a:srcRect t="43126" b="46624"/>
            <a:stretch/>
          </p:blipFill>
          <p:spPr bwMode="auto">
            <a:xfrm>
              <a:off x="6925081" y="3296315"/>
              <a:ext cx="4572000" cy="4686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progress graphic for unplanned pregnancies">
              <a:extLst>
                <a:ext uri="{FF2B5EF4-FFF2-40B4-BE49-F238E27FC236}">
                  <a16:creationId xmlns:a16="http://schemas.microsoft.com/office/drawing/2014/main" id="{06F9640C-DF74-F246-82A8-051B221FF743}"/>
                </a:ext>
              </a:extLst>
            </p:cNvPr>
            <p:cNvPicPr>
              <a:picLocks noChangeAspect="1"/>
            </p:cNvPicPr>
            <p:nvPr/>
          </p:nvPicPr>
          <p:blipFill rotWithShape="1">
            <a:blip r:embed="rId3">
              <a:extLst>
                <a:ext uri="{28A0092B-C50C-407E-A947-70E740481C1C}">
                  <a14:useLocalDpi xmlns:a14="http://schemas.microsoft.com/office/drawing/2010/main" val="0"/>
                </a:ext>
              </a:extLst>
            </a:blip>
            <a:srcRect t="79881" b="11119"/>
            <a:stretch/>
          </p:blipFill>
          <p:spPr bwMode="auto">
            <a:xfrm>
              <a:off x="6925084" y="4998148"/>
              <a:ext cx="4572000" cy="411481"/>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64146DD9-93B1-40AC-7390-B21450F7E9F1}"/>
                </a:ext>
              </a:extLst>
            </p:cNvPr>
            <p:cNvSpPr txBox="1"/>
            <p:nvPr/>
          </p:nvSpPr>
          <p:spPr>
            <a:xfrm>
              <a:off x="10961696" y="3394518"/>
              <a:ext cx="409773" cy="153888"/>
            </a:xfrm>
            <a:prstGeom prst="rect">
              <a:avLst/>
            </a:prstGeom>
            <a:solidFill>
              <a:srgbClr val="F2F2F2"/>
            </a:solidFill>
          </p:spPr>
          <p:txBody>
            <a:bodyPr wrap="square" lIns="0" tIns="0" rIns="0" bIns="0" rtlCol="0">
              <a:spAutoFit/>
            </a:bodyPr>
            <a:lstStyle/>
            <a:p>
              <a:pPr algn="l"/>
              <a:r>
                <a:rPr lang="en-US" sz="1000" dirty="0">
                  <a:solidFill>
                    <a:schemeClr val="accent1"/>
                  </a:solidFill>
                  <a:latin typeface="Montserrat SemiBold" panose="00000700000000000000" pitchFamily="2" charset="0"/>
                </a:rPr>
                <a:t>120M</a:t>
              </a:r>
            </a:p>
          </p:txBody>
        </p:sp>
        <p:sp>
          <p:nvSpPr>
            <p:cNvPr id="16" name="TextBox 15">
              <a:extLst>
                <a:ext uri="{FF2B5EF4-FFF2-40B4-BE49-F238E27FC236}">
                  <a16:creationId xmlns:a16="http://schemas.microsoft.com/office/drawing/2014/main" id="{762F3026-ECF8-7888-0C09-4B4B30C4FD80}"/>
                </a:ext>
              </a:extLst>
            </p:cNvPr>
            <p:cNvSpPr txBox="1"/>
            <p:nvPr/>
          </p:nvSpPr>
          <p:spPr>
            <a:xfrm>
              <a:off x="10460409" y="5116457"/>
              <a:ext cx="441591" cy="153888"/>
            </a:xfrm>
            <a:prstGeom prst="rect">
              <a:avLst/>
            </a:prstGeom>
            <a:solidFill>
              <a:srgbClr val="F2F2F2"/>
            </a:solidFill>
          </p:spPr>
          <p:txBody>
            <a:bodyPr wrap="square" lIns="0" tIns="0" rIns="0" bIns="0" rtlCol="0">
              <a:spAutoFit/>
            </a:bodyPr>
            <a:lstStyle/>
            <a:p>
              <a:pPr algn="l"/>
              <a:r>
                <a:rPr lang="en-US" sz="1000" dirty="0">
                  <a:solidFill>
                    <a:schemeClr val="accent1"/>
                  </a:solidFill>
                  <a:latin typeface="Montserrat SemiBold" panose="00000700000000000000" pitchFamily="2" charset="0"/>
                </a:rPr>
                <a:t>100M</a:t>
              </a:r>
            </a:p>
          </p:txBody>
        </p:sp>
        <p:sp>
          <p:nvSpPr>
            <p:cNvPr id="18" name="Rectangle: Rounded Corners 17">
              <a:extLst>
                <a:ext uri="{FF2B5EF4-FFF2-40B4-BE49-F238E27FC236}">
                  <a16:creationId xmlns:a16="http://schemas.microsoft.com/office/drawing/2014/main" id="{E00E6AF9-091B-83C0-563E-B4BFDBA93D46}"/>
                </a:ext>
              </a:extLst>
            </p:cNvPr>
            <p:cNvSpPr/>
            <p:nvPr/>
          </p:nvSpPr>
          <p:spPr>
            <a:xfrm>
              <a:off x="7354321" y="5111563"/>
              <a:ext cx="1951046" cy="18288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5F986D2-30AF-451A-0772-F7CDFBBBB9DA}"/>
                </a:ext>
              </a:extLst>
            </p:cNvPr>
            <p:cNvSpPr txBox="1"/>
            <p:nvPr/>
          </p:nvSpPr>
          <p:spPr>
            <a:xfrm>
              <a:off x="8961580" y="5126233"/>
              <a:ext cx="294761" cy="153888"/>
            </a:xfrm>
            <a:prstGeom prst="rect">
              <a:avLst/>
            </a:prstGeom>
            <a:solidFill>
              <a:schemeClr val="accent1"/>
            </a:solidFill>
            <a:ln>
              <a:solidFill>
                <a:schemeClr val="accent1"/>
              </a:solidFill>
            </a:ln>
          </p:spPr>
          <p:txBody>
            <a:bodyPr wrap="square" lIns="0" tIns="0" rIns="0" bIns="0" rtlCol="0">
              <a:spAutoFit/>
            </a:bodyPr>
            <a:lstStyle/>
            <a:p>
              <a:pPr algn="l"/>
              <a:r>
                <a:rPr lang="en-US" sz="1000" dirty="0">
                  <a:solidFill>
                    <a:schemeClr val="bg1"/>
                  </a:solidFill>
                  <a:latin typeface="Montserrat SemiBold" panose="00000700000000000000" pitchFamily="2" charset="0"/>
                </a:rPr>
                <a:t>63M</a:t>
              </a:r>
            </a:p>
          </p:txBody>
        </p:sp>
        <p:sp>
          <p:nvSpPr>
            <p:cNvPr id="19" name="Rectangle: Rounded Corners 18">
              <a:extLst>
                <a:ext uri="{FF2B5EF4-FFF2-40B4-BE49-F238E27FC236}">
                  <a16:creationId xmlns:a16="http://schemas.microsoft.com/office/drawing/2014/main" id="{DBC9ABFC-6531-CED8-F9F1-2B40DE99EC26}"/>
                </a:ext>
              </a:extLst>
            </p:cNvPr>
            <p:cNvSpPr/>
            <p:nvPr/>
          </p:nvSpPr>
          <p:spPr>
            <a:xfrm>
              <a:off x="7354321" y="3380196"/>
              <a:ext cx="2347123" cy="182880"/>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C015B22-342C-5BF6-A6C6-D1285E9787F5}"/>
                </a:ext>
              </a:extLst>
            </p:cNvPr>
            <p:cNvSpPr txBox="1"/>
            <p:nvPr/>
          </p:nvSpPr>
          <p:spPr>
            <a:xfrm>
              <a:off x="9108960" y="3399408"/>
              <a:ext cx="469090" cy="153888"/>
            </a:xfrm>
            <a:prstGeom prst="rect">
              <a:avLst/>
            </a:prstGeom>
            <a:solidFill>
              <a:schemeClr val="accent1"/>
            </a:solidFill>
            <a:ln>
              <a:solidFill>
                <a:schemeClr val="accent1"/>
              </a:solidFill>
            </a:ln>
          </p:spPr>
          <p:txBody>
            <a:bodyPr wrap="square" lIns="0" tIns="0" rIns="0" bIns="0" rtlCol="0" anchor="ctr">
              <a:spAutoFit/>
            </a:bodyPr>
            <a:lstStyle/>
            <a:p>
              <a:pPr algn="r"/>
              <a:r>
                <a:rPr lang="en-US" sz="1000" dirty="0">
                  <a:solidFill>
                    <a:schemeClr val="bg1"/>
                  </a:solidFill>
                  <a:latin typeface="Montserrat SemiBold" panose="00000700000000000000" pitchFamily="2" charset="0"/>
                </a:rPr>
                <a:t>~76M</a:t>
              </a:r>
            </a:p>
          </p:txBody>
        </p:sp>
      </p:grpSp>
    </p:spTree>
    <p:extLst>
      <p:ext uri="{BB962C8B-B14F-4D97-AF65-F5344CB8AC3E}">
        <p14:creationId xmlns:p14="http://schemas.microsoft.com/office/powerpoint/2010/main" val="1882696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DEC87-7EBF-AD97-F867-0D16BAD98E55}"/>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84A7C068-DD55-49EE-68FC-32D5F2166A94}"/>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19</a:t>
            </a:fld>
            <a:endParaRPr lang="en-US">
              <a:solidFill>
                <a:schemeClr val="tx2"/>
              </a:solidFill>
              <a:latin typeface="Montserrat" panose="00000500000000000000" pitchFamily="2" charset="0"/>
            </a:endParaRPr>
          </a:p>
        </p:txBody>
      </p:sp>
      <p:sp>
        <p:nvSpPr>
          <p:cNvPr id="7" name="Title 1">
            <a:extLst>
              <a:ext uri="{FF2B5EF4-FFF2-40B4-BE49-F238E27FC236}">
                <a16:creationId xmlns:a16="http://schemas.microsoft.com/office/drawing/2014/main" id="{BF4E2F6D-5E6E-8E04-961D-4A2A83478A64}"/>
              </a:ext>
            </a:extLst>
          </p:cNvPr>
          <p:cNvSpPr>
            <a:spLocks noGrp="1"/>
          </p:cNvSpPr>
          <p:nvPr>
            <p:ph type="title"/>
          </p:nvPr>
        </p:nvSpPr>
        <p:spPr>
          <a:xfrm>
            <a:off x="457200" y="204885"/>
            <a:ext cx="10396483" cy="699433"/>
          </a:xfrm>
        </p:spPr>
        <p:txBody>
          <a:bodyPr>
            <a:noAutofit/>
          </a:bodyPr>
          <a:lstStyle/>
          <a:p>
            <a:r>
              <a:rPr lang="en-US" sz="2930">
                <a:solidFill>
                  <a:srgbClr val="000000"/>
                </a:solidFill>
                <a:latin typeface="Montserrat ExtraBold" panose="00000900000000000000" pitchFamily="2" charset="0"/>
              </a:rPr>
              <a:t>Her planet*</a:t>
            </a:r>
            <a:endParaRPr lang="en-US" sz="2930">
              <a:latin typeface="Montserrat ExtraBold" panose="00000900000000000000" pitchFamily="2" charset="0"/>
            </a:endParaRPr>
          </a:p>
        </p:txBody>
      </p:sp>
      <p:sp>
        <p:nvSpPr>
          <p:cNvPr id="5" name="TextBox 4">
            <a:extLst>
              <a:ext uri="{FF2B5EF4-FFF2-40B4-BE49-F238E27FC236}">
                <a16:creationId xmlns:a16="http://schemas.microsoft.com/office/drawing/2014/main" id="{ACEA8214-8B0E-7872-B66D-EAD769FBEDA2}"/>
              </a:ext>
            </a:extLst>
          </p:cNvPr>
          <p:cNvSpPr txBox="1"/>
          <p:nvPr/>
        </p:nvSpPr>
        <p:spPr>
          <a:xfrm>
            <a:off x="457200" y="1338640"/>
            <a:ext cx="6108700" cy="5078313"/>
          </a:xfrm>
          <a:prstGeom prst="rect">
            <a:avLst/>
          </a:prstGeom>
          <a:noFill/>
        </p:spPr>
        <p:txBody>
          <a:bodyPr wrap="square">
            <a:spAutoFit/>
          </a:bodyPr>
          <a:lstStyle/>
          <a:p>
            <a:pPr algn="l"/>
            <a:r>
              <a:rPr lang="en-US" b="0" i="1" dirty="0">
                <a:solidFill>
                  <a:srgbClr val="000000"/>
                </a:solidFill>
                <a:effectLst/>
                <a:latin typeface="Montserrat" panose="00000500000000000000" pitchFamily="2" charset="0"/>
              </a:rPr>
              <a:t>The health of women depends on the health of our planet. While the ongoing climate crisis affects the entire world, pervasive gender inequality magnifies its impact on women and girls. Our goal is to implement environmentally friendly practices and long-term sustainability initiatives across our operations and value chain to positively impact women everywhere.   </a:t>
            </a:r>
          </a:p>
          <a:p>
            <a:pPr algn="l"/>
            <a:endParaRPr lang="en-US" b="1" i="0" dirty="0">
              <a:solidFill>
                <a:srgbClr val="000000"/>
              </a:solidFill>
              <a:effectLst/>
              <a:latin typeface="Montserrat" panose="00000500000000000000" pitchFamily="2" charset="0"/>
            </a:endParaRPr>
          </a:p>
          <a:p>
            <a:pPr algn="l"/>
            <a:r>
              <a:rPr lang="en-US" b="1" i="0" dirty="0">
                <a:solidFill>
                  <a:schemeClr val="accent1"/>
                </a:solidFill>
                <a:effectLst/>
                <a:latin typeface="Montserrat" panose="00000500000000000000" pitchFamily="2" charset="0"/>
              </a:rPr>
              <a:t>Goal</a:t>
            </a:r>
          </a:p>
          <a:p>
            <a:pPr algn="l"/>
            <a:r>
              <a:rPr lang="en-US" b="0" i="0" dirty="0">
                <a:solidFill>
                  <a:srgbClr val="000000"/>
                </a:solidFill>
                <a:effectLst/>
                <a:latin typeface="Montserrat" panose="00000500000000000000" pitchFamily="2" charset="0"/>
              </a:rPr>
              <a:t>Support the transition to a low-carbon economy, with a long-term ambition to achieve net zero GHG emissions in our operations and through our supply chain. </a:t>
            </a:r>
          </a:p>
          <a:p>
            <a:pPr algn="l"/>
            <a:endParaRPr lang="en-US" sz="1600" b="0" i="0" dirty="0">
              <a:solidFill>
                <a:srgbClr val="000000"/>
              </a:solidFill>
              <a:effectLst/>
              <a:latin typeface="Montserrat" panose="00000500000000000000" pitchFamily="2" charset="0"/>
            </a:endParaRPr>
          </a:p>
          <a:p>
            <a:pPr algn="l"/>
            <a:r>
              <a:rPr lang="en-US" sz="1600" b="1" i="0" dirty="0">
                <a:solidFill>
                  <a:srgbClr val="000000"/>
                </a:solidFill>
                <a:effectLst/>
                <a:latin typeface="Montserrat" panose="00000500000000000000" pitchFamily="2" charset="0"/>
              </a:rPr>
              <a:t>By 2025:</a:t>
            </a:r>
            <a:endParaRPr lang="en-US" sz="1600" b="0" i="0" dirty="0">
              <a:solidFill>
                <a:srgbClr val="000000"/>
              </a:solidFill>
              <a:effectLst/>
              <a:latin typeface="Montserrat" panose="00000500000000000000" pitchFamily="2" charset="0"/>
            </a:endParaRPr>
          </a:p>
          <a:p>
            <a:pPr marL="285750" indent="-285750" algn="l">
              <a:buClr>
                <a:schemeClr val="accent1"/>
              </a:buClr>
              <a:buSzPct val="120000"/>
              <a:buFont typeface="Arial" panose="020B0604020202020204" pitchFamily="34" charset="0"/>
              <a:buChar char="•"/>
            </a:pPr>
            <a:r>
              <a:rPr lang="en-US" sz="1600" b="0" i="0" dirty="0">
                <a:solidFill>
                  <a:srgbClr val="000000"/>
                </a:solidFill>
                <a:effectLst/>
                <a:latin typeface="Montserrat" panose="00000500000000000000" pitchFamily="2" charset="0"/>
              </a:rPr>
              <a:t>Aim to reduce our Scope 1 and 2 GHG emissions by more than 25% from 2020 levels.</a:t>
            </a:r>
            <a:r>
              <a:rPr lang="en-US" sz="1600" b="1" i="0" dirty="0">
                <a:solidFill>
                  <a:srgbClr val="000000"/>
                </a:solidFill>
                <a:effectLst/>
                <a:latin typeface="Montserrat" panose="00000500000000000000" pitchFamily="2" charset="0"/>
              </a:rPr>
              <a:t> </a:t>
            </a:r>
            <a:r>
              <a:rPr lang="en-US" sz="1600" b="0" i="0" dirty="0">
                <a:solidFill>
                  <a:srgbClr val="000000"/>
                </a:solidFill>
                <a:effectLst/>
                <a:latin typeface="Montserrat" panose="00000500000000000000" pitchFamily="2" charset="0"/>
              </a:rPr>
              <a:t> </a:t>
            </a:r>
          </a:p>
        </p:txBody>
      </p:sp>
      <p:sp>
        <p:nvSpPr>
          <p:cNvPr id="2" name="TextBox 1">
            <a:extLst>
              <a:ext uri="{FF2B5EF4-FFF2-40B4-BE49-F238E27FC236}">
                <a16:creationId xmlns:a16="http://schemas.microsoft.com/office/drawing/2014/main" id="{6EAB10D7-2CB8-B87E-271D-FFB88AEA5CB5}"/>
              </a:ext>
            </a:extLst>
          </p:cNvPr>
          <p:cNvSpPr txBox="1"/>
          <p:nvPr/>
        </p:nvSpPr>
        <p:spPr>
          <a:xfrm>
            <a:off x="5565774" y="361637"/>
            <a:ext cx="4772025" cy="954107"/>
          </a:xfrm>
          <a:prstGeom prst="rect">
            <a:avLst/>
          </a:prstGeom>
          <a:solidFill>
            <a:schemeClr val="accent1"/>
          </a:solidFill>
        </p:spPr>
        <p:txBody>
          <a:bodyPr wrap="square" rtlCol="0">
            <a:spAutoFit/>
          </a:bodyPr>
          <a:lstStyle/>
          <a:p>
            <a:r>
              <a:rPr lang="en-US" sz="1400" b="1" i="0" dirty="0">
                <a:solidFill>
                  <a:schemeClr val="bg1"/>
                </a:solidFill>
                <a:effectLst/>
                <a:latin typeface="Montserrat" panose="00000500000000000000" pitchFamily="2" charset="0"/>
              </a:rPr>
              <a:t>THE CONTENT ON THIS SLIDE IS BASED ON 2024 ESG REPORT. </a:t>
            </a:r>
            <a:r>
              <a:rPr lang="en-US" sz="1400" b="1" dirty="0">
                <a:solidFill>
                  <a:schemeClr val="bg1"/>
                </a:solidFill>
                <a:latin typeface="Montserrat" panose="00000500000000000000" pitchFamily="2" charset="0"/>
              </a:rPr>
              <a:t>THIS SLIDE SHOULD NOT BE UTILIZED FOLLOWING PUBLICATION OF THE 2025 ESG REPORT.</a:t>
            </a:r>
            <a:endParaRPr lang="en-IE" sz="1400" b="1" dirty="0">
              <a:solidFill>
                <a:schemeClr val="bg1"/>
              </a:solidFill>
              <a:latin typeface="Montserrat" panose="00000500000000000000" pitchFamily="2" charset="0"/>
            </a:endParaRPr>
          </a:p>
        </p:txBody>
      </p:sp>
      <p:sp>
        <p:nvSpPr>
          <p:cNvPr id="4" name="TextBox 3">
            <a:extLst>
              <a:ext uri="{FF2B5EF4-FFF2-40B4-BE49-F238E27FC236}">
                <a16:creationId xmlns:a16="http://schemas.microsoft.com/office/drawing/2014/main" id="{1EF1B79E-80EE-67EE-9A04-B93B2D56411A}"/>
              </a:ext>
            </a:extLst>
          </p:cNvPr>
          <p:cNvSpPr txBox="1"/>
          <p:nvPr/>
        </p:nvSpPr>
        <p:spPr>
          <a:xfrm>
            <a:off x="457200" y="6269099"/>
            <a:ext cx="6108700" cy="400110"/>
          </a:xfrm>
          <a:prstGeom prst="rect">
            <a:avLst/>
          </a:prstGeom>
          <a:noFill/>
        </p:spPr>
        <p:txBody>
          <a:bodyPr wrap="square">
            <a:spAutoFit/>
          </a:bodyPr>
          <a:lstStyle/>
          <a:p>
            <a:r>
              <a:rPr lang="en-US" sz="1000" dirty="0">
                <a:solidFill>
                  <a:srgbClr val="1D1D1D"/>
                </a:solidFill>
                <a:latin typeface="Montserrat" panose="00000500000000000000" pitchFamily="2" charset="0"/>
              </a:rPr>
              <a:t>*As reported </a:t>
            </a:r>
            <a:r>
              <a:rPr lang="en-US" sz="1000" b="0" i="0" dirty="0">
                <a:solidFill>
                  <a:srgbClr val="1D1D1D"/>
                </a:solidFill>
                <a:effectLst/>
                <a:latin typeface="Montserrat" panose="00000500000000000000" pitchFamily="2" charset="0"/>
              </a:rPr>
              <a:t>from Organon 2024 ESG Report</a:t>
            </a:r>
          </a:p>
          <a:p>
            <a:r>
              <a:rPr lang="en-US" sz="1000" dirty="0">
                <a:solidFill>
                  <a:srgbClr val="1D1D1D"/>
                </a:solidFill>
                <a:latin typeface="Montserrat" panose="00000500000000000000" pitchFamily="2" charset="0"/>
              </a:rPr>
              <a:t>** Including biogenic emissions. </a:t>
            </a:r>
            <a:endParaRPr lang="en-US" sz="1000" b="0" i="0" dirty="0">
              <a:solidFill>
                <a:srgbClr val="1D1D1D"/>
              </a:solidFill>
              <a:effectLst/>
              <a:latin typeface="Montserrat" panose="00000500000000000000" pitchFamily="2" charset="0"/>
            </a:endParaRPr>
          </a:p>
        </p:txBody>
      </p:sp>
      <p:grpSp>
        <p:nvGrpSpPr>
          <p:cNvPr id="6" name="Group 5">
            <a:extLst>
              <a:ext uri="{FF2B5EF4-FFF2-40B4-BE49-F238E27FC236}">
                <a16:creationId xmlns:a16="http://schemas.microsoft.com/office/drawing/2014/main" id="{CF183206-DCAF-A3E2-B741-3C1882ED4052}"/>
              </a:ext>
            </a:extLst>
          </p:cNvPr>
          <p:cNvGrpSpPr/>
          <p:nvPr/>
        </p:nvGrpSpPr>
        <p:grpSpPr>
          <a:xfrm>
            <a:off x="7155180" y="1507746"/>
            <a:ext cx="4109720" cy="4132187"/>
            <a:chOff x="7155180" y="1507746"/>
            <a:chExt cx="4109720" cy="4132187"/>
          </a:xfrm>
        </p:grpSpPr>
        <p:sp>
          <p:nvSpPr>
            <p:cNvPr id="8" name="Rectangle: Rounded Corners 7">
              <a:extLst>
                <a:ext uri="{FF2B5EF4-FFF2-40B4-BE49-F238E27FC236}">
                  <a16:creationId xmlns:a16="http://schemas.microsoft.com/office/drawing/2014/main" id="{F45E3BCA-7389-177D-72F6-986D08108A23}"/>
                </a:ext>
              </a:extLst>
            </p:cNvPr>
            <p:cNvSpPr/>
            <p:nvPr/>
          </p:nvSpPr>
          <p:spPr>
            <a:xfrm>
              <a:off x="7155180" y="1507746"/>
              <a:ext cx="4109720" cy="4132187"/>
            </a:xfrm>
            <a:prstGeom prst="roundRect">
              <a:avLst>
                <a:gd name="adj" fmla="val 3039"/>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5023F3B-16C8-1471-91FE-8F01CE5AA5F1}"/>
                </a:ext>
              </a:extLst>
            </p:cNvPr>
            <p:cNvSpPr txBox="1"/>
            <p:nvPr/>
          </p:nvSpPr>
          <p:spPr>
            <a:xfrm>
              <a:off x="7258711" y="1750138"/>
              <a:ext cx="3594972" cy="2710486"/>
            </a:xfrm>
            <a:prstGeom prst="rect">
              <a:avLst/>
            </a:prstGeom>
            <a:solidFill>
              <a:srgbClr val="F2F2F2"/>
            </a:solidFill>
          </p:spPr>
          <p:txBody>
            <a:bodyPr wrap="square" rtlCol="0">
              <a:spAutoFit/>
            </a:bodyPr>
            <a:lstStyle/>
            <a:p>
              <a:pPr algn="l"/>
              <a:r>
                <a:rPr lang="en-US" sz="1300" dirty="0">
                  <a:solidFill>
                    <a:schemeClr val="accent1"/>
                  </a:solidFill>
                  <a:latin typeface="Montserrat SemiBold" panose="00000700000000000000" pitchFamily="2" charset="0"/>
                </a:rPr>
                <a:t>PROGRESS</a:t>
              </a:r>
            </a:p>
            <a:p>
              <a:pPr algn="l"/>
              <a:endParaRPr lang="en-US" sz="2200" dirty="0">
                <a:solidFill>
                  <a:schemeClr val="accent1"/>
                </a:solidFill>
                <a:latin typeface="Montserrat SemiBold" panose="00000700000000000000" pitchFamily="2" charset="0"/>
              </a:endParaRPr>
            </a:p>
            <a:p>
              <a:pPr algn="l"/>
              <a:r>
                <a:rPr lang="en-US" sz="8800" dirty="0">
                  <a:solidFill>
                    <a:schemeClr val="accent1"/>
                  </a:solidFill>
                  <a:latin typeface="Montserrat SemiBold" panose="00000700000000000000" pitchFamily="2" charset="0"/>
                </a:rPr>
                <a:t>5%</a:t>
              </a:r>
            </a:p>
            <a:p>
              <a:pPr algn="l"/>
              <a:endParaRPr lang="en-US" sz="300" dirty="0">
                <a:solidFill>
                  <a:schemeClr val="accent1"/>
                </a:solidFill>
                <a:latin typeface="Montserrat SemiBold" panose="00000700000000000000" pitchFamily="2" charset="0"/>
              </a:endParaRPr>
            </a:p>
            <a:p>
              <a:pPr algn="l">
                <a:lnSpc>
                  <a:spcPts val="1800"/>
                </a:lnSpc>
              </a:pPr>
              <a:r>
                <a:rPr lang="en-US" sz="1500" dirty="0">
                  <a:latin typeface="Montserrat SemiBold" panose="00000700000000000000" pitchFamily="2" charset="0"/>
                </a:rPr>
                <a:t>Reduced Scope 1 and 2 GHG emissions** by 5% </a:t>
              </a:r>
              <a:r>
                <a:rPr lang="en-US" sz="1500" dirty="0">
                  <a:latin typeface="Montserrat" panose="00000500000000000000" pitchFamily="2" charset="0"/>
                </a:rPr>
                <a:t>against a 2020 baseline.</a:t>
              </a:r>
            </a:p>
          </p:txBody>
        </p:sp>
        <p:pic>
          <p:nvPicPr>
            <p:cNvPr id="10" name="Picture 2">
              <a:extLst>
                <a:ext uri="{FF2B5EF4-FFF2-40B4-BE49-F238E27FC236}">
                  <a16:creationId xmlns:a16="http://schemas.microsoft.com/office/drawing/2014/main" id="{B0F524BC-E73D-AD80-9D61-F102D8BDAF83}"/>
                </a:ext>
              </a:extLst>
            </p:cNvPr>
            <p:cNvPicPr>
              <a:picLocks noChangeAspect="1"/>
            </p:cNvPicPr>
            <p:nvPr/>
          </p:nvPicPr>
          <p:blipFill rotWithShape="1">
            <a:blip r:embed="rId3">
              <a:extLst>
                <a:ext uri="{28A0092B-C50C-407E-A947-70E740481C1C}">
                  <a14:useLocalDpi xmlns:a14="http://schemas.microsoft.com/office/drawing/2010/main" val="0"/>
                </a:ext>
              </a:extLst>
            </a:blip>
            <a:srcRect l="13444" t="76075" r="6056" b="9849"/>
            <a:stretch/>
          </p:blipFill>
          <p:spPr bwMode="auto">
            <a:xfrm>
              <a:off x="7321813" y="4636092"/>
              <a:ext cx="3680460" cy="58160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AE362768-56F1-5738-406C-1E16F903E274}"/>
                </a:ext>
              </a:extLst>
            </p:cNvPr>
            <p:cNvSpPr txBox="1"/>
            <p:nvPr/>
          </p:nvSpPr>
          <p:spPr>
            <a:xfrm>
              <a:off x="8466245" y="4730519"/>
              <a:ext cx="407484" cy="276999"/>
            </a:xfrm>
            <a:prstGeom prst="rect">
              <a:avLst/>
            </a:prstGeom>
            <a:solidFill>
              <a:schemeClr val="accent3"/>
            </a:solidFill>
          </p:spPr>
          <p:txBody>
            <a:bodyPr wrap="none" rtlCol="0">
              <a:spAutoFit/>
            </a:bodyPr>
            <a:lstStyle/>
            <a:p>
              <a:pPr algn="l"/>
              <a:r>
                <a:rPr lang="en-US" sz="1200" dirty="0">
                  <a:solidFill>
                    <a:schemeClr val="bg1"/>
                  </a:solidFill>
                  <a:latin typeface="Montserrat SemiBold" panose="00000700000000000000" pitchFamily="2" charset="0"/>
                </a:rPr>
                <a:t>5%</a:t>
              </a:r>
            </a:p>
          </p:txBody>
        </p:sp>
        <p:sp>
          <p:nvSpPr>
            <p:cNvPr id="12" name="TextBox 11">
              <a:extLst>
                <a:ext uri="{FF2B5EF4-FFF2-40B4-BE49-F238E27FC236}">
                  <a16:creationId xmlns:a16="http://schemas.microsoft.com/office/drawing/2014/main" id="{8A6C02D4-1580-F6E0-507D-4D77B4C5BEDB}"/>
                </a:ext>
              </a:extLst>
            </p:cNvPr>
            <p:cNvSpPr txBox="1"/>
            <p:nvPr/>
          </p:nvSpPr>
          <p:spPr>
            <a:xfrm>
              <a:off x="10436441" y="4730518"/>
              <a:ext cx="497252" cy="276999"/>
            </a:xfrm>
            <a:prstGeom prst="rect">
              <a:avLst/>
            </a:prstGeom>
            <a:solidFill>
              <a:schemeClr val="bg1"/>
            </a:solidFill>
          </p:spPr>
          <p:txBody>
            <a:bodyPr wrap="none" rtlCol="0">
              <a:spAutoFit/>
            </a:bodyPr>
            <a:lstStyle/>
            <a:p>
              <a:pPr algn="l"/>
              <a:r>
                <a:rPr lang="en-US" sz="1200" dirty="0">
                  <a:solidFill>
                    <a:schemeClr val="bg2">
                      <a:lumMod val="50000"/>
                    </a:schemeClr>
                  </a:solidFill>
                  <a:latin typeface="Montserrat SemiBold" panose="00000700000000000000" pitchFamily="2" charset="0"/>
                </a:rPr>
                <a:t>25%</a:t>
              </a:r>
            </a:p>
          </p:txBody>
        </p:sp>
      </p:grpSp>
    </p:spTree>
    <p:extLst>
      <p:ext uri="{BB962C8B-B14F-4D97-AF65-F5344CB8AC3E}">
        <p14:creationId xmlns:p14="http://schemas.microsoft.com/office/powerpoint/2010/main" val="1919210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9BD77-1C01-F91D-0A3C-771F0C74E1EC}"/>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30F1DB31-0ADB-EC2A-5D2F-41D7407A6348}"/>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20</a:t>
            </a:fld>
            <a:endParaRPr lang="en-US">
              <a:solidFill>
                <a:schemeClr val="tx2"/>
              </a:solidFill>
              <a:latin typeface="Montserrat" panose="00000500000000000000" pitchFamily="2" charset="0"/>
            </a:endParaRPr>
          </a:p>
        </p:txBody>
      </p:sp>
      <p:sp>
        <p:nvSpPr>
          <p:cNvPr id="7" name="Title 1">
            <a:extLst>
              <a:ext uri="{FF2B5EF4-FFF2-40B4-BE49-F238E27FC236}">
                <a16:creationId xmlns:a16="http://schemas.microsoft.com/office/drawing/2014/main" id="{5E385843-A982-56F6-0030-0EE2AB610A3A}"/>
              </a:ext>
            </a:extLst>
          </p:cNvPr>
          <p:cNvSpPr>
            <a:spLocks noGrp="1"/>
          </p:cNvSpPr>
          <p:nvPr>
            <p:ph type="title"/>
          </p:nvPr>
        </p:nvSpPr>
        <p:spPr>
          <a:xfrm>
            <a:off x="457200" y="204885"/>
            <a:ext cx="10396483" cy="699433"/>
          </a:xfrm>
        </p:spPr>
        <p:txBody>
          <a:bodyPr>
            <a:noAutofit/>
          </a:bodyPr>
          <a:lstStyle/>
          <a:p>
            <a:r>
              <a:rPr lang="en-US" sz="2930">
                <a:solidFill>
                  <a:srgbClr val="000000"/>
                </a:solidFill>
                <a:latin typeface="Montserrat ExtraBold" panose="00000900000000000000" pitchFamily="2" charset="0"/>
              </a:rPr>
              <a:t>Her trust*</a:t>
            </a:r>
            <a:endParaRPr lang="en-US" sz="2930">
              <a:latin typeface="Montserrat ExtraBold" panose="00000900000000000000" pitchFamily="2" charset="0"/>
            </a:endParaRPr>
          </a:p>
        </p:txBody>
      </p:sp>
      <p:sp>
        <p:nvSpPr>
          <p:cNvPr id="5" name="TextBox 4">
            <a:extLst>
              <a:ext uri="{FF2B5EF4-FFF2-40B4-BE49-F238E27FC236}">
                <a16:creationId xmlns:a16="http://schemas.microsoft.com/office/drawing/2014/main" id="{9E0CCFC0-438C-0DF6-122C-7F0483A97BCC}"/>
              </a:ext>
            </a:extLst>
          </p:cNvPr>
          <p:cNvSpPr txBox="1"/>
          <p:nvPr/>
        </p:nvSpPr>
        <p:spPr>
          <a:xfrm>
            <a:off x="457200" y="1338640"/>
            <a:ext cx="6108700" cy="3416320"/>
          </a:xfrm>
          <a:prstGeom prst="rect">
            <a:avLst/>
          </a:prstGeom>
          <a:noFill/>
        </p:spPr>
        <p:txBody>
          <a:bodyPr wrap="square">
            <a:spAutoFit/>
          </a:bodyPr>
          <a:lstStyle/>
          <a:p>
            <a:r>
              <a:rPr lang="en-US" i="1" dirty="0">
                <a:solidFill>
                  <a:srgbClr val="000000"/>
                </a:solidFill>
                <a:latin typeface="Montserrat" panose="00000500000000000000" pitchFamily="2" charset="0"/>
              </a:rPr>
              <a:t>We aim to be a credible voice for women’s rights and gender equity. Doing so and operating our business effectively requires that we uphold the highest levels of ethics and integrity across our operations. This effort begins with our Board of Directors, which oversees our rigorous approach to ethics and compliance. </a:t>
            </a:r>
          </a:p>
          <a:p>
            <a:endParaRPr lang="en-US" i="1" dirty="0">
              <a:solidFill>
                <a:srgbClr val="000000"/>
              </a:solidFill>
              <a:latin typeface="Montserrat" panose="00000500000000000000" pitchFamily="2" charset="0"/>
            </a:endParaRPr>
          </a:p>
          <a:p>
            <a:pPr algn="l"/>
            <a:r>
              <a:rPr lang="en-US" b="1" i="0" dirty="0">
                <a:solidFill>
                  <a:schemeClr val="accent1"/>
                </a:solidFill>
                <a:effectLst/>
                <a:latin typeface="Montserrat" panose="00000500000000000000" pitchFamily="2" charset="0"/>
              </a:rPr>
              <a:t>Goal</a:t>
            </a:r>
          </a:p>
          <a:p>
            <a:pPr algn="l"/>
            <a:r>
              <a:rPr lang="en-US" b="0" i="0" dirty="0">
                <a:solidFill>
                  <a:srgbClr val="000000"/>
                </a:solidFill>
                <a:effectLst/>
                <a:latin typeface="Montserrat" panose="00000500000000000000" pitchFamily="2" charset="0"/>
              </a:rPr>
              <a:t>Aspire to maintain the expertise, gender and racial diversity that characterizes our Board composition today. </a:t>
            </a:r>
          </a:p>
        </p:txBody>
      </p:sp>
      <p:sp>
        <p:nvSpPr>
          <p:cNvPr id="2" name="TextBox 1">
            <a:extLst>
              <a:ext uri="{FF2B5EF4-FFF2-40B4-BE49-F238E27FC236}">
                <a16:creationId xmlns:a16="http://schemas.microsoft.com/office/drawing/2014/main" id="{3AC41D4B-3088-F15F-48B8-69381F4D81AE}"/>
              </a:ext>
            </a:extLst>
          </p:cNvPr>
          <p:cNvSpPr txBox="1"/>
          <p:nvPr/>
        </p:nvSpPr>
        <p:spPr>
          <a:xfrm>
            <a:off x="5565774" y="361637"/>
            <a:ext cx="4772025" cy="954107"/>
          </a:xfrm>
          <a:prstGeom prst="rect">
            <a:avLst/>
          </a:prstGeom>
          <a:solidFill>
            <a:schemeClr val="accent1"/>
          </a:solidFill>
        </p:spPr>
        <p:txBody>
          <a:bodyPr wrap="square" rtlCol="0">
            <a:spAutoFit/>
          </a:bodyPr>
          <a:lstStyle/>
          <a:p>
            <a:r>
              <a:rPr lang="en-US" sz="1400" b="1" i="0" dirty="0">
                <a:solidFill>
                  <a:schemeClr val="bg1"/>
                </a:solidFill>
                <a:effectLst/>
                <a:latin typeface="Montserrat" panose="00000500000000000000" pitchFamily="2" charset="0"/>
              </a:rPr>
              <a:t>THE CONTENT ON THIS SLIDE IS BASED ON 2024 ESG REPORT. </a:t>
            </a:r>
            <a:r>
              <a:rPr lang="en-US" sz="1400" b="1" dirty="0">
                <a:solidFill>
                  <a:schemeClr val="bg1"/>
                </a:solidFill>
                <a:latin typeface="Montserrat" panose="00000500000000000000" pitchFamily="2" charset="0"/>
              </a:rPr>
              <a:t>THIS SLIDE SHOULD NOT BE UTILIZED FOLLOWING PUBLICATION OF THE 2025 ESG REPORT.</a:t>
            </a:r>
            <a:endParaRPr lang="en-IE" sz="1400" b="1" dirty="0">
              <a:solidFill>
                <a:schemeClr val="bg1"/>
              </a:solidFill>
              <a:latin typeface="Montserrat" panose="00000500000000000000" pitchFamily="2" charset="0"/>
            </a:endParaRPr>
          </a:p>
        </p:txBody>
      </p:sp>
      <p:sp>
        <p:nvSpPr>
          <p:cNvPr id="4" name="TextBox 3">
            <a:extLst>
              <a:ext uri="{FF2B5EF4-FFF2-40B4-BE49-F238E27FC236}">
                <a16:creationId xmlns:a16="http://schemas.microsoft.com/office/drawing/2014/main" id="{887DBC68-E6E4-F746-AF1A-058E99F8C7D0}"/>
              </a:ext>
            </a:extLst>
          </p:cNvPr>
          <p:cNvSpPr txBox="1"/>
          <p:nvPr/>
        </p:nvSpPr>
        <p:spPr>
          <a:xfrm>
            <a:off x="457200" y="6269099"/>
            <a:ext cx="6108700" cy="246221"/>
          </a:xfrm>
          <a:prstGeom prst="rect">
            <a:avLst/>
          </a:prstGeom>
          <a:noFill/>
        </p:spPr>
        <p:txBody>
          <a:bodyPr wrap="square">
            <a:spAutoFit/>
          </a:bodyPr>
          <a:lstStyle/>
          <a:p>
            <a:r>
              <a:rPr lang="en-US" sz="1000" b="0" i="0" dirty="0">
                <a:solidFill>
                  <a:srgbClr val="1D1D1D"/>
                </a:solidFill>
                <a:effectLst/>
                <a:latin typeface="Montserrat" panose="00000500000000000000" pitchFamily="2" charset="0"/>
              </a:rPr>
              <a:t>*As reported from Organon 2024 ESG Report</a:t>
            </a:r>
          </a:p>
        </p:txBody>
      </p:sp>
      <p:grpSp>
        <p:nvGrpSpPr>
          <p:cNvPr id="6" name="Group 5">
            <a:extLst>
              <a:ext uri="{FF2B5EF4-FFF2-40B4-BE49-F238E27FC236}">
                <a16:creationId xmlns:a16="http://schemas.microsoft.com/office/drawing/2014/main" id="{C3C7D465-1401-22B7-AB15-02F56DB43055}"/>
              </a:ext>
            </a:extLst>
          </p:cNvPr>
          <p:cNvGrpSpPr/>
          <p:nvPr/>
        </p:nvGrpSpPr>
        <p:grpSpPr>
          <a:xfrm>
            <a:off x="7178040" y="1507746"/>
            <a:ext cx="4041139" cy="3852924"/>
            <a:chOff x="7178040" y="1507746"/>
            <a:chExt cx="4041139" cy="3852924"/>
          </a:xfrm>
        </p:grpSpPr>
        <p:sp>
          <p:nvSpPr>
            <p:cNvPr id="8" name="Rectangle: Rounded Corners 7">
              <a:extLst>
                <a:ext uri="{FF2B5EF4-FFF2-40B4-BE49-F238E27FC236}">
                  <a16:creationId xmlns:a16="http://schemas.microsoft.com/office/drawing/2014/main" id="{80866977-2474-0165-3C8E-2EF346180C97}"/>
                </a:ext>
              </a:extLst>
            </p:cNvPr>
            <p:cNvSpPr/>
            <p:nvPr/>
          </p:nvSpPr>
          <p:spPr>
            <a:xfrm>
              <a:off x="7178040" y="1507746"/>
              <a:ext cx="4041139" cy="3852924"/>
            </a:xfrm>
            <a:prstGeom prst="roundRect">
              <a:avLst>
                <a:gd name="adj" fmla="val 3195"/>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08F7866-49F7-D8B6-74CD-A1E34DDBE005}"/>
                </a:ext>
              </a:extLst>
            </p:cNvPr>
            <p:cNvSpPr txBox="1"/>
            <p:nvPr/>
          </p:nvSpPr>
          <p:spPr>
            <a:xfrm>
              <a:off x="7299350" y="1702110"/>
              <a:ext cx="3919829" cy="2846933"/>
            </a:xfrm>
            <a:prstGeom prst="rect">
              <a:avLst/>
            </a:prstGeom>
            <a:solidFill>
              <a:srgbClr val="F2F2F2"/>
            </a:solidFill>
          </p:spPr>
          <p:txBody>
            <a:bodyPr wrap="square" rtlCol="0">
              <a:spAutoFit/>
            </a:bodyPr>
            <a:lstStyle/>
            <a:p>
              <a:pPr algn="l"/>
              <a:r>
                <a:rPr lang="en-US" sz="1300" dirty="0">
                  <a:solidFill>
                    <a:schemeClr val="accent1"/>
                  </a:solidFill>
                  <a:latin typeface="Montserrat SemiBold" panose="00000700000000000000" pitchFamily="2" charset="0"/>
                </a:rPr>
                <a:t>PROGRESS</a:t>
              </a:r>
            </a:p>
            <a:p>
              <a:pPr algn="l"/>
              <a:endParaRPr lang="en-US" sz="2200" dirty="0">
                <a:solidFill>
                  <a:schemeClr val="accent1"/>
                </a:solidFill>
                <a:latin typeface="Montserrat SemiBold" panose="00000700000000000000" pitchFamily="2" charset="0"/>
              </a:endParaRPr>
            </a:p>
            <a:p>
              <a:pPr algn="l"/>
              <a:r>
                <a:rPr lang="en-US" sz="8800" dirty="0">
                  <a:solidFill>
                    <a:schemeClr val="accent1"/>
                  </a:solidFill>
                  <a:latin typeface="Montserrat SemiBold" panose="00000700000000000000" pitchFamily="2" charset="0"/>
                </a:rPr>
                <a:t>65%</a:t>
              </a:r>
            </a:p>
            <a:p>
              <a:pPr algn="l"/>
              <a:endParaRPr lang="en-US" sz="1000" dirty="0">
                <a:solidFill>
                  <a:schemeClr val="accent1"/>
                </a:solidFill>
                <a:latin typeface="Montserrat SemiBold" panose="00000700000000000000" pitchFamily="2" charset="0"/>
              </a:endParaRPr>
            </a:p>
            <a:p>
              <a:pPr algn="l">
                <a:lnSpc>
                  <a:spcPts val="1800"/>
                </a:lnSpc>
              </a:pPr>
              <a:r>
                <a:rPr lang="en-US" sz="1500" dirty="0">
                  <a:latin typeface="Montserrat" panose="00000500000000000000" pitchFamily="2" charset="0"/>
                </a:rPr>
                <a:t>Since our founding in 2021, </a:t>
              </a:r>
              <a:r>
                <a:rPr lang="en-US" sz="1500" dirty="0">
                  <a:latin typeface="Montserrat SemiBold" panose="00000700000000000000" pitchFamily="2" charset="0"/>
                </a:rPr>
                <a:t>nearly 65% of our Board of Directors have been women.</a:t>
              </a:r>
              <a:endParaRPr lang="en-US" sz="1500" dirty="0">
                <a:latin typeface="Montserrat" panose="00000500000000000000" pitchFamily="2" charset="0"/>
              </a:endParaRPr>
            </a:p>
          </p:txBody>
        </p:sp>
      </p:grpSp>
    </p:spTree>
    <p:extLst>
      <p:ext uri="{BB962C8B-B14F-4D97-AF65-F5344CB8AC3E}">
        <p14:creationId xmlns:p14="http://schemas.microsoft.com/office/powerpoint/2010/main" val="2692185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6F20-2549-E31D-6DD2-2D0A8DEB5701}"/>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479939E-FE66-6876-F077-FCBE75E2C7FC}"/>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21</a:t>
            </a:fld>
            <a:endParaRPr lang="en-US">
              <a:solidFill>
                <a:schemeClr val="tx2"/>
              </a:solidFill>
              <a:latin typeface="Montserrat" panose="00000500000000000000" pitchFamily="2" charset="0"/>
            </a:endParaRPr>
          </a:p>
        </p:txBody>
      </p:sp>
      <p:sp>
        <p:nvSpPr>
          <p:cNvPr id="8" name="Title 1">
            <a:extLst>
              <a:ext uri="{FF2B5EF4-FFF2-40B4-BE49-F238E27FC236}">
                <a16:creationId xmlns:a16="http://schemas.microsoft.com/office/drawing/2014/main" id="{967BEC66-3409-FED8-207F-B8A387555079}"/>
              </a:ext>
            </a:extLst>
          </p:cNvPr>
          <p:cNvSpPr>
            <a:spLocks noGrp="1"/>
          </p:cNvSpPr>
          <p:nvPr>
            <p:ph type="title"/>
          </p:nvPr>
        </p:nvSpPr>
        <p:spPr>
          <a:xfrm>
            <a:off x="457200" y="192360"/>
            <a:ext cx="10396483" cy="699433"/>
          </a:xfrm>
        </p:spPr>
        <p:txBody>
          <a:bodyPr/>
          <a:lstStyle/>
          <a:p>
            <a:r>
              <a:rPr lang="en-US">
                <a:latin typeface="Montserrat ExtraBold" panose="00000900000000000000" pitchFamily="2" charset="0"/>
              </a:rPr>
              <a:t>We believe in the power of collaboration</a:t>
            </a:r>
          </a:p>
        </p:txBody>
      </p:sp>
      <p:sp>
        <p:nvSpPr>
          <p:cNvPr id="9" name="Text Placeholder 3">
            <a:extLst>
              <a:ext uri="{FF2B5EF4-FFF2-40B4-BE49-F238E27FC236}">
                <a16:creationId xmlns:a16="http://schemas.microsoft.com/office/drawing/2014/main" id="{44455A6C-21DF-2817-D34E-0947C1CDE238}"/>
              </a:ext>
            </a:extLst>
          </p:cNvPr>
          <p:cNvSpPr txBox="1">
            <a:spLocks/>
          </p:cNvSpPr>
          <p:nvPr/>
        </p:nvSpPr>
        <p:spPr>
          <a:xfrm>
            <a:off x="5888568" y="1340966"/>
            <a:ext cx="6189359" cy="3585468"/>
          </a:xfrm>
          <a:prstGeom prst="rect">
            <a:avLst/>
          </a:prstGeom>
        </p:spPr>
        <p:txBody>
          <a:bodyPr>
            <a:noAutofit/>
          </a:bodyPr>
          <a:lst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b="1">
                <a:solidFill>
                  <a:schemeClr val="accent1"/>
                </a:solidFill>
              </a:rPr>
              <a:t>A sampling of the organizations Organon is currently working with:</a:t>
            </a:r>
          </a:p>
          <a:p>
            <a:pPr>
              <a:buClr>
                <a:schemeClr val="accent1"/>
              </a:buClr>
            </a:pPr>
            <a:r>
              <a:rPr lang="en-US" sz="2000">
                <a:solidFill>
                  <a:srgbClr val="000000"/>
                </a:solidFill>
              </a:rPr>
              <a:t>NPWH</a:t>
            </a:r>
          </a:p>
          <a:p>
            <a:pPr>
              <a:buClr>
                <a:schemeClr val="accent1"/>
              </a:buClr>
            </a:pPr>
            <a:r>
              <a:rPr lang="en-US" sz="2000">
                <a:solidFill>
                  <a:srgbClr val="000000"/>
                </a:solidFill>
              </a:rPr>
              <a:t>RESOLVE</a:t>
            </a:r>
          </a:p>
          <a:p>
            <a:pPr>
              <a:buClr>
                <a:schemeClr val="accent1"/>
              </a:buClr>
            </a:pPr>
            <a:r>
              <a:rPr lang="en-US" sz="2000">
                <a:solidFill>
                  <a:srgbClr val="000000"/>
                </a:solidFill>
              </a:rPr>
              <a:t>Healthy Women</a:t>
            </a:r>
          </a:p>
          <a:p>
            <a:pPr>
              <a:buClr>
                <a:schemeClr val="accent1"/>
              </a:buClr>
            </a:pPr>
            <a:r>
              <a:rPr lang="en-US" sz="2000">
                <a:solidFill>
                  <a:srgbClr val="000000"/>
                </a:solidFill>
              </a:rPr>
              <a:t>Power to Decide</a:t>
            </a:r>
          </a:p>
          <a:p>
            <a:pPr>
              <a:buClr>
                <a:schemeClr val="accent1"/>
              </a:buClr>
            </a:pPr>
            <a:r>
              <a:rPr lang="en-US" sz="2000">
                <a:solidFill>
                  <a:srgbClr val="000000"/>
                </a:solidFill>
              </a:rPr>
              <a:t>HBA (Healthcare Business Association)</a:t>
            </a:r>
          </a:p>
          <a:p>
            <a:pPr>
              <a:buClr>
                <a:schemeClr val="accent1"/>
              </a:buClr>
            </a:pPr>
            <a:r>
              <a:rPr lang="en-US" sz="2000">
                <a:solidFill>
                  <a:srgbClr val="000000"/>
                </a:solidFill>
              </a:rPr>
              <a:t>Family Equality</a:t>
            </a:r>
          </a:p>
          <a:p>
            <a:pPr>
              <a:buClr>
                <a:schemeClr val="accent1"/>
              </a:buClr>
            </a:pPr>
            <a:r>
              <a:rPr lang="en-US" sz="2000">
                <a:solidFill>
                  <a:srgbClr val="000000"/>
                </a:solidFill>
              </a:rPr>
              <a:t>Direct Relief</a:t>
            </a:r>
          </a:p>
          <a:p>
            <a:pPr>
              <a:buClr>
                <a:schemeClr val="accent1"/>
              </a:buClr>
            </a:pPr>
            <a:r>
              <a:rPr lang="en-US" sz="2000">
                <a:solidFill>
                  <a:srgbClr val="000000"/>
                </a:solidFill>
              </a:rPr>
              <a:t>UNFPA</a:t>
            </a:r>
          </a:p>
          <a:p>
            <a:pPr>
              <a:buClr>
                <a:schemeClr val="accent1"/>
              </a:buClr>
            </a:pPr>
            <a:r>
              <a:rPr lang="en-US" sz="2000">
                <a:solidFill>
                  <a:srgbClr val="000000"/>
                </a:solidFill>
              </a:rPr>
              <a:t>Biosimilars Forum</a:t>
            </a:r>
          </a:p>
        </p:txBody>
      </p:sp>
      <p:pic>
        <p:nvPicPr>
          <p:cNvPr id="10" name="Picture 9">
            <a:extLst>
              <a:ext uri="{FF2B5EF4-FFF2-40B4-BE49-F238E27FC236}">
                <a16:creationId xmlns:a16="http://schemas.microsoft.com/office/drawing/2014/main" id="{B422A170-C6AC-03A2-4803-5F0573818233}"/>
              </a:ext>
            </a:extLst>
          </p:cNvPr>
          <p:cNvPicPr>
            <a:picLocks noChangeAspect="1"/>
          </p:cNvPicPr>
          <p:nvPr/>
        </p:nvPicPr>
        <p:blipFill>
          <a:blip r:embed="rId3"/>
          <a:srcRect r="10332" b="27613"/>
          <a:stretch/>
        </p:blipFill>
        <p:spPr>
          <a:xfrm flipH="1">
            <a:off x="-12701" y="1467526"/>
            <a:ext cx="5549898" cy="5390474"/>
          </a:xfrm>
          <a:prstGeom prst="rect">
            <a:avLst/>
          </a:prstGeom>
        </p:spPr>
      </p:pic>
    </p:spTree>
    <p:extLst>
      <p:ext uri="{BB962C8B-B14F-4D97-AF65-F5344CB8AC3E}">
        <p14:creationId xmlns:p14="http://schemas.microsoft.com/office/powerpoint/2010/main" val="22463289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2EC91-0859-009C-05C8-84475B0EFE1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9C78989-A768-618E-FF17-03989CF23D22}"/>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22</a:t>
            </a:fld>
            <a:endParaRPr lang="en-US">
              <a:solidFill>
                <a:schemeClr val="tx2"/>
              </a:solidFill>
              <a:latin typeface="Montserrat" panose="00000500000000000000" pitchFamily="2" charset="0"/>
            </a:endParaRPr>
          </a:p>
        </p:txBody>
      </p:sp>
      <p:sp>
        <p:nvSpPr>
          <p:cNvPr id="6" name="Title 4">
            <a:extLst>
              <a:ext uri="{FF2B5EF4-FFF2-40B4-BE49-F238E27FC236}">
                <a16:creationId xmlns:a16="http://schemas.microsoft.com/office/drawing/2014/main" id="{125780F2-F615-FA16-2B89-407610C951E4}"/>
              </a:ext>
            </a:extLst>
          </p:cNvPr>
          <p:cNvSpPr>
            <a:spLocks noGrp="1"/>
          </p:cNvSpPr>
          <p:nvPr>
            <p:ph type="title"/>
          </p:nvPr>
        </p:nvSpPr>
        <p:spPr>
          <a:xfrm>
            <a:off x="457200" y="192360"/>
            <a:ext cx="10396483" cy="699433"/>
          </a:xfrm>
        </p:spPr>
        <p:txBody>
          <a:bodyPr>
            <a:normAutofit/>
          </a:bodyPr>
          <a:lstStyle/>
          <a:p>
            <a:r>
              <a:rPr lang="en-US" sz="2930">
                <a:latin typeface="Montserrat ExtraBold" panose="00000900000000000000" pitchFamily="2" charset="0"/>
              </a:rPr>
              <a:t>Creating a brighter future for her</a:t>
            </a:r>
            <a:endParaRPr lang="en-US" sz="2930">
              <a:solidFill>
                <a:schemeClr val="accent1"/>
              </a:solidFill>
              <a:latin typeface="Montserrat ExtraBold" panose="00000900000000000000" pitchFamily="2" charset="0"/>
            </a:endParaRPr>
          </a:p>
        </p:txBody>
      </p:sp>
      <p:sp>
        <p:nvSpPr>
          <p:cNvPr id="7" name="Text Placeholder 2">
            <a:extLst>
              <a:ext uri="{FF2B5EF4-FFF2-40B4-BE49-F238E27FC236}">
                <a16:creationId xmlns:a16="http://schemas.microsoft.com/office/drawing/2014/main" id="{6C06CED5-4DB3-7CAA-4B36-20986F70AACF}"/>
              </a:ext>
            </a:extLst>
          </p:cNvPr>
          <p:cNvSpPr txBox="1">
            <a:spLocks/>
          </p:cNvSpPr>
          <p:nvPr/>
        </p:nvSpPr>
        <p:spPr>
          <a:xfrm>
            <a:off x="457200" y="1066413"/>
            <a:ext cx="10566398" cy="1314075"/>
          </a:xfrm>
          <a:prstGeom prst="rect">
            <a:avLst/>
          </a:prstGeom>
        </p:spPr>
        <p:txBody>
          <a:bodyPr>
            <a:noAutofit/>
          </a:bodyPr>
          <a:lst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500">
                <a:solidFill>
                  <a:srgbClr val="3F3F3F"/>
                </a:solidFill>
              </a:rPr>
              <a:t>We imagine a world where women, the backbone of a thriving and resilient society, can readily access solutions which meet her health needs. A world where she prospers, and so does her family, her community, and her world for generations to come. Together, we are building a brighter future for her.</a:t>
            </a:r>
          </a:p>
          <a:p>
            <a:endParaRPr lang="en-US" sz="1500"/>
          </a:p>
        </p:txBody>
      </p:sp>
      <p:pic>
        <p:nvPicPr>
          <p:cNvPr id="9" name="Picture 8">
            <a:hlinkClick r:id="rId3"/>
            <a:extLst>
              <a:ext uri="{FF2B5EF4-FFF2-40B4-BE49-F238E27FC236}">
                <a16:creationId xmlns:a16="http://schemas.microsoft.com/office/drawing/2014/main" id="{8FC9E4AC-1240-7827-99A7-3FE0476A4F0C}"/>
              </a:ext>
            </a:extLst>
          </p:cNvPr>
          <p:cNvPicPr>
            <a:picLocks noChangeAspect="1"/>
          </p:cNvPicPr>
          <p:nvPr/>
        </p:nvPicPr>
        <p:blipFill>
          <a:blip r:embed="rId4"/>
          <a:stretch>
            <a:fillRect/>
          </a:stretch>
        </p:blipFill>
        <p:spPr>
          <a:xfrm>
            <a:off x="2440675" y="2019548"/>
            <a:ext cx="7310650" cy="4117980"/>
          </a:xfrm>
          <a:prstGeom prst="rect">
            <a:avLst/>
          </a:prstGeom>
        </p:spPr>
      </p:pic>
      <p:pic>
        <p:nvPicPr>
          <p:cNvPr id="10" name="Picture 2">
            <a:hlinkClick r:id="rId3"/>
            <a:extLst>
              <a:ext uri="{FF2B5EF4-FFF2-40B4-BE49-F238E27FC236}">
                <a16:creationId xmlns:a16="http://schemas.microsoft.com/office/drawing/2014/main" id="{B12E1AD1-51C2-FE67-BC30-487762C448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24771" y="3807309"/>
            <a:ext cx="542459" cy="542459"/>
          </a:xfrm>
          <a:prstGeom prst="rect">
            <a:avLst/>
          </a:prstGeom>
          <a:noFill/>
          <a:ln>
            <a:noFill/>
          </a:ln>
          <a:effectLst/>
          <a:extLst>
            <a:ext uri="{909E8E84-426E-40DD-AFC4-6F175D3DCCD1}">
              <a14:hiddenFill xmlns:a14="http://schemas.microsoft.com/office/drawing/2010/main">
                <a:solidFill>
                  <a:srgbClr val="5B9BD5"/>
                </a:solidFill>
              </a14:hiddenFill>
            </a:ext>
            <a:ext uri="{91240B29-F687-4F45-9708-019B960494DF}">
              <a14:hiddenLine xmlns:a14="http://schemas.microsoft.com/office/drawing/2010/main" w="254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000000"/>
                  </a:outerShdw>
                </a:effectLst>
              </a14:hiddenEffects>
            </a:ext>
          </a:extLst>
        </p:spPr>
      </p:pic>
    </p:spTree>
    <p:extLst>
      <p:ext uri="{BB962C8B-B14F-4D97-AF65-F5344CB8AC3E}">
        <p14:creationId xmlns:p14="http://schemas.microsoft.com/office/powerpoint/2010/main" val="1735242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027968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06E96-39ED-445E-2105-8709870938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445DD4-9BAC-37B1-81D7-1A3531DC8949}"/>
              </a:ext>
            </a:extLst>
          </p:cNvPr>
          <p:cNvSpPr>
            <a:spLocks noGrp="1"/>
          </p:cNvSpPr>
          <p:nvPr>
            <p:ph type="title"/>
          </p:nvPr>
        </p:nvSpPr>
        <p:spPr/>
        <p:txBody>
          <a:bodyPr/>
          <a:lstStyle/>
          <a:p>
            <a:r>
              <a:rPr lang="en-IE">
                <a:latin typeface="Montserrat" panose="00000500000000000000" pitchFamily="2" charset="0"/>
              </a:rPr>
              <a:t>Section 2 - templates</a:t>
            </a:r>
          </a:p>
        </p:txBody>
      </p:sp>
      <p:sp>
        <p:nvSpPr>
          <p:cNvPr id="3" name="Slide Number Placeholder 2">
            <a:extLst>
              <a:ext uri="{FF2B5EF4-FFF2-40B4-BE49-F238E27FC236}">
                <a16:creationId xmlns:a16="http://schemas.microsoft.com/office/drawing/2014/main" id="{68F58EC4-9943-2D9B-2F28-DA458EC81B1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D18A8FE-DFC8-4843-AEF2-DE4DB0CF7D65}" type="slidenum">
              <a:rPr kumimoji="0" lang="en-US" sz="800" b="0" i="0" u="none" strike="noStrike" kern="1200" cap="none" spc="0" normalizeH="0" baseline="0" noProof="0" smtClean="0">
                <a:ln>
                  <a:noFill/>
                </a:ln>
                <a:solidFill>
                  <a:srgbClr val="171717">
                    <a:tint val="75000"/>
                  </a:srgb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800" b="0" i="0" u="none" strike="noStrike" kern="1200" cap="none" spc="0" normalizeH="0" baseline="0" noProof="0">
              <a:ln>
                <a:noFill/>
              </a:ln>
              <a:solidFill>
                <a:srgbClr val="171717">
                  <a:tint val="75000"/>
                </a:srgbClr>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2F1BF1EC-68CB-B300-5F7A-2C1F5F18B99D}"/>
              </a:ext>
            </a:extLst>
          </p:cNvPr>
          <p:cNvSpPr txBox="1"/>
          <p:nvPr/>
        </p:nvSpPr>
        <p:spPr>
          <a:xfrm>
            <a:off x="3479271" y="4062006"/>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7240925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E0A6-E812-E445-AF48-92C2BD336628}"/>
              </a:ext>
            </a:extLst>
          </p:cNvPr>
          <p:cNvSpPr>
            <a:spLocks noGrp="1"/>
          </p:cNvSpPr>
          <p:nvPr>
            <p:ph type="title"/>
          </p:nvPr>
        </p:nvSpPr>
        <p:spPr>
          <a:xfrm>
            <a:off x="457200" y="192360"/>
            <a:ext cx="10396483" cy="699433"/>
          </a:xfrm>
        </p:spPr>
        <p:txBody>
          <a:bodyPr/>
          <a:lstStyle/>
          <a:p>
            <a:r>
              <a:rPr lang="en-US"/>
              <a:t>Welcome message – </a:t>
            </a:r>
            <a:r>
              <a:rPr lang="en-US">
                <a:highlight>
                  <a:srgbClr val="FFFF00"/>
                </a:highlight>
              </a:rPr>
              <a:t>[insert name]</a:t>
            </a:r>
          </a:p>
        </p:txBody>
      </p:sp>
      <p:sp>
        <p:nvSpPr>
          <p:cNvPr id="3" name="Content Placeholder 2">
            <a:extLst>
              <a:ext uri="{FF2B5EF4-FFF2-40B4-BE49-F238E27FC236}">
                <a16:creationId xmlns:a16="http://schemas.microsoft.com/office/drawing/2014/main" id="{D56A1A67-58EF-D249-908D-B3D796574ABF}"/>
              </a:ext>
            </a:extLst>
          </p:cNvPr>
          <p:cNvSpPr>
            <a:spLocks noGrp="1"/>
          </p:cNvSpPr>
          <p:nvPr>
            <p:ph idx="4294967295"/>
          </p:nvPr>
        </p:nvSpPr>
        <p:spPr>
          <a:xfrm>
            <a:off x="457201" y="1358900"/>
            <a:ext cx="6887028" cy="3850093"/>
          </a:xfrm>
        </p:spPr>
        <p:txBody>
          <a:bodyPr>
            <a:normAutofit/>
          </a:bodyPr>
          <a:lstStyle/>
          <a:p>
            <a:pPr marL="0" indent="0">
              <a:buNone/>
            </a:pPr>
            <a:r>
              <a:rPr lang="en-US" sz="1600">
                <a:highlight>
                  <a:srgbClr val="FFFF00"/>
                </a:highlight>
                <a:latin typeface="Montserrat"/>
              </a:rPr>
              <a:t>[insert message here]</a:t>
            </a:r>
            <a:endParaRPr lang="en-US" sz="1600">
              <a:highlight>
                <a:srgbClr val="FFFF00"/>
              </a:highlight>
            </a:endParaRPr>
          </a:p>
        </p:txBody>
      </p:sp>
      <p:sp>
        <p:nvSpPr>
          <p:cNvPr id="6" name="Text Placeholder 5">
            <a:extLst>
              <a:ext uri="{FF2B5EF4-FFF2-40B4-BE49-F238E27FC236}">
                <a16:creationId xmlns:a16="http://schemas.microsoft.com/office/drawing/2014/main" id="{05BEEC75-274F-2A47-9422-88FC4570E490}"/>
              </a:ext>
            </a:extLst>
          </p:cNvPr>
          <p:cNvSpPr>
            <a:spLocks noGrp="1"/>
          </p:cNvSpPr>
          <p:nvPr>
            <p:ph type="body" sz="quarter" idx="14"/>
          </p:nvPr>
        </p:nvSpPr>
        <p:spPr>
          <a:xfrm>
            <a:off x="457200" y="921934"/>
            <a:ext cx="10396483" cy="407436"/>
          </a:xfrm>
        </p:spPr>
        <p:txBody>
          <a:bodyPr/>
          <a:lstStyle/>
          <a:p>
            <a:r>
              <a:rPr lang="en-US">
                <a:highlight>
                  <a:srgbClr val="FFFF00"/>
                </a:highlight>
              </a:rPr>
              <a:t>[insert </a:t>
            </a:r>
            <a:r>
              <a:rPr lang="en-US" err="1">
                <a:highlight>
                  <a:srgbClr val="FFFF00"/>
                </a:highlight>
              </a:rPr>
              <a:t>subheader</a:t>
            </a:r>
            <a:r>
              <a:rPr lang="en-US">
                <a:highlight>
                  <a:srgbClr val="FFFF00"/>
                </a:highlight>
              </a:rPr>
              <a:t> – optional]</a:t>
            </a:r>
          </a:p>
        </p:txBody>
      </p:sp>
      <p:sp>
        <p:nvSpPr>
          <p:cNvPr id="9" name="Slide Number Placeholder 1">
            <a:extLst>
              <a:ext uri="{FF2B5EF4-FFF2-40B4-BE49-F238E27FC236}">
                <a16:creationId xmlns:a16="http://schemas.microsoft.com/office/drawing/2014/main" id="{A002E865-4391-4A64-B41C-6D3A02CD740B}"/>
              </a:ext>
            </a:extLst>
          </p:cNvPr>
          <p:cNvSpPr>
            <a:spLocks noGrp="1"/>
          </p:cNvSpPr>
          <p:nvPr>
            <p:ph type="sldNum" sz="quarter" idx="4"/>
          </p:nvPr>
        </p:nvSpPr>
        <p:spPr>
          <a:xfrm>
            <a:off x="5888567" y="6454693"/>
            <a:ext cx="414867" cy="273304"/>
          </a:xfrm>
        </p:spPr>
        <p:txBody>
          <a:bodyPr/>
          <a:lstStyle/>
          <a:p>
            <a:pPr defTabSz="609585"/>
            <a:fld id="{7D18A8FE-DFC8-4843-AEF2-DE4DB0CF7D65}" type="slidenum">
              <a:rPr lang="en-US">
                <a:solidFill>
                  <a:schemeClr val="tx1"/>
                </a:solidFill>
              </a:rPr>
              <a:pPr defTabSz="609585"/>
              <a:t>25</a:t>
            </a:fld>
            <a:endParaRPr lang="en-US">
              <a:solidFill>
                <a:schemeClr val="tx1"/>
              </a:solidFill>
            </a:endParaRPr>
          </a:p>
        </p:txBody>
      </p:sp>
      <p:sp>
        <p:nvSpPr>
          <p:cNvPr id="5" name="Picture Placeholder 4">
            <a:extLst>
              <a:ext uri="{FF2B5EF4-FFF2-40B4-BE49-F238E27FC236}">
                <a16:creationId xmlns:a16="http://schemas.microsoft.com/office/drawing/2014/main" id="{76612341-342C-02F5-8CB8-B31ED109B3BE}"/>
              </a:ext>
            </a:extLst>
          </p:cNvPr>
          <p:cNvSpPr>
            <a:spLocks noGrp="1"/>
          </p:cNvSpPr>
          <p:nvPr>
            <p:ph type="pic" sz="quarter" idx="13"/>
          </p:nvPr>
        </p:nvSpPr>
        <p:spPr/>
        <p:txBody>
          <a:bodyPr/>
          <a:lstStyle/>
          <a:p>
            <a:endParaRPr lang="en-US"/>
          </a:p>
        </p:txBody>
      </p:sp>
      <p:sp>
        <p:nvSpPr>
          <p:cNvPr id="4" name="TextBox 3">
            <a:extLst>
              <a:ext uri="{FF2B5EF4-FFF2-40B4-BE49-F238E27FC236}">
                <a16:creationId xmlns:a16="http://schemas.microsoft.com/office/drawing/2014/main" id="{8123F368-6645-30A9-0F44-4162ED4BCF36}"/>
              </a:ext>
            </a:extLst>
          </p:cNvPr>
          <p:cNvSpPr txBox="1"/>
          <p:nvPr/>
        </p:nvSpPr>
        <p:spPr>
          <a:xfrm>
            <a:off x="655108" y="2720767"/>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12139639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DE89-4A9B-F58F-CD2F-06FFEC2F5A1F}"/>
            </a:ext>
          </a:extLst>
        </p:cNvPr>
        <p:cNvGrpSpPr/>
        <p:nvPr/>
      </p:nvGrpSpPr>
      <p:grpSpPr>
        <a:xfrm>
          <a:off x="0" y="0"/>
          <a:ext cx="0" cy="0"/>
          <a:chOff x="0" y="0"/>
          <a:chExt cx="0" cy="0"/>
        </a:xfrm>
      </p:grpSpPr>
      <p:sp>
        <p:nvSpPr>
          <p:cNvPr id="9" name="Slide Number Placeholder 1">
            <a:extLst>
              <a:ext uri="{FF2B5EF4-FFF2-40B4-BE49-F238E27FC236}">
                <a16:creationId xmlns:a16="http://schemas.microsoft.com/office/drawing/2014/main" id="{C87545CF-355C-7582-51AF-94A2D35C8684}"/>
              </a:ext>
            </a:extLst>
          </p:cNvPr>
          <p:cNvSpPr>
            <a:spLocks noGrp="1"/>
          </p:cNvSpPr>
          <p:nvPr>
            <p:ph type="sldNum" sz="quarter" idx="4"/>
          </p:nvPr>
        </p:nvSpPr>
        <p:spPr>
          <a:xfrm>
            <a:off x="5888567" y="6454693"/>
            <a:ext cx="414867" cy="273304"/>
          </a:xfrm>
        </p:spPr>
        <p:txBody>
          <a:bodyPr/>
          <a:lstStyle/>
          <a:p>
            <a:pPr defTabSz="609585"/>
            <a:fld id="{7D18A8FE-DFC8-4843-AEF2-DE4DB0CF7D65}" type="slidenum">
              <a:rPr lang="en-US">
                <a:solidFill>
                  <a:schemeClr val="tx1"/>
                </a:solidFill>
              </a:rPr>
              <a:pPr defTabSz="609585"/>
              <a:t>26</a:t>
            </a:fld>
            <a:endParaRPr lang="en-US">
              <a:solidFill>
                <a:schemeClr val="tx1"/>
              </a:solidFill>
            </a:endParaRPr>
          </a:p>
        </p:txBody>
      </p:sp>
      <p:sp>
        <p:nvSpPr>
          <p:cNvPr id="11" name="Rectangle 10">
            <a:extLst>
              <a:ext uri="{FF2B5EF4-FFF2-40B4-BE49-F238E27FC236}">
                <a16:creationId xmlns:a16="http://schemas.microsoft.com/office/drawing/2014/main" id="{48EFF126-3628-4413-7B52-C27B0163BA89}"/>
              </a:ext>
            </a:extLst>
          </p:cNvPr>
          <p:cNvSpPr/>
          <p:nvPr/>
        </p:nvSpPr>
        <p:spPr>
          <a:xfrm>
            <a:off x="0" y="330200"/>
            <a:ext cx="12192000" cy="12065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
            <a:extLst>
              <a:ext uri="{FF2B5EF4-FFF2-40B4-BE49-F238E27FC236}">
                <a16:creationId xmlns:a16="http://schemas.microsoft.com/office/drawing/2014/main" id="{3FC28676-BAA7-D2C7-4E40-ACD0F0790F4A}"/>
              </a:ext>
            </a:extLst>
          </p:cNvPr>
          <p:cNvSpPr txBox="1">
            <a:spLocks/>
          </p:cNvSpPr>
          <p:nvPr/>
        </p:nvSpPr>
        <p:spPr>
          <a:xfrm>
            <a:off x="636165" y="3124199"/>
            <a:ext cx="7733134" cy="2767249"/>
          </a:xfrm>
          <a:prstGeom prst="rect">
            <a:avLst/>
          </a:prstGeom>
        </p:spPr>
        <p:txBody>
          <a:bodyPr>
            <a:normAutofit/>
          </a:bodyPr>
          <a:lst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buClr>
                <a:srgbClr val="E20177"/>
              </a:buClr>
              <a:buNone/>
            </a:pPr>
            <a:r>
              <a:rPr lang="en-US" sz="2300">
                <a:highlight>
                  <a:srgbClr val="FFFF00"/>
                </a:highlight>
              </a:rPr>
              <a:t>[insert quote here]</a:t>
            </a:r>
          </a:p>
        </p:txBody>
      </p:sp>
      <p:sp>
        <p:nvSpPr>
          <p:cNvPr id="13" name="Text Placeholder 3">
            <a:extLst>
              <a:ext uri="{FF2B5EF4-FFF2-40B4-BE49-F238E27FC236}">
                <a16:creationId xmlns:a16="http://schemas.microsoft.com/office/drawing/2014/main" id="{0D1DAAB4-9F8D-4A01-52C6-41E1C09CEAC7}"/>
              </a:ext>
            </a:extLst>
          </p:cNvPr>
          <p:cNvSpPr txBox="1">
            <a:spLocks/>
          </p:cNvSpPr>
          <p:nvPr/>
        </p:nvSpPr>
        <p:spPr>
          <a:xfrm>
            <a:off x="699665" y="5625414"/>
            <a:ext cx="2193925" cy="508686"/>
          </a:xfrm>
          <a:prstGeom prst="rect">
            <a:avLst/>
          </a:prstGeom>
        </p:spPr>
        <p:txBody>
          <a:bodyPr vert="horz" lIns="0" tIns="36576" rIns="0" bIns="0" rtlCol="0">
            <a:normAutofit fontScale="92500"/>
          </a:bodyPr>
          <a:lstStyle>
            <a:lvl1pPr marL="0" marR="0" indent="0" algn="ctr" defTabSz="457200" rtl="0" eaLnBrk="1" fontAlgn="auto" latinLnBrk="0" hangingPunct="1">
              <a:lnSpc>
                <a:spcPct val="100000"/>
              </a:lnSpc>
              <a:spcBef>
                <a:spcPts val="0"/>
              </a:spcBef>
              <a:spcAft>
                <a:spcPts val="0"/>
              </a:spcAft>
              <a:buClrTx/>
              <a:buSzTx/>
              <a:buFontTx/>
              <a:buNone/>
              <a:tabLst/>
              <a:defRPr sz="1600" kern="1200">
                <a:solidFill>
                  <a:schemeClr val="tx1"/>
                </a:solidFill>
                <a:latin typeface="Montserrat" pitchFamily="2" charset="77"/>
                <a:ea typeface="+mn-ea"/>
                <a:cs typeface="+mn-cs"/>
              </a:defRPr>
            </a:lvl1pPr>
            <a:lvl2pPr marL="457200" indent="-182880" algn="l" defTabSz="685800" rtl="0" eaLnBrk="1" latinLnBrk="0" hangingPunct="1">
              <a:lnSpc>
                <a:spcPct val="90000"/>
              </a:lnSpc>
              <a:spcBef>
                <a:spcPts val="375"/>
              </a:spcBef>
              <a:buClr>
                <a:schemeClr val="accent1"/>
              </a:buClr>
              <a:buSzPct val="120000"/>
              <a:buFont typeface="Arial" panose="020B0604020202020204" pitchFamily="34" charset="0"/>
              <a:buChar char="•"/>
              <a:tabLst/>
              <a:defRPr sz="1400" kern="1200">
                <a:solidFill>
                  <a:schemeClr val="tx1"/>
                </a:solidFill>
                <a:latin typeface="Montserrat" pitchFamily="2" charset="77"/>
                <a:ea typeface="+mn-ea"/>
                <a:cs typeface="+mn-cs"/>
              </a:defRPr>
            </a:lvl2pPr>
            <a:lvl3pPr marL="640080" indent="-182880" algn="l" defTabSz="685800" rtl="0" eaLnBrk="1" latinLnBrk="0" hangingPunct="1">
              <a:lnSpc>
                <a:spcPct val="90000"/>
              </a:lnSpc>
              <a:spcBef>
                <a:spcPts val="375"/>
              </a:spcBef>
              <a:buClr>
                <a:schemeClr val="accent1"/>
              </a:buClr>
              <a:buSzPct val="100000"/>
              <a:buFont typeface="Courier New" panose="02070309020205020404" pitchFamily="49" charset="0"/>
              <a:buChar char="o"/>
              <a:tabLst/>
              <a:defRPr sz="1200" kern="1200">
                <a:solidFill>
                  <a:schemeClr val="tx1"/>
                </a:solidFill>
                <a:latin typeface="Montserrat" pitchFamily="2" charset="77"/>
                <a:ea typeface="+mn-ea"/>
                <a:cs typeface="+mn-cs"/>
              </a:defRPr>
            </a:lvl3pPr>
            <a:lvl4pPr marL="914400" indent="-182880" algn="l" defTabSz="685800" rtl="0" eaLnBrk="1" latinLnBrk="0" hangingPunct="1">
              <a:lnSpc>
                <a:spcPct val="90000"/>
              </a:lnSpc>
              <a:spcBef>
                <a:spcPts val="375"/>
              </a:spcBef>
              <a:buClr>
                <a:schemeClr val="tx2"/>
              </a:buClr>
              <a:buSzPct val="100000"/>
              <a:buFont typeface="Arial" panose="020B0604020202020204" pitchFamily="34" charset="0"/>
              <a:buChar char="•"/>
              <a:tabLst/>
              <a:defRPr sz="1000" kern="1200">
                <a:solidFill>
                  <a:schemeClr val="tx1"/>
                </a:solidFill>
                <a:latin typeface="Montserrat" pitchFamily="2" charset="77"/>
                <a:ea typeface="+mn-ea"/>
                <a:cs typeface="+mn-cs"/>
              </a:defRPr>
            </a:lvl4pPr>
            <a:lvl5pPr marL="0" indent="0" algn="l" defTabSz="685800" rtl="0" eaLnBrk="1" latinLnBrk="0" hangingPunct="1">
              <a:lnSpc>
                <a:spcPct val="90000"/>
              </a:lnSpc>
              <a:spcBef>
                <a:spcPts val="375"/>
              </a:spcBef>
              <a:spcAft>
                <a:spcPts val="150"/>
              </a:spcAft>
              <a:buClr>
                <a:schemeClr val="accent1"/>
              </a:buClr>
              <a:buFont typeface="Arial" panose="020B0604020202020204" pitchFamily="34" charset="0"/>
              <a:buNone/>
              <a:tabLst/>
              <a:defRPr sz="1400" b="1" kern="1200">
                <a:solidFill>
                  <a:schemeClr val="accent1"/>
                </a:solidFill>
                <a:latin typeface="Montserrat" pitchFamily="2" charset="77"/>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algn="l" defTabSz="609585">
              <a:lnSpc>
                <a:spcPct val="120000"/>
              </a:lnSpc>
            </a:pPr>
            <a:r>
              <a:rPr lang="en-US" sz="1333" b="1">
                <a:solidFill>
                  <a:srgbClr val="E20177"/>
                </a:solidFill>
                <a:highlight>
                  <a:srgbClr val="FFFF00"/>
                </a:highlight>
                <a:latin typeface="Montserrat" panose="00000500000000000000" pitchFamily="2" charset="0"/>
                <a:cs typeface="Arial" panose="020B0604020202020204" pitchFamily="34" charset="0"/>
              </a:rPr>
              <a:t>[Insert speaker name here]</a:t>
            </a:r>
          </a:p>
          <a:p>
            <a:pPr algn="l" fontAlgn="auto">
              <a:lnSpc>
                <a:spcPct val="120000"/>
              </a:lnSpc>
            </a:pPr>
            <a:r>
              <a:rPr lang="en-US" sz="1100" i="0">
                <a:effectLst/>
                <a:highlight>
                  <a:srgbClr val="FFFF00"/>
                </a:highlight>
                <a:latin typeface="Montserrat" panose="00000500000000000000" pitchFamily="2" charset="0"/>
              </a:rPr>
              <a:t>[insert speaker title here]</a:t>
            </a:r>
          </a:p>
          <a:p>
            <a:pPr algn="l" defTabSz="609585">
              <a:lnSpc>
                <a:spcPct val="120000"/>
              </a:lnSpc>
            </a:pPr>
            <a:endParaRPr lang="en-US" sz="2133">
              <a:solidFill>
                <a:srgbClr val="171717"/>
              </a:solidFill>
              <a:highlight>
                <a:srgbClr val="FFFF00"/>
              </a:highlight>
              <a:latin typeface="Montserrat" panose="00000500000000000000" pitchFamily="2" charset="0"/>
            </a:endParaRPr>
          </a:p>
        </p:txBody>
      </p:sp>
      <p:grpSp>
        <p:nvGrpSpPr>
          <p:cNvPr id="14" name="Group 13">
            <a:extLst>
              <a:ext uri="{FF2B5EF4-FFF2-40B4-BE49-F238E27FC236}">
                <a16:creationId xmlns:a16="http://schemas.microsoft.com/office/drawing/2014/main" id="{E7D499CC-C352-F035-93FD-A47C3615E263}"/>
              </a:ext>
            </a:extLst>
          </p:cNvPr>
          <p:cNvGrpSpPr/>
          <p:nvPr/>
        </p:nvGrpSpPr>
        <p:grpSpPr>
          <a:xfrm>
            <a:off x="-1" y="436926"/>
            <a:ext cx="4083000" cy="844703"/>
            <a:chOff x="-1" y="327694"/>
            <a:chExt cx="3062250" cy="633527"/>
          </a:xfrm>
        </p:grpSpPr>
        <p:grpSp>
          <p:nvGrpSpPr>
            <p:cNvPr id="15" name="Group 14">
              <a:extLst>
                <a:ext uri="{FF2B5EF4-FFF2-40B4-BE49-F238E27FC236}">
                  <a16:creationId xmlns:a16="http://schemas.microsoft.com/office/drawing/2014/main" id="{42C8008F-B92D-FAC1-9855-574C30DFA143}"/>
                </a:ext>
              </a:extLst>
            </p:cNvPr>
            <p:cNvGrpSpPr/>
            <p:nvPr/>
          </p:nvGrpSpPr>
          <p:grpSpPr>
            <a:xfrm>
              <a:off x="646496" y="327695"/>
              <a:ext cx="2415753" cy="631789"/>
              <a:chOff x="4390811" y="2961565"/>
              <a:chExt cx="706706" cy="184824"/>
            </a:xfrm>
          </p:grpSpPr>
          <p:sp>
            <p:nvSpPr>
              <p:cNvPr id="17" name="Rounded Rectangle 6">
                <a:extLst>
                  <a:ext uri="{FF2B5EF4-FFF2-40B4-BE49-F238E27FC236}">
                    <a16:creationId xmlns:a16="http://schemas.microsoft.com/office/drawing/2014/main" id="{5AAC7966-99EF-445E-83A9-7424B68E67D0}"/>
                  </a:ext>
                </a:extLst>
              </p:cNvPr>
              <p:cNvSpPr/>
              <p:nvPr/>
            </p:nvSpPr>
            <p:spPr>
              <a:xfrm>
                <a:off x="4667796" y="2962915"/>
                <a:ext cx="429721" cy="182128"/>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srgbClr val="FFFFFF"/>
                  </a:solidFill>
                  <a:latin typeface="Montserrat"/>
                </a:endParaRPr>
              </a:p>
            </p:txBody>
          </p:sp>
          <p:sp>
            <p:nvSpPr>
              <p:cNvPr id="18" name="Oval 17">
                <a:extLst>
                  <a:ext uri="{FF2B5EF4-FFF2-40B4-BE49-F238E27FC236}">
                    <a16:creationId xmlns:a16="http://schemas.microsoft.com/office/drawing/2014/main" id="{7CF7C100-175C-8D01-07BC-2EC9B7AB6DB5}"/>
                  </a:ext>
                </a:extLst>
              </p:cNvPr>
              <p:cNvSpPr/>
              <p:nvPr/>
            </p:nvSpPr>
            <p:spPr>
              <a:xfrm>
                <a:off x="4390811" y="2961565"/>
                <a:ext cx="184824" cy="184824"/>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09585"/>
                <a:endParaRPr lang="en-US" sz="2400">
                  <a:solidFill>
                    <a:srgbClr val="FFFFFF"/>
                  </a:solidFill>
                  <a:latin typeface="Montserrat"/>
                </a:endParaRPr>
              </a:p>
            </p:txBody>
          </p:sp>
        </p:grpSp>
        <p:sp>
          <p:nvSpPr>
            <p:cNvPr id="16" name="Freeform 10">
              <a:extLst>
                <a:ext uri="{FF2B5EF4-FFF2-40B4-BE49-F238E27FC236}">
                  <a16:creationId xmlns:a16="http://schemas.microsoft.com/office/drawing/2014/main" id="{DBDF940B-7367-E194-2B4B-E9A813800726}"/>
                </a:ext>
              </a:extLst>
            </p:cNvPr>
            <p:cNvSpPr/>
            <p:nvPr/>
          </p:nvSpPr>
          <p:spPr>
            <a:xfrm>
              <a:off x="-1" y="327694"/>
              <a:ext cx="331459" cy="633527"/>
            </a:xfrm>
            <a:custGeom>
              <a:avLst/>
              <a:gdLst>
                <a:gd name="connsiteX0" fmla="*/ 8457 w 190746"/>
                <a:gd name="connsiteY0" fmla="*/ 0 h 364578"/>
                <a:gd name="connsiteX1" fmla="*/ 190746 w 190746"/>
                <a:gd name="connsiteY1" fmla="*/ 182289 h 364578"/>
                <a:gd name="connsiteX2" fmla="*/ 8457 w 190746"/>
                <a:gd name="connsiteY2" fmla="*/ 364578 h 364578"/>
                <a:gd name="connsiteX3" fmla="*/ 0 w 190746"/>
                <a:gd name="connsiteY3" fmla="*/ 362871 h 364578"/>
                <a:gd name="connsiteX4" fmla="*/ 0 w 190746"/>
                <a:gd name="connsiteY4" fmla="*/ 1707 h 3645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746" h="364578">
                  <a:moveTo>
                    <a:pt x="8457" y="0"/>
                  </a:moveTo>
                  <a:cubicBezTo>
                    <a:pt x="109132" y="0"/>
                    <a:pt x="190746" y="81614"/>
                    <a:pt x="190746" y="182289"/>
                  </a:cubicBezTo>
                  <a:cubicBezTo>
                    <a:pt x="190746" y="282964"/>
                    <a:pt x="109132" y="364578"/>
                    <a:pt x="8457" y="364578"/>
                  </a:cubicBezTo>
                  <a:lnTo>
                    <a:pt x="0" y="362871"/>
                  </a:lnTo>
                  <a:lnTo>
                    <a:pt x="0" y="1707"/>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609585"/>
              <a:endParaRPr lang="en-US" sz="2400">
                <a:solidFill>
                  <a:srgbClr val="FFFFFF"/>
                </a:solidFill>
                <a:latin typeface="Montserrat"/>
              </a:endParaRPr>
            </a:p>
          </p:txBody>
        </p:sp>
      </p:grpSp>
      <p:sp>
        <p:nvSpPr>
          <p:cNvPr id="19" name="Text Placeholder 1">
            <a:extLst>
              <a:ext uri="{FF2B5EF4-FFF2-40B4-BE49-F238E27FC236}">
                <a16:creationId xmlns:a16="http://schemas.microsoft.com/office/drawing/2014/main" id="{02BCAA2F-DE3E-E901-D941-42E5A362B399}"/>
              </a:ext>
            </a:extLst>
          </p:cNvPr>
          <p:cNvSpPr txBox="1">
            <a:spLocks/>
          </p:cNvSpPr>
          <p:nvPr/>
        </p:nvSpPr>
        <p:spPr>
          <a:xfrm>
            <a:off x="430328" y="2975643"/>
            <a:ext cx="562361" cy="663178"/>
          </a:xfrm>
          <a:prstGeom prst="rect">
            <a:avLst/>
          </a:prstGeom>
        </p:spPr>
        <p:txBody>
          <a:bodyPr vert="horz" lIns="0" tIns="27432" rIns="0" bIns="0" rtlCol="0" anchor="b">
            <a:normAutofit/>
          </a:bodyPr>
          <a:lstStyle>
            <a:lvl1pPr marL="0" indent="0" algn="ctr" defTabSz="914377" rtl="0" eaLnBrk="1" latinLnBrk="0" hangingPunct="1">
              <a:lnSpc>
                <a:spcPct val="100000"/>
              </a:lnSpc>
              <a:spcBef>
                <a:spcPts val="1000"/>
              </a:spcBef>
              <a:buClr>
                <a:schemeClr val="accent1"/>
              </a:buClr>
              <a:buSzPct val="120000"/>
              <a:buFont typeface="Arial" panose="020B0604020202020204" pitchFamily="34" charset="0"/>
              <a:buNone/>
              <a:tabLst/>
              <a:defRPr sz="4267" b="1"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b="1"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b="1"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b="1"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buClr>
                <a:srgbClr val="E20177"/>
              </a:buClr>
            </a:pPr>
            <a:r>
              <a:rPr lang="en-US" sz="3600">
                <a:solidFill>
                  <a:schemeClr val="accent1"/>
                </a:solidFill>
                <a:latin typeface="Montserrat ExtraBold" panose="00000900000000000000" pitchFamily="2" charset="0"/>
              </a:rPr>
              <a:t>“</a:t>
            </a:r>
          </a:p>
        </p:txBody>
      </p:sp>
      <p:sp>
        <p:nvSpPr>
          <p:cNvPr id="20" name="Text Placeholder 1">
            <a:extLst>
              <a:ext uri="{FF2B5EF4-FFF2-40B4-BE49-F238E27FC236}">
                <a16:creationId xmlns:a16="http://schemas.microsoft.com/office/drawing/2014/main" id="{37921035-7E3C-CBAE-1E81-426EAB91019F}"/>
              </a:ext>
            </a:extLst>
          </p:cNvPr>
          <p:cNvSpPr txBox="1">
            <a:spLocks/>
          </p:cNvSpPr>
          <p:nvPr/>
        </p:nvSpPr>
        <p:spPr>
          <a:xfrm>
            <a:off x="7756138" y="4726954"/>
            <a:ext cx="562361" cy="663178"/>
          </a:xfrm>
          <a:prstGeom prst="rect">
            <a:avLst/>
          </a:prstGeom>
        </p:spPr>
        <p:txBody>
          <a:bodyPr vert="horz" lIns="0" tIns="27432" rIns="0" bIns="0" rtlCol="0" anchor="b">
            <a:normAutofit/>
          </a:bodyPr>
          <a:lstStyle>
            <a:lvl1pPr marL="0" indent="0" algn="ctr" defTabSz="914377" rtl="0" eaLnBrk="1" latinLnBrk="0" hangingPunct="1">
              <a:lnSpc>
                <a:spcPct val="100000"/>
              </a:lnSpc>
              <a:spcBef>
                <a:spcPts val="1000"/>
              </a:spcBef>
              <a:buClr>
                <a:schemeClr val="accent1"/>
              </a:buClr>
              <a:buSzPct val="120000"/>
              <a:buFont typeface="Arial" panose="020B0604020202020204" pitchFamily="34" charset="0"/>
              <a:buNone/>
              <a:tabLst/>
              <a:defRPr sz="4267" b="1" kern="1200">
                <a:solidFill>
                  <a:schemeClr val="tx1"/>
                </a:solidFill>
                <a:latin typeface="Montserrat" pitchFamily="2" charset="77"/>
                <a:ea typeface="+mn-ea"/>
                <a:cs typeface="+mn-cs"/>
              </a:defRPr>
            </a:lvl1pPr>
            <a:lvl2pPr marL="609585" indent="-243834" algn="l" defTabSz="914377" rtl="0" eaLnBrk="1" latinLnBrk="0" hangingPunct="1">
              <a:lnSpc>
                <a:spcPct val="100000"/>
              </a:lnSpc>
              <a:spcBef>
                <a:spcPts val="500"/>
              </a:spcBef>
              <a:buClr>
                <a:schemeClr val="accent1"/>
              </a:buClr>
              <a:buSzPct val="120000"/>
              <a:buFont typeface="Arial" panose="020B0604020202020204" pitchFamily="34" charset="0"/>
              <a:buChar char="•"/>
              <a:tabLst/>
              <a:defRPr sz="1867" b="1" kern="1200">
                <a:solidFill>
                  <a:schemeClr val="tx1"/>
                </a:solidFill>
                <a:latin typeface="Montserrat" pitchFamily="2" charset="77"/>
                <a:ea typeface="+mn-ea"/>
                <a:cs typeface="+mn-cs"/>
              </a:defRPr>
            </a:lvl2pPr>
            <a:lvl3pPr marL="853419" indent="-243834" algn="l" defTabSz="914377" rtl="0" eaLnBrk="1" latinLnBrk="0" hangingPunct="1">
              <a:lnSpc>
                <a:spcPct val="100000"/>
              </a:lnSpc>
              <a:spcBef>
                <a:spcPts val="500"/>
              </a:spcBef>
              <a:buClr>
                <a:schemeClr val="accent1"/>
              </a:buClr>
              <a:buSzPct val="100000"/>
              <a:buFont typeface="Courier New" panose="02070309020205020404" pitchFamily="49" charset="0"/>
              <a:buChar char="o"/>
              <a:tabLst/>
              <a:defRPr sz="1600" b="1" kern="1200">
                <a:solidFill>
                  <a:schemeClr val="tx1"/>
                </a:solidFill>
                <a:latin typeface="Montserrat" pitchFamily="2" charset="77"/>
                <a:ea typeface="+mn-ea"/>
                <a:cs typeface="+mn-cs"/>
              </a:defRPr>
            </a:lvl3pPr>
            <a:lvl4pPr marL="1219170" indent="-243834" algn="l" defTabSz="914377" rtl="0" eaLnBrk="1" latinLnBrk="0" hangingPunct="1">
              <a:lnSpc>
                <a:spcPct val="100000"/>
              </a:lnSpc>
              <a:spcBef>
                <a:spcPts val="500"/>
              </a:spcBef>
              <a:buClr>
                <a:schemeClr val="tx2"/>
              </a:buClr>
              <a:buSzPct val="100000"/>
              <a:buFont typeface="Arial" panose="020B0604020202020204" pitchFamily="34" charset="0"/>
              <a:buChar char="•"/>
              <a:tabLst/>
              <a:defRPr sz="1333" b="1" kern="1200">
                <a:solidFill>
                  <a:schemeClr val="tx1"/>
                </a:solidFill>
                <a:latin typeface="Montserrat" pitchFamily="2" charset="77"/>
                <a:ea typeface="+mn-ea"/>
                <a:cs typeface="+mn-cs"/>
              </a:defRPr>
            </a:lvl4pPr>
            <a:lvl5pPr marL="0" indent="0" algn="l" defTabSz="914377" rtl="0" eaLnBrk="1" latinLnBrk="0" hangingPunct="1">
              <a:lnSpc>
                <a:spcPct val="100000"/>
              </a:lnSpc>
              <a:spcBef>
                <a:spcPts val="500"/>
              </a:spcBef>
              <a:spcAft>
                <a:spcPts val="200"/>
              </a:spcAft>
              <a:buClr>
                <a:schemeClr val="accent1"/>
              </a:buClr>
              <a:buFont typeface="Arial" panose="020B0604020202020204" pitchFamily="34" charset="0"/>
              <a:buNone/>
              <a:tabLst/>
              <a:defRPr sz="1867" b="1" kern="1200">
                <a:solidFill>
                  <a:schemeClr val="accent1"/>
                </a:solidFill>
                <a:latin typeface="Montserrat" pitchFamily="2" charset="77"/>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20000"/>
              </a:lnSpc>
              <a:buClr>
                <a:srgbClr val="E20177"/>
              </a:buClr>
            </a:pPr>
            <a:r>
              <a:rPr lang="en-US" sz="3600">
                <a:solidFill>
                  <a:schemeClr val="accent1"/>
                </a:solidFill>
                <a:latin typeface="Montserrat ExtraBold" panose="00000900000000000000" pitchFamily="2" charset="0"/>
              </a:rPr>
              <a:t>”</a:t>
            </a:r>
          </a:p>
        </p:txBody>
      </p:sp>
      <p:sp>
        <p:nvSpPr>
          <p:cNvPr id="5" name="Picture Placeholder 4">
            <a:extLst>
              <a:ext uri="{FF2B5EF4-FFF2-40B4-BE49-F238E27FC236}">
                <a16:creationId xmlns:a16="http://schemas.microsoft.com/office/drawing/2014/main" id="{F5DEE01E-ECB2-A494-1E53-FDD9888320E6}"/>
              </a:ext>
            </a:extLst>
          </p:cNvPr>
          <p:cNvSpPr>
            <a:spLocks noGrp="1"/>
          </p:cNvSpPr>
          <p:nvPr>
            <p:ph type="pic" sz="quarter" idx="13"/>
          </p:nvPr>
        </p:nvSpPr>
        <p:spPr>
          <a:xfrm>
            <a:off x="8686139" y="436926"/>
            <a:ext cx="2869696" cy="2869696"/>
          </a:xfrm>
        </p:spPr>
        <p:txBody>
          <a:bodyPr/>
          <a:lstStyle/>
          <a:p>
            <a:endParaRPr lang="en-US"/>
          </a:p>
        </p:txBody>
      </p:sp>
      <p:sp>
        <p:nvSpPr>
          <p:cNvPr id="2" name="TextBox 1">
            <a:extLst>
              <a:ext uri="{FF2B5EF4-FFF2-40B4-BE49-F238E27FC236}">
                <a16:creationId xmlns:a16="http://schemas.microsoft.com/office/drawing/2014/main" id="{90625CC0-6B04-584F-E9DA-7B5191C76D91}"/>
              </a:ext>
            </a:extLst>
          </p:cNvPr>
          <p:cNvSpPr txBox="1"/>
          <p:nvPr/>
        </p:nvSpPr>
        <p:spPr>
          <a:xfrm>
            <a:off x="655108" y="1836423"/>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33020361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5664BE-AACA-05D4-E81F-E4F49DDCD6B3}"/>
              </a:ext>
            </a:extLst>
          </p:cNvPr>
          <p:cNvSpPr/>
          <p:nvPr/>
        </p:nvSpPr>
        <p:spPr>
          <a:xfrm>
            <a:off x="-23150" y="1687635"/>
            <a:ext cx="12215150" cy="2027839"/>
          </a:xfrm>
          <a:custGeom>
            <a:avLst/>
            <a:gdLst>
              <a:gd name="connsiteX0" fmla="*/ 0 w 12192000"/>
              <a:gd name="connsiteY0" fmla="*/ 0 h 1043991"/>
              <a:gd name="connsiteX1" fmla="*/ 12192000 w 12192000"/>
              <a:gd name="connsiteY1" fmla="*/ 0 h 1043991"/>
              <a:gd name="connsiteX2" fmla="*/ 12192000 w 12192000"/>
              <a:gd name="connsiteY2" fmla="*/ 1043991 h 1043991"/>
              <a:gd name="connsiteX3" fmla="*/ 0 w 12192000"/>
              <a:gd name="connsiteY3" fmla="*/ 1043991 h 1043991"/>
              <a:gd name="connsiteX4" fmla="*/ 0 w 12192000"/>
              <a:gd name="connsiteY4" fmla="*/ 0 h 1043991"/>
              <a:gd name="connsiteX0" fmla="*/ 0 w 12192000"/>
              <a:gd name="connsiteY0" fmla="*/ 9305 h 1053296"/>
              <a:gd name="connsiteX1" fmla="*/ 2349661 w 12192000"/>
              <a:gd name="connsiteY1" fmla="*/ 0 h 1053296"/>
              <a:gd name="connsiteX2" fmla="*/ 12192000 w 12192000"/>
              <a:gd name="connsiteY2" fmla="*/ 9305 h 1053296"/>
              <a:gd name="connsiteX3" fmla="*/ 12192000 w 12192000"/>
              <a:gd name="connsiteY3" fmla="*/ 1053296 h 1053296"/>
              <a:gd name="connsiteX4" fmla="*/ 0 w 12192000"/>
              <a:gd name="connsiteY4" fmla="*/ 1053296 h 1053296"/>
              <a:gd name="connsiteX5" fmla="*/ 0 w 12192000"/>
              <a:gd name="connsiteY5" fmla="*/ 9305 h 1053296"/>
              <a:gd name="connsiteX0" fmla="*/ 0 w 12192000"/>
              <a:gd name="connsiteY0" fmla="*/ 9305 h 1053296"/>
              <a:gd name="connsiteX1" fmla="*/ 2349661 w 12192000"/>
              <a:gd name="connsiteY1" fmla="*/ 0 h 1053296"/>
              <a:gd name="connsiteX2" fmla="*/ 12192000 w 12192000"/>
              <a:gd name="connsiteY2" fmla="*/ 9305 h 1053296"/>
              <a:gd name="connsiteX3" fmla="*/ 12192000 w 12192000"/>
              <a:gd name="connsiteY3" fmla="*/ 1053296 h 1053296"/>
              <a:gd name="connsiteX4" fmla="*/ 2419109 w 12192000"/>
              <a:gd name="connsiteY4" fmla="*/ 1053296 h 1053296"/>
              <a:gd name="connsiteX5" fmla="*/ 0 w 12192000"/>
              <a:gd name="connsiteY5" fmla="*/ 1053296 h 1053296"/>
              <a:gd name="connsiteX6" fmla="*/ 0 w 12192000"/>
              <a:gd name="connsiteY6" fmla="*/ 9305 h 1053296"/>
              <a:gd name="connsiteX0" fmla="*/ 0 w 12192000"/>
              <a:gd name="connsiteY0" fmla="*/ 9305 h 3240911"/>
              <a:gd name="connsiteX1" fmla="*/ 2349661 w 12192000"/>
              <a:gd name="connsiteY1" fmla="*/ 0 h 3240911"/>
              <a:gd name="connsiteX2" fmla="*/ 12192000 w 12192000"/>
              <a:gd name="connsiteY2" fmla="*/ 9305 h 3240911"/>
              <a:gd name="connsiteX3" fmla="*/ 12192000 w 12192000"/>
              <a:gd name="connsiteY3" fmla="*/ 1053296 h 3240911"/>
              <a:gd name="connsiteX4" fmla="*/ 2419109 w 12192000"/>
              <a:gd name="connsiteY4" fmla="*/ 1053296 h 3240911"/>
              <a:gd name="connsiteX5" fmla="*/ 11574 w 12192000"/>
              <a:gd name="connsiteY5" fmla="*/ 3240911 h 3240911"/>
              <a:gd name="connsiteX6" fmla="*/ 0 w 12192000"/>
              <a:gd name="connsiteY6" fmla="*/ 9305 h 3240911"/>
              <a:gd name="connsiteX0" fmla="*/ 0 w 12203574"/>
              <a:gd name="connsiteY0" fmla="*/ 1803381 h 3240911"/>
              <a:gd name="connsiteX1" fmla="*/ 2361235 w 12203574"/>
              <a:gd name="connsiteY1" fmla="*/ 0 h 3240911"/>
              <a:gd name="connsiteX2" fmla="*/ 12203574 w 12203574"/>
              <a:gd name="connsiteY2" fmla="*/ 9305 h 3240911"/>
              <a:gd name="connsiteX3" fmla="*/ 12203574 w 12203574"/>
              <a:gd name="connsiteY3" fmla="*/ 1053296 h 3240911"/>
              <a:gd name="connsiteX4" fmla="*/ 2430683 w 12203574"/>
              <a:gd name="connsiteY4" fmla="*/ 1053296 h 3240911"/>
              <a:gd name="connsiteX5" fmla="*/ 23148 w 12203574"/>
              <a:gd name="connsiteY5" fmla="*/ 3240911 h 3240911"/>
              <a:gd name="connsiteX6" fmla="*/ 0 w 12203574"/>
              <a:gd name="connsiteY6" fmla="*/ 1803381 h 3240911"/>
              <a:gd name="connsiteX0" fmla="*/ 0 w 12203574"/>
              <a:gd name="connsiteY0" fmla="*/ 1794076 h 3231606"/>
              <a:gd name="connsiteX1" fmla="*/ 2118167 w 12203574"/>
              <a:gd name="connsiteY1" fmla="*/ 13845 h 3231606"/>
              <a:gd name="connsiteX2" fmla="*/ 12203574 w 12203574"/>
              <a:gd name="connsiteY2" fmla="*/ 0 h 3231606"/>
              <a:gd name="connsiteX3" fmla="*/ 12203574 w 12203574"/>
              <a:gd name="connsiteY3" fmla="*/ 1043991 h 3231606"/>
              <a:gd name="connsiteX4" fmla="*/ 2430683 w 12203574"/>
              <a:gd name="connsiteY4" fmla="*/ 1043991 h 3231606"/>
              <a:gd name="connsiteX5" fmla="*/ 23148 w 12203574"/>
              <a:gd name="connsiteY5" fmla="*/ 3231606 h 3231606"/>
              <a:gd name="connsiteX6" fmla="*/ 0 w 12203574"/>
              <a:gd name="connsiteY6" fmla="*/ 1794076 h 3231606"/>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179407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1794076 h 3277905"/>
              <a:gd name="connsiteX0" fmla="*/ 11576 w 12215150"/>
              <a:gd name="connsiteY0" fmla="*/ 856526 h 3277905"/>
              <a:gd name="connsiteX1" fmla="*/ 2129743 w 12215150"/>
              <a:gd name="connsiteY1" fmla="*/ 13845 h 3277905"/>
              <a:gd name="connsiteX2" fmla="*/ 12215150 w 12215150"/>
              <a:gd name="connsiteY2" fmla="*/ 0 h 3277905"/>
              <a:gd name="connsiteX3" fmla="*/ 12215150 w 12215150"/>
              <a:gd name="connsiteY3" fmla="*/ 1043991 h 3277905"/>
              <a:gd name="connsiteX4" fmla="*/ 2442259 w 12215150"/>
              <a:gd name="connsiteY4" fmla="*/ 1043991 h 3277905"/>
              <a:gd name="connsiteX5" fmla="*/ 0 w 12215150"/>
              <a:gd name="connsiteY5" fmla="*/ 3277905 h 3277905"/>
              <a:gd name="connsiteX6" fmla="*/ 11576 w 12215150"/>
              <a:gd name="connsiteY6" fmla="*/ 856526 h 3277905"/>
              <a:gd name="connsiteX0" fmla="*/ 11576 w 12215150"/>
              <a:gd name="connsiteY0" fmla="*/ 856526 h 2027839"/>
              <a:gd name="connsiteX1" fmla="*/ 2129743 w 12215150"/>
              <a:gd name="connsiteY1" fmla="*/ 13845 h 2027839"/>
              <a:gd name="connsiteX2" fmla="*/ 12215150 w 12215150"/>
              <a:gd name="connsiteY2" fmla="*/ 0 h 2027839"/>
              <a:gd name="connsiteX3" fmla="*/ 12215150 w 12215150"/>
              <a:gd name="connsiteY3" fmla="*/ 1043991 h 2027839"/>
              <a:gd name="connsiteX4" fmla="*/ 2442259 w 12215150"/>
              <a:gd name="connsiteY4" fmla="*/ 1043991 h 2027839"/>
              <a:gd name="connsiteX5" fmla="*/ 0 w 12215150"/>
              <a:gd name="connsiteY5" fmla="*/ 2027839 h 2027839"/>
              <a:gd name="connsiteX6" fmla="*/ 11576 w 12215150"/>
              <a:gd name="connsiteY6" fmla="*/ 856526 h 2027839"/>
              <a:gd name="connsiteX0" fmla="*/ 11576 w 12215150"/>
              <a:gd name="connsiteY0" fmla="*/ 856526 h 2027839"/>
              <a:gd name="connsiteX1" fmla="*/ 2129743 w 12215150"/>
              <a:gd name="connsiteY1" fmla="*/ 13845 h 2027839"/>
              <a:gd name="connsiteX2" fmla="*/ 12215150 w 12215150"/>
              <a:gd name="connsiteY2" fmla="*/ 0 h 2027839"/>
              <a:gd name="connsiteX3" fmla="*/ 12215150 w 12215150"/>
              <a:gd name="connsiteY3" fmla="*/ 1043991 h 2027839"/>
              <a:gd name="connsiteX4" fmla="*/ 2442259 w 12215150"/>
              <a:gd name="connsiteY4" fmla="*/ 1043991 h 2027839"/>
              <a:gd name="connsiteX5" fmla="*/ 0 w 12215150"/>
              <a:gd name="connsiteY5" fmla="*/ 2027839 h 2027839"/>
              <a:gd name="connsiteX6" fmla="*/ 11576 w 12215150"/>
              <a:gd name="connsiteY6" fmla="*/ 856526 h 2027839"/>
              <a:gd name="connsiteX0" fmla="*/ 11576 w 12215150"/>
              <a:gd name="connsiteY0" fmla="*/ 856526 h 2027839"/>
              <a:gd name="connsiteX1" fmla="*/ 2129743 w 12215150"/>
              <a:gd name="connsiteY1" fmla="*/ 13845 h 2027839"/>
              <a:gd name="connsiteX2" fmla="*/ 12215150 w 12215150"/>
              <a:gd name="connsiteY2" fmla="*/ 0 h 2027839"/>
              <a:gd name="connsiteX3" fmla="*/ 12215150 w 12215150"/>
              <a:gd name="connsiteY3" fmla="*/ 1043991 h 2027839"/>
              <a:gd name="connsiteX4" fmla="*/ 2442259 w 12215150"/>
              <a:gd name="connsiteY4" fmla="*/ 1043991 h 2027839"/>
              <a:gd name="connsiteX5" fmla="*/ 0 w 12215150"/>
              <a:gd name="connsiteY5" fmla="*/ 2027839 h 2027839"/>
              <a:gd name="connsiteX6" fmla="*/ 11576 w 12215150"/>
              <a:gd name="connsiteY6" fmla="*/ 856526 h 2027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15150" h="2027839">
                <a:moveTo>
                  <a:pt x="11576" y="856526"/>
                </a:moveTo>
                <a:cubicBezTo>
                  <a:pt x="1331090" y="112645"/>
                  <a:pt x="1446836" y="28521"/>
                  <a:pt x="2129743" y="13845"/>
                </a:cubicBezTo>
                <a:lnTo>
                  <a:pt x="12215150" y="0"/>
                </a:lnTo>
                <a:lnTo>
                  <a:pt x="12215150" y="1043991"/>
                </a:lnTo>
                <a:lnTo>
                  <a:pt x="2442259" y="1043991"/>
                </a:lnTo>
                <a:cubicBezTo>
                  <a:pt x="1790219" y="1047849"/>
                  <a:pt x="1693762" y="1167454"/>
                  <a:pt x="0" y="2027839"/>
                </a:cubicBezTo>
                <a:cubicBezTo>
                  <a:pt x="3859" y="1533229"/>
                  <a:pt x="7717" y="1351136"/>
                  <a:pt x="11576" y="856526"/>
                </a:cubicBez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8">
            <a:extLst>
              <a:ext uri="{FF2B5EF4-FFF2-40B4-BE49-F238E27FC236}">
                <a16:creationId xmlns:a16="http://schemas.microsoft.com/office/drawing/2014/main" id="{DCED3A27-CFE1-8C43-8D82-2DA68780115D}"/>
              </a:ext>
            </a:extLst>
          </p:cNvPr>
          <p:cNvSpPr>
            <a:spLocks noGrp="1"/>
          </p:cNvSpPr>
          <p:nvPr>
            <p:ph type="body" sz="quarter" idx="51"/>
          </p:nvPr>
        </p:nvSpPr>
        <p:spPr>
          <a:xfrm>
            <a:off x="653005" y="3429000"/>
            <a:ext cx="1735057" cy="484977"/>
          </a:xfrm>
        </p:spPr>
        <p:txBody>
          <a:bodyPr>
            <a:noAutofit/>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10" name="Text Placeholder 9">
            <a:extLst>
              <a:ext uri="{FF2B5EF4-FFF2-40B4-BE49-F238E27FC236}">
                <a16:creationId xmlns:a16="http://schemas.microsoft.com/office/drawing/2014/main" id="{0B154D03-BD08-4840-ABEC-00E73FD16E75}"/>
              </a:ext>
            </a:extLst>
          </p:cNvPr>
          <p:cNvSpPr>
            <a:spLocks noGrp="1"/>
          </p:cNvSpPr>
          <p:nvPr>
            <p:ph type="body" sz="quarter" idx="60"/>
          </p:nvPr>
        </p:nvSpPr>
        <p:spPr>
          <a:xfrm>
            <a:off x="4772688" y="3081420"/>
            <a:ext cx="1274593" cy="374499"/>
          </a:xfrm>
        </p:spPr>
        <p:txBody>
          <a:bodyPr>
            <a:normAutofit fontScale="77500" lnSpcReduction="20000"/>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66" name="Picture Placeholder 65">
            <a:extLst>
              <a:ext uri="{FF2B5EF4-FFF2-40B4-BE49-F238E27FC236}">
                <a16:creationId xmlns:a16="http://schemas.microsoft.com/office/drawing/2014/main" id="{698A368E-BF43-6D4D-A4E9-332F082B7C8D}"/>
              </a:ext>
            </a:extLst>
          </p:cNvPr>
          <p:cNvSpPr>
            <a:spLocks noGrp="1"/>
          </p:cNvSpPr>
          <p:nvPr>
            <p:ph type="pic" sz="quarter" idx="13"/>
          </p:nvPr>
        </p:nvSpPr>
        <p:spPr>
          <a:xfrm>
            <a:off x="644716" y="1542035"/>
            <a:ext cx="1650600" cy="1650600"/>
          </a:xfrm>
          <a:ln w="38100">
            <a:solidFill>
              <a:schemeClr val="accent1"/>
            </a:solidFill>
          </a:ln>
        </p:spPr>
        <p:txBody>
          <a:bodyPr>
            <a:normAutofit/>
          </a:bodyPr>
          <a:lstStyle/>
          <a:p>
            <a:endParaRPr lang="en-US" sz="1800"/>
          </a:p>
        </p:txBody>
      </p:sp>
      <p:sp>
        <p:nvSpPr>
          <p:cNvPr id="67" name="Picture Placeholder 66">
            <a:extLst>
              <a:ext uri="{FF2B5EF4-FFF2-40B4-BE49-F238E27FC236}">
                <a16:creationId xmlns:a16="http://schemas.microsoft.com/office/drawing/2014/main" id="{22DB5C3D-E9DB-0E4F-93EC-CD1AD9D896B0}"/>
              </a:ext>
            </a:extLst>
          </p:cNvPr>
          <p:cNvSpPr>
            <a:spLocks noGrp="1"/>
          </p:cNvSpPr>
          <p:nvPr>
            <p:ph type="pic" sz="quarter" idx="14"/>
          </p:nvPr>
        </p:nvSpPr>
        <p:spPr>
          <a:xfrm>
            <a:off x="4772688" y="1590468"/>
            <a:ext cx="1274591" cy="1274591"/>
          </a:xfrm>
          <a:ln w="38100">
            <a:solidFill>
              <a:schemeClr val="accent1"/>
            </a:solidFill>
          </a:ln>
        </p:spPr>
        <p:txBody>
          <a:bodyPr>
            <a:normAutofit/>
          </a:bodyPr>
          <a:lstStyle/>
          <a:p>
            <a:endParaRPr lang="en-US" sz="1400"/>
          </a:p>
        </p:txBody>
      </p:sp>
      <p:sp>
        <p:nvSpPr>
          <p:cNvPr id="68" name="Picture Placeholder 67">
            <a:extLst>
              <a:ext uri="{FF2B5EF4-FFF2-40B4-BE49-F238E27FC236}">
                <a16:creationId xmlns:a16="http://schemas.microsoft.com/office/drawing/2014/main" id="{20CA7A1A-698F-BE4C-ACAA-48620E0E6EC9}"/>
              </a:ext>
            </a:extLst>
          </p:cNvPr>
          <p:cNvSpPr>
            <a:spLocks noGrp="1"/>
          </p:cNvSpPr>
          <p:nvPr>
            <p:ph type="pic" sz="quarter" idx="15"/>
          </p:nvPr>
        </p:nvSpPr>
        <p:spPr>
          <a:xfrm>
            <a:off x="7905027" y="1585731"/>
            <a:ext cx="1274591" cy="1274591"/>
          </a:xfrm>
          <a:ln w="38100">
            <a:solidFill>
              <a:schemeClr val="accent1"/>
            </a:solidFill>
          </a:ln>
        </p:spPr>
        <p:txBody>
          <a:bodyPr>
            <a:normAutofit/>
          </a:bodyPr>
          <a:lstStyle/>
          <a:p>
            <a:endParaRPr lang="en-US" sz="1400"/>
          </a:p>
        </p:txBody>
      </p:sp>
      <p:sp>
        <p:nvSpPr>
          <p:cNvPr id="69" name="Picture Placeholder 68">
            <a:extLst>
              <a:ext uri="{FF2B5EF4-FFF2-40B4-BE49-F238E27FC236}">
                <a16:creationId xmlns:a16="http://schemas.microsoft.com/office/drawing/2014/main" id="{A856893F-6488-C544-9C78-EFECB3080692}"/>
              </a:ext>
            </a:extLst>
          </p:cNvPr>
          <p:cNvSpPr>
            <a:spLocks noGrp="1"/>
          </p:cNvSpPr>
          <p:nvPr>
            <p:ph type="pic" sz="quarter" idx="18"/>
          </p:nvPr>
        </p:nvSpPr>
        <p:spPr>
          <a:xfrm>
            <a:off x="3206517" y="1590468"/>
            <a:ext cx="1274591" cy="1274591"/>
          </a:xfrm>
          <a:ln w="38100">
            <a:solidFill>
              <a:schemeClr val="accent1"/>
            </a:solidFill>
          </a:ln>
        </p:spPr>
        <p:txBody>
          <a:bodyPr>
            <a:normAutofit/>
          </a:bodyPr>
          <a:lstStyle/>
          <a:p>
            <a:endParaRPr lang="en-US" sz="1400"/>
          </a:p>
        </p:txBody>
      </p:sp>
      <p:sp>
        <p:nvSpPr>
          <p:cNvPr id="70" name="Picture Placeholder 69">
            <a:extLst>
              <a:ext uri="{FF2B5EF4-FFF2-40B4-BE49-F238E27FC236}">
                <a16:creationId xmlns:a16="http://schemas.microsoft.com/office/drawing/2014/main" id="{2E3D194B-0710-E448-B787-39DB20F59D82}"/>
              </a:ext>
            </a:extLst>
          </p:cNvPr>
          <p:cNvSpPr>
            <a:spLocks noGrp="1"/>
          </p:cNvSpPr>
          <p:nvPr>
            <p:ph type="pic" sz="quarter" idx="19"/>
          </p:nvPr>
        </p:nvSpPr>
        <p:spPr>
          <a:xfrm>
            <a:off x="9435851" y="1545197"/>
            <a:ext cx="1274591" cy="1274591"/>
          </a:xfrm>
          <a:ln w="38100">
            <a:solidFill>
              <a:schemeClr val="accent1"/>
            </a:solidFill>
          </a:ln>
        </p:spPr>
        <p:txBody>
          <a:bodyPr>
            <a:normAutofit/>
          </a:bodyPr>
          <a:lstStyle/>
          <a:p>
            <a:endParaRPr lang="en-US" sz="1400"/>
          </a:p>
        </p:txBody>
      </p:sp>
      <p:sp>
        <p:nvSpPr>
          <p:cNvPr id="71" name="Picture Placeholder 70">
            <a:extLst>
              <a:ext uri="{FF2B5EF4-FFF2-40B4-BE49-F238E27FC236}">
                <a16:creationId xmlns:a16="http://schemas.microsoft.com/office/drawing/2014/main" id="{BC78CF8A-3DCF-694B-8FF1-FE19228BEF43}"/>
              </a:ext>
            </a:extLst>
          </p:cNvPr>
          <p:cNvSpPr>
            <a:spLocks noGrp="1"/>
          </p:cNvSpPr>
          <p:nvPr>
            <p:ph type="pic" sz="quarter" idx="20"/>
          </p:nvPr>
        </p:nvSpPr>
        <p:spPr>
          <a:xfrm>
            <a:off x="6338857" y="1585731"/>
            <a:ext cx="1274591" cy="1274591"/>
          </a:xfrm>
          <a:ln w="38100">
            <a:solidFill>
              <a:schemeClr val="accent1"/>
            </a:solidFill>
          </a:ln>
        </p:spPr>
        <p:txBody>
          <a:bodyPr>
            <a:normAutofit/>
          </a:bodyPr>
          <a:lstStyle/>
          <a:p>
            <a:endParaRPr lang="en-US" sz="1400"/>
          </a:p>
        </p:txBody>
      </p:sp>
      <p:sp>
        <p:nvSpPr>
          <p:cNvPr id="23" name="Title 22">
            <a:extLst>
              <a:ext uri="{FF2B5EF4-FFF2-40B4-BE49-F238E27FC236}">
                <a16:creationId xmlns:a16="http://schemas.microsoft.com/office/drawing/2014/main" id="{90B717FA-095F-7842-BC9B-8FC834F07A56}"/>
              </a:ext>
            </a:extLst>
          </p:cNvPr>
          <p:cNvSpPr>
            <a:spLocks noGrp="1"/>
          </p:cNvSpPr>
          <p:nvPr>
            <p:ph type="title"/>
          </p:nvPr>
        </p:nvSpPr>
        <p:spPr>
          <a:xfrm>
            <a:off x="457200" y="192969"/>
            <a:ext cx="10396483" cy="702655"/>
          </a:xfrm>
        </p:spPr>
        <p:txBody>
          <a:bodyPr/>
          <a:lstStyle/>
          <a:p>
            <a:r>
              <a:rPr lang="en-US"/>
              <a:t>Leadership team template</a:t>
            </a:r>
          </a:p>
        </p:txBody>
      </p:sp>
      <p:sp>
        <p:nvSpPr>
          <p:cNvPr id="11" name="Text Placeholder 10">
            <a:extLst>
              <a:ext uri="{FF2B5EF4-FFF2-40B4-BE49-F238E27FC236}">
                <a16:creationId xmlns:a16="http://schemas.microsoft.com/office/drawing/2014/main" id="{EB11BA33-BDF1-4245-AECF-AB3149CD67CD}"/>
              </a:ext>
            </a:extLst>
          </p:cNvPr>
          <p:cNvSpPr>
            <a:spLocks noGrp="1"/>
          </p:cNvSpPr>
          <p:nvPr>
            <p:ph type="body" sz="quarter" idx="61"/>
          </p:nvPr>
        </p:nvSpPr>
        <p:spPr>
          <a:xfrm>
            <a:off x="7905027" y="3081420"/>
            <a:ext cx="1274593" cy="374499"/>
          </a:xfrm>
        </p:spPr>
        <p:txBody>
          <a:bodyPr>
            <a:normAutofit fontScale="77500" lnSpcReduction="20000"/>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12" name="Text Placeholder 11">
            <a:extLst>
              <a:ext uri="{FF2B5EF4-FFF2-40B4-BE49-F238E27FC236}">
                <a16:creationId xmlns:a16="http://schemas.microsoft.com/office/drawing/2014/main" id="{BA3AAF21-928E-8E4D-9A1E-767C3D4E1F97}"/>
              </a:ext>
            </a:extLst>
          </p:cNvPr>
          <p:cNvSpPr>
            <a:spLocks noGrp="1"/>
          </p:cNvSpPr>
          <p:nvPr>
            <p:ph type="body" sz="quarter" idx="62"/>
          </p:nvPr>
        </p:nvSpPr>
        <p:spPr>
          <a:xfrm>
            <a:off x="3206517" y="3081420"/>
            <a:ext cx="1274593" cy="374499"/>
          </a:xfrm>
        </p:spPr>
        <p:txBody>
          <a:bodyPr>
            <a:normAutofit fontScale="77500" lnSpcReduction="20000"/>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13" name="Text Placeholder 12">
            <a:extLst>
              <a:ext uri="{FF2B5EF4-FFF2-40B4-BE49-F238E27FC236}">
                <a16:creationId xmlns:a16="http://schemas.microsoft.com/office/drawing/2014/main" id="{1E300C20-E756-CB4A-9C24-1EB9BEA6DD3A}"/>
              </a:ext>
            </a:extLst>
          </p:cNvPr>
          <p:cNvSpPr>
            <a:spLocks noGrp="1"/>
          </p:cNvSpPr>
          <p:nvPr>
            <p:ph type="body" sz="quarter" idx="63"/>
          </p:nvPr>
        </p:nvSpPr>
        <p:spPr>
          <a:xfrm>
            <a:off x="9436151" y="3081420"/>
            <a:ext cx="1274591" cy="374499"/>
          </a:xfrm>
        </p:spPr>
        <p:txBody>
          <a:bodyPr>
            <a:normAutofit fontScale="77500" lnSpcReduction="20000"/>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14" name="Text Placeholder 13">
            <a:extLst>
              <a:ext uri="{FF2B5EF4-FFF2-40B4-BE49-F238E27FC236}">
                <a16:creationId xmlns:a16="http://schemas.microsoft.com/office/drawing/2014/main" id="{5E39C8B3-157D-E84C-8B02-E7927D95CAE6}"/>
              </a:ext>
            </a:extLst>
          </p:cNvPr>
          <p:cNvSpPr>
            <a:spLocks noGrp="1"/>
          </p:cNvSpPr>
          <p:nvPr>
            <p:ph type="body" sz="quarter" idx="64"/>
          </p:nvPr>
        </p:nvSpPr>
        <p:spPr>
          <a:xfrm>
            <a:off x="6338857" y="3081420"/>
            <a:ext cx="1274593" cy="374499"/>
          </a:xfrm>
        </p:spPr>
        <p:txBody>
          <a:bodyPr>
            <a:normAutofit fontScale="77500" lnSpcReduction="20000"/>
          </a:bodyPr>
          <a:lstStyle/>
          <a:p>
            <a:r>
              <a:rPr lang="en-GB">
                <a:highlight>
                  <a:srgbClr val="FFFF00"/>
                </a:highlight>
              </a:rPr>
              <a:t>First Last Name</a:t>
            </a:r>
          </a:p>
          <a:p>
            <a:pPr lvl="1"/>
            <a:r>
              <a:rPr lang="en-GB">
                <a:highlight>
                  <a:srgbClr val="FFFF00"/>
                </a:highlight>
              </a:rPr>
              <a:t>Title</a:t>
            </a:r>
            <a:endParaRPr lang="en-US">
              <a:highlight>
                <a:srgbClr val="FFFF00"/>
              </a:highlight>
            </a:endParaRPr>
          </a:p>
        </p:txBody>
      </p:sp>
      <p:sp>
        <p:nvSpPr>
          <p:cNvPr id="16" name="Slide Number Placeholder 1">
            <a:extLst>
              <a:ext uri="{FF2B5EF4-FFF2-40B4-BE49-F238E27FC236}">
                <a16:creationId xmlns:a16="http://schemas.microsoft.com/office/drawing/2014/main" id="{C6EC70EC-3A42-42D5-86C3-65968AA3C608}"/>
              </a:ext>
            </a:extLst>
          </p:cNvPr>
          <p:cNvSpPr>
            <a:spLocks noGrp="1"/>
          </p:cNvSpPr>
          <p:nvPr>
            <p:ph type="sldNum" sz="quarter" idx="12"/>
          </p:nvPr>
        </p:nvSpPr>
        <p:spPr>
          <a:xfrm>
            <a:off x="5888567" y="6454693"/>
            <a:ext cx="414867" cy="273304"/>
          </a:xfrm>
        </p:spPr>
        <p:txBody>
          <a:bodyPr/>
          <a:lstStyle/>
          <a:p>
            <a:pPr defTabSz="609585"/>
            <a:fld id="{29CC380D-5F44-41E8-971E-CDD19ED6F8E3}" type="slidenum">
              <a:rPr lang="en-GB">
                <a:solidFill>
                  <a:schemeClr val="tx1"/>
                </a:solidFill>
              </a:rPr>
              <a:pPr defTabSz="609585"/>
              <a:t>27</a:t>
            </a:fld>
            <a:endParaRPr lang="en-GB">
              <a:solidFill>
                <a:schemeClr val="tx1"/>
              </a:solidFill>
            </a:endParaRPr>
          </a:p>
        </p:txBody>
      </p:sp>
      <p:sp>
        <p:nvSpPr>
          <p:cNvPr id="3" name="TextBox 2">
            <a:extLst>
              <a:ext uri="{FF2B5EF4-FFF2-40B4-BE49-F238E27FC236}">
                <a16:creationId xmlns:a16="http://schemas.microsoft.com/office/drawing/2014/main" id="{5F629F27-89EA-2F6E-EA3A-C8F8F15393BA}"/>
              </a:ext>
            </a:extLst>
          </p:cNvPr>
          <p:cNvSpPr txBox="1"/>
          <p:nvPr/>
        </p:nvSpPr>
        <p:spPr>
          <a:xfrm>
            <a:off x="655108" y="4854300"/>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54691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FA12A15-9D51-BE73-4E2D-547FE3990C70}"/>
              </a:ext>
            </a:extLst>
          </p:cNvPr>
          <p:cNvSpPr/>
          <p:nvPr/>
        </p:nvSpPr>
        <p:spPr>
          <a:xfrm>
            <a:off x="1" y="355601"/>
            <a:ext cx="975927" cy="641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nvGrpSpPr>
          <p:cNvPr id="20" name="Group 19">
            <a:extLst>
              <a:ext uri="{FF2B5EF4-FFF2-40B4-BE49-F238E27FC236}">
                <a16:creationId xmlns:a16="http://schemas.microsoft.com/office/drawing/2014/main" id="{A2C16210-825F-6581-E42C-F1725116349E}"/>
              </a:ext>
            </a:extLst>
          </p:cNvPr>
          <p:cNvGrpSpPr/>
          <p:nvPr/>
        </p:nvGrpSpPr>
        <p:grpSpPr>
          <a:xfrm>
            <a:off x="83192" y="1685101"/>
            <a:ext cx="3008697" cy="5001805"/>
            <a:chOff x="180000" y="1146598"/>
            <a:chExt cx="2256523" cy="3751353"/>
          </a:xfrm>
        </p:grpSpPr>
        <p:pic>
          <p:nvPicPr>
            <p:cNvPr id="21" name="Picture 20">
              <a:extLst>
                <a:ext uri="{FF2B5EF4-FFF2-40B4-BE49-F238E27FC236}">
                  <a16:creationId xmlns:a16="http://schemas.microsoft.com/office/drawing/2014/main" id="{81DC2BDF-2C6D-1295-84E6-3108D02C43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000" y="1913196"/>
              <a:ext cx="612000" cy="612000"/>
            </a:xfrm>
            <a:prstGeom prst="rect">
              <a:avLst/>
            </a:prstGeom>
          </p:spPr>
        </p:pic>
        <p:pic>
          <p:nvPicPr>
            <p:cNvPr id="23" name="Picture 22">
              <a:extLst>
                <a:ext uri="{FF2B5EF4-FFF2-40B4-BE49-F238E27FC236}">
                  <a16:creationId xmlns:a16="http://schemas.microsoft.com/office/drawing/2014/main" id="{BAC695BE-C191-B554-F6EE-B794BEFAB0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0000" y="1146598"/>
              <a:ext cx="612000" cy="612000"/>
            </a:xfrm>
            <a:prstGeom prst="rect">
              <a:avLst/>
            </a:prstGeom>
          </p:spPr>
        </p:pic>
        <p:pic>
          <p:nvPicPr>
            <p:cNvPr id="27" name="Picture 26">
              <a:extLst>
                <a:ext uri="{FF2B5EF4-FFF2-40B4-BE49-F238E27FC236}">
                  <a16:creationId xmlns:a16="http://schemas.microsoft.com/office/drawing/2014/main" id="{6857E6F0-E73E-666C-9DE5-011E2D4AF1A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0000" y="2597078"/>
              <a:ext cx="612000" cy="612000"/>
            </a:xfrm>
            <a:prstGeom prst="rect">
              <a:avLst/>
            </a:prstGeom>
          </p:spPr>
        </p:pic>
        <p:pic>
          <p:nvPicPr>
            <p:cNvPr id="30" name="Picture 29">
              <a:extLst>
                <a:ext uri="{FF2B5EF4-FFF2-40B4-BE49-F238E27FC236}">
                  <a16:creationId xmlns:a16="http://schemas.microsoft.com/office/drawing/2014/main" id="{AD2C4879-988C-51E1-4AD6-4C64891B46E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0000" y="4285951"/>
              <a:ext cx="612000" cy="612000"/>
            </a:xfrm>
            <a:prstGeom prst="rect">
              <a:avLst/>
            </a:prstGeom>
          </p:spPr>
        </p:pic>
        <p:pic>
          <p:nvPicPr>
            <p:cNvPr id="32" name="Picture 31">
              <a:extLst>
                <a:ext uri="{FF2B5EF4-FFF2-40B4-BE49-F238E27FC236}">
                  <a16:creationId xmlns:a16="http://schemas.microsoft.com/office/drawing/2014/main" id="{70E08C1D-C8D1-8305-6F55-33BFF1480BA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0000" y="3427930"/>
              <a:ext cx="612000" cy="612000"/>
            </a:xfrm>
            <a:prstGeom prst="rect">
              <a:avLst/>
            </a:prstGeom>
          </p:spPr>
        </p:pic>
        <p:sp>
          <p:nvSpPr>
            <p:cNvPr id="33" name="TextBox 32">
              <a:extLst>
                <a:ext uri="{FF2B5EF4-FFF2-40B4-BE49-F238E27FC236}">
                  <a16:creationId xmlns:a16="http://schemas.microsoft.com/office/drawing/2014/main" id="{D6FA8F6C-BE5F-B73A-B929-23B0B82786FA}"/>
                </a:ext>
              </a:extLst>
            </p:cNvPr>
            <p:cNvSpPr txBox="1"/>
            <p:nvPr/>
          </p:nvSpPr>
          <p:spPr>
            <a:xfrm>
              <a:off x="936000" y="1282274"/>
              <a:ext cx="1500523" cy="407756"/>
            </a:xfrm>
            <a:prstGeom prst="rect">
              <a:avLst/>
            </a:prstGeom>
            <a:noFill/>
            <a:ln w="6350">
              <a:noFill/>
              <a:prstDash val="dash"/>
            </a:ln>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71717"/>
                  </a:solidFill>
                  <a:effectLst/>
                  <a:uLnTx/>
                  <a:uFillTx/>
                  <a:latin typeface="Montserrat" pitchFamily="2" charset="77"/>
                  <a:ea typeface="+mn-ea"/>
                  <a:cs typeface="Arial" panose="020B0604020202020204" pitchFamily="34" charset="0"/>
                </a:rPr>
                <a:t>Population of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E20177"/>
                  </a:solidFill>
                  <a:effectLst/>
                  <a:highlight>
                    <a:srgbClr val="FFFF00"/>
                  </a:highlight>
                  <a:uLnTx/>
                  <a:uFillTx/>
                  <a:latin typeface="Montserrat" pitchFamily="2" charset="77"/>
                  <a:ea typeface="+mn-ea"/>
                  <a:cs typeface="Arial" panose="020B0604020202020204" pitchFamily="34" charset="0"/>
                </a:rPr>
                <a:t>INSERT</a:t>
              </a:r>
            </a:p>
          </p:txBody>
        </p:sp>
        <p:sp>
          <p:nvSpPr>
            <p:cNvPr id="34" name="TextBox 33">
              <a:extLst>
                <a:ext uri="{FF2B5EF4-FFF2-40B4-BE49-F238E27FC236}">
                  <a16:creationId xmlns:a16="http://schemas.microsoft.com/office/drawing/2014/main" id="{EE8CB09A-1127-3D5E-AD46-7A119FDE45D2}"/>
                </a:ext>
              </a:extLst>
            </p:cNvPr>
            <p:cNvSpPr txBox="1"/>
            <p:nvPr/>
          </p:nvSpPr>
          <p:spPr>
            <a:xfrm>
              <a:off x="936000" y="2004255"/>
              <a:ext cx="1298056" cy="407756"/>
            </a:xfrm>
            <a:prstGeom prst="rect">
              <a:avLst/>
            </a:prstGeom>
            <a:noFill/>
            <a:ln w="6350">
              <a:noFill/>
              <a:prstDash val="dash"/>
            </a:ln>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a:ln>
                    <a:noFill/>
                  </a:ln>
                  <a:solidFill>
                    <a:srgbClr val="E20177"/>
                  </a:solidFill>
                  <a:effectLst/>
                  <a:highlight>
                    <a:srgbClr val="FFFF00"/>
                  </a:highlight>
                  <a:uLnTx/>
                  <a:uFillTx/>
                  <a:latin typeface="Montserrat" pitchFamily="2" charset="77"/>
                  <a:ea typeface="+mn-ea"/>
                  <a:cs typeface="Arial" panose="020B0604020202020204" pitchFamily="34" charset="0"/>
                </a:rPr>
                <a:t>+INSERT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171717"/>
                  </a:solidFill>
                  <a:effectLst/>
                  <a:uLnTx/>
                  <a:uFillTx/>
                  <a:latin typeface="Montserrat" pitchFamily="2" charset="77"/>
                  <a:ea typeface="+mn-ea"/>
                  <a:cs typeface="Arial" panose="020B0604020202020204" pitchFamily="34" charset="0"/>
                </a:rPr>
                <a:t>founders</a:t>
              </a:r>
            </a:p>
          </p:txBody>
        </p:sp>
        <p:sp>
          <p:nvSpPr>
            <p:cNvPr id="35" name="TextBox 34">
              <a:extLst>
                <a:ext uri="{FF2B5EF4-FFF2-40B4-BE49-F238E27FC236}">
                  <a16:creationId xmlns:a16="http://schemas.microsoft.com/office/drawing/2014/main" id="{0C842C6F-3DB4-84DE-FD86-2C144DB21A0A}"/>
                </a:ext>
              </a:extLst>
            </p:cNvPr>
            <p:cNvSpPr txBox="1"/>
            <p:nvPr/>
          </p:nvSpPr>
          <p:spPr>
            <a:xfrm>
              <a:off x="935999" y="3480239"/>
              <a:ext cx="1397298" cy="815512"/>
            </a:xfrm>
            <a:prstGeom prst="rect">
              <a:avLst/>
            </a:prstGeom>
            <a:noFill/>
            <a:ln w="6350">
              <a:noFill/>
              <a:prstDash val="dash"/>
            </a:ln>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71717"/>
                  </a:solidFill>
                  <a:effectLst/>
                  <a:uLnTx/>
                  <a:uFillTx/>
                  <a:latin typeface="Montserrat" pitchFamily="2" charset="77"/>
                  <a:ea typeface="+mn-ea"/>
                  <a:cs typeface="Arial" panose="020B0604020202020204" pitchFamily="34" charset="0"/>
                </a:rPr>
                <a:t>Commercial operations in          </a:t>
              </a:r>
              <a:r>
                <a:rPr kumimoji="0" lang="en-US" sz="2133" b="1" i="0" u="none" strike="noStrike" kern="1200" cap="none" spc="0" normalizeH="0" baseline="0" noProof="0">
                  <a:ln>
                    <a:noFill/>
                  </a:ln>
                  <a:solidFill>
                    <a:srgbClr val="E20177"/>
                  </a:solidFill>
                  <a:effectLst/>
                  <a:highlight>
                    <a:srgbClr val="FFFF00"/>
                  </a:highlight>
                  <a:uLnTx/>
                  <a:uFillTx/>
                  <a:latin typeface="Montserrat" pitchFamily="2" charset="77"/>
                  <a:ea typeface="+mn-ea"/>
                  <a:cs typeface="Arial" panose="020B0604020202020204" pitchFamily="34" charset="0"/>
                </a:rPr>
                <a:t>+ INSERT markets</a:t>
              </a:r>
            </a:p>
          </p:txBody>
        </p:sp>
        <p:sp>
          <p:nvSpPr>
            <p:cNvPr id="36" name="TextBox 35">
              <a:extLst>
                <a:ext uri="{FF2B5EF4-FFF2-40B4-BE49-F238E27FC236}">
                  <a16:creationId xmlns:a16="http://schemas.microsoft.com/office/drawing/2014/main" id="{DBBB56E8-EDEB-4C62-3DD9-BAF9DC7DE1A8}"/>
                </a:ext>
              </a:extLst>
            </p:cNvPr>
            <p:cNvSpPr txBox="1"/>
            <p:nvPr/>
          </p:nvSpPr>
          <p:spPr>
            <a:xfrm>
              <a:off x="985240" y="2772327"/>
              <a:ext cx="1243288" cy="407756"/>
            </a:xfrm>
            <a:prstGeom prst="rect">
              <a:avLst/>
            </a:prstGeom>
            <a:noFill/>
            <a:ln w="6350">
              <a:noFill/>
              <a:prstDash val="dash"/>
            </a:ln>
          </p:spPr>
          <p:txBody>
            <a:bodyPr wrap="square" lIns="0" tIns="0" rIns="0" bIns="0" rtlCol="0" anchor="t">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100" b="1">
                  <a:solidFill>
                    <a:srgbClr val="E20177"/>
                  </a:solidFill>
                  <a:latin typeface="Montserrat"/>
                  <a:cs typeface="Arial"/>
                </a:rPr>
                <a:t>X</a:t>
              </a:r>
              <a:r>
                <a:rPr kumimoji="0" lang="en-US" sz="2100" b="1" i="0" u="none" strike="noStrike" kern="1200" cap="none" spc="0" normalizeH="0" baseline="0" noProof="0">
                  <a:ln>
                    <a:noFill/>
                  </a:ln>
                  <a:solidFill>
                    <a:srgbClr val="E20177"/>
                  </a:solidFill>
                  <a:effectLst/>
                  <a:uLnTx/>
                  <a:uFillTx/>
                  <a:latin typeface="Montserrat"/>
                  <a:cs typeface="Arial"/>
                </a:rPr>
                <a:t> </a:t>
              </a:r>
              <a:r>
                <a:rPr kumimoji="0" lang="en-US" sz="1400" b="1" i="0" u="none" strike="noStrike" kern="1200" cap="none" spc="0" normalizeH="0" baseline="0" noProof="0">
                  <a:ln>
                    <a:noFill/>
                  </a:ln>
                  <a:solidFill>
                    <a:srgbClr val="171717"/>
                  </a:solidFill>
                  <a:effectLst/>
                  <a:uLnTx/>
                  <a:uFillTx/>
                  <a:latin typeface="Montserrat"/>
                  <a:cs typeface="Arial"/>
                </a:rPr>
                <a:t>Manufacturing sites</a:t>
              </a:r>
              <a:endParaRPr kumimoji="0" lang="en-US" sz="1200" b="0" i="0" u="none" strike="noStrike" kern="1200" cap="none" spc="0" normalizeH="0" baseline="0" noProof="0">
                <a:ln>
                  <a:noFill/>
                </a:ln>
                <a:solidFill>
                  <a:srgbClr val="171717"/>
                </a:solidFill>
                <a:effectLst/>
                <a:uLnTx/>
                <a:uFillTx/>
                <a:latin typeface="Montserrat"/>
                <a:cs typeface="Arial"/>
              </a:endParaRPr>
            </a:p>
          </p:txBody>
        </p:sp>
        <p:sp>
          <p:nvSpPr>
            <p:cNvPr id="37" name="TextBox 36">
              <a:extLst>
                <a:ext uri="{FF2B5EF4-FFF2-40B4-BE49-F238E27FC236}">
                  <a16:creationId xmlns:a16="http://schemas.microsoft.com/office/drawing/2014/main" id="{DFBD0408-61C5-42F8-E8FB-5DAFA3C0946C}"/>
                </a:ext>
              </a:extLst>
            </p:cNvPr>
            <p:cNvSpPr txBox="1"/>
            <p:nvPr/>
          </p:nvSpPr>
          <p:spPr>
            <a:xfrm>
              <a:off x="935999" y="4462339"/>
              <a:ext cx="868472" cy="246173"/>
            </a:xfrm>
            <a:prstGeom prst="rect">
              <a:avLst/>
            </a:prstGeom>
            <a:noFill/>
            <a:ln w="6350">
              <a:noFill/>
              <a:prstDash val="dash"/>
            </a:ln>
          </p:spPr>
          <p:txBody>
            <a:bodyPr wrap="squar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2133" b="1" i="0" u="none" strike="noStrike" kern="1200" cap="none" spc="0" normalizeH="0" baseline="0" noProof="0" err="1">
                  <a:ln>
                    <a:noFill/>
                  </a:ln>
                  <a:solidFill>
                    <a:srgbClr val="E20177"/>
                  </a:solidFill>
                  <a:effectLst/>
                  <a:highlight>
                    <a:srgbClr val="FFFF00"/>
                  </a:highlight>
                  <a:uLnTx/>
                  <a:uFillTx/>
                  <a:latin typeface="Montserrat" pitchFamily="2" charset="77"/>
                  <a:ea typeface="+mn-ea"/>
                  <a:cs typeface="Arial" panose="020B0604020202020204" pitchFamily="34" charset="0"/>
                </a:rPr>
                <a:t>Xx</a:t>
              </a:r>
              <a:r>
                <a:rPr kumimoji="0" lang="en-US" sz="2133" b="1" i="0" u="none" strike="noStrike" kern="1200" cap="none" spc="0" normalizeH="0" baseline="0" noProof="0">
                  <a:ln>
                    <a:noFill/>
                  </a:ln>
                  <a:solidFill>
                    <a:srgbClr val="E20177"/>
                  </a:solidFill>
                  <a:effectLst/>
                  <a:uLnTx/>
                  <a:uFillTx/>
                  <a:latin typeface="Montserrat" pitchFamily="2" charset="77"/>
                  <a:ea typeface="+mn-ea"/>
                  <a:cs typeface="Arial" panose="020B0604020202020204" pitchFamily="34" charset="0"/>
                </a:rPr>
                <a:t> </a:t>
              </a:r>
              <a:r>
                <a:rPr kumimoji="0" lang="en-US" sz="1400" b="0" i="0" u="none" strike="noStrike" kern="1200" cap="none" spc="0" normalizeH="0" baseline="0" noProof="0">
                  <a:ln>
                    <a:noFill/>
                  </a:ln>
                  <a:solidFill>
                    <a:srgbClr val="171717"/>
                  </a:solidFill>
                  <a:effectLst/>
                  <a:uLnTx/>
                  <a:uFillTx/>
                  <a:latin typeface="Montserrat" pitchFamily="2" charset="77"/>
                  <a:ea typeface="+mn-ea"/>
                  <a:cs typeface="Arial" panose="020B0604020202020204" pitchFamily="34" charset="0"/>
                </a:rPr>
                <a:t>offices</a:t>
              </a:r>
            </a:p>
          </p:txBody>
        </p:sp>
      </p:grpSp>
      <p:grpSp>
        <p:nvGrpSpPr>
          <p:cNvPr id="22" name="Group 21">
            <a:extLst>
              <a:ext uri="{FF2B5EF4-FFF2-40B4-BE49-F238E27FC236}">
                <a16:creationId xmlns:a16="http://schemas.microsoft.com/office/drawing/2014/main" id="{3C10307F-CC50-E40D-4C7E-9073E16CC790}"/>
              </a:ext>
            </a:extLst>
          </p:cNvPr>
          <p:cNvGrpSpPr/>
          <p:nvPr/>
        </p:nvGrpSpPr>
        <p:grpSpPr>
          <a:xfrm>
            <a:off x="0" y="485120"/>
            <a:ext cx="5811520" cy="745067"/>
            <a:chOff x="0" y="363840"/>
            <a:chExt cx="4358640" cy="558800"/>
          </a:xfrm>
        </p:grpSpPr>
        <p:sp>
          <p:nvSpPr>
            <p:cNvPr id="7" name="Rectangle 6">
              <a:extLst>
                <a:ext uri="{FF2B5EF4-FFF2-40B4-BE49-F238E27FC236}">
                  <a16:creationId xmlns:a16="http://schemas.microsoft.com/office/drawing/2014/main" id="{3E5AB30E-0301-D601-0C71-03BA8CD8AE3B}"/>
                </a:ext>
              </a:extLst>
            </p:cNvPr>
            <p:cNvSpPr/>
            <p:nvPr/>
          </p:nvSpPr>
          <p:spPr>
            <a:xfrm>
              <a:off x="0" y="363840"/>
              <a:ext cx="4037308" cy="5588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A1343C93-B27F-36C4-FB75-2C57C941B650}"/>
                </a:ext>
              </a:extLst>
            </p:cNvPr>
            <p:cNvSpPr txBox="1"/>
            <p:nvPr/>
          </p:nvSpPr>
          <p:spPr>
            <a:xfrm>
              <a:off x="170482" y="404922"/>
              <a:ext cx="3477593" cy="300082"/>
            </a:xfrm>
            <a:prstGeom prst="rect">
              <a:avLst/>
            </a:prstGeom>
            <a:solidFill>
              <a:schemeClr val="accent1"/>
            </a:solidFill>
          </p:spPr>
          <p:txBody>
            <a:bodyPr wrap="square" rtlCol="0">
              <a:spAutoFit/>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a:ln>
                    <a:noFill/>
                  </a:ln>
                  <a:solidFill>
                    <a:srgbClr val="FFFFFF"/>
                  </a:solidFill>
                  <a:effectLst/>
                  <a:uLnTx/>
                  <a:uFillTx/>
                  <a:latin typeface="Montserrat" pitchFamily="2" charset="77"/>
                  <a:ea typeface="+mn-ea"/>
                  <a:cs typeface="+mn-cs"/>
                </a:rPr>
                <a:t>[Insert region/market name]</a:t>
              </a:r>
            </a:p>
          </p:txBody>
        </p:sp>
        <p:sp>
          <p:nvSpPr>
            <p:cNvPr id="6" name="Oval 5">
              <a:extLst>
                <a:ext uri="{FF2B5EF4-FFF2-40B4-BE49-F238E27FC236}">
                  <a16:creationId xmlns:a16="http://schemas.microsoft.com/office/drawing/2014/main" id="{09CD75F4-CD03-5FCD-1E5F-A19C114D5BE7}"/>
                </a:ext>
              </a:extLst>
            </p:cNvPr>
            <p:cNvSpPr/>
            <p:nvPr/>
          </p:nvSpPr>
          <p:spPr>
            <a:xfrm>
              <a:off x="3818557" y="363840"/>
              <a:ext cx="540083" cy="55880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609585"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cxnSp>
        <p:nvCxnSpPr>
          <p:cNvPr id="2" name="Straight Connector 1">
            <a:extLst>
              <a:ext uri="{FF2B5EF4-FFF2-40B4-BE49-F238E27FC236}">
                <a16:creationId xmlns:a16="http://schemas.microsoft.com/office/drawing/2014/main" id="{12B5D0CA-014A-9949-18B6-61F2EB9FCE2E}"/>
              </a:ext>
            </a:extLst>
          </p:cNvPr>
          <p:cNvCxnSpPr>
            <a:cxnSpLocks/>
          </p:cNvCxnSpPr>
          <p:nvPr/>
        </p:nvCxnSpPr>
        <p:spPr>
          <a:xfrm>
            <a:off x="3091889" y="1432853"/>
            <a:ext cx="21927" cy="5148097"/>
          </a:xfrm>
          <a:prstGeom prst="line">
            <a:avLst/>
          </a:prstGeom>
          <a:ln w="12700">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A75D819A-C503-3C84-F267-D90238AE2C63}"/>
              </a:ext>
            </a:extLst>
          </p:cNvPr>
          <p:cNvGrpSpPr/>
          <p:nvPr/>
        </p:nvGrpSpPr>
        <p:grpSpPr>
          <a:xfrm>
            <a:off x="3353871" y="1635238"/>
            <a:ext cx="8509072" cy="4930390"/>
            <a:chOff x="1015115" y="1184277"/>
            <a:chExt cx="10173269" cy="5034439"/>
          </a:xfrm>
        </p:grpSpPr>
        <p:sp>
          <p:nvSpPr>
            <p:cNvPr id="4" name="Shape 2797">
              <a:extLst>
                <a:ext uri="{FF2B5EF4-FFF2-40B4-BE49-F238E27FC236}">
                  <a16:creationId xmlns:a16="http://schemas.microsoft.com/office/drawing/2014/main" id="{0EA47007-269D-8AD0-A3A9-05794A1AF81A}"/>
                </a:ext>
              </a:extLst>
            </p:cNvPr>
            <p:cNvSpPr/>
            <p:nvPr/>
          </p:nvSpPr>
          <p:spPr>
            <a:xfrm>
              <a:off x="5082889" y="1241838"/>
              <a:ext cx="1754544" cy="1575918"/>
            </a:xfrm>
            <a:custGeom>
              <a:avLst/>
              <a:gdLst/>
              <a:ahLst/>
              <a:cxnLst>
                <a:cxn ang="0">
                  <a:pos x="wd2" y="hd2"/>
                </a:cxn>
                <a:cxn ang="5400000">
                  <a:pos x="wd2" y="hd2"/>
                </a:cxn>
                <a:cxn ang="10800000">
                  <a:pos x="wd2" y="hd2"/>
                </a:cxn>
                <a:cxn ang="16200000">
                  <a:pos x="wd2" y="hd2"/>
                </a:cxn>
              </a:cxnLst>
              <a:rect l="0" t="0" r="r" b="b"/>
              <a:pathLst>
                <a:path w="21519" h="21364" extrusionOk="0">
                  <a:moveTo>
                    <a:pt x="3010" y="6585"/>
                  </a:moveTo>
                  <a:cubicBezTo>
                    <a:pt x="2435" y="7097"/>
                    <a:pt x="992" y="7348"/>
                    <a:pt x="363" y="6890"/>
                  </a:cubicBezTo>
                  <a:cubicBezTo>
                    <a:pt x="444" y="6750"/>
                    <a:pt x="713" y="6786"/>
                    <a:pt x="499" y="6579"/>
                  </a:cubicBezTo>
                  <a:cubicBezTo>
                    <a:pt x="464" y="6545"/>
                    <a:pt x="118" y="6445"/>
                    <a:pt x="106" y="6460"/>
                  </a:cubicBezTo>
                  <a:cubicBezTo>
                    <a:pt x="240" y="6289"/>
                    <a:pt x="512" y="6444"/>
                    <a:pt x="654" y="6279"/>
                  </a:cubicBezTo>
                  <a:cubicBezTo>
                    <a:pt x="796" y="6113"/>
                    <a:pt x="-14" y="6151"/>
                    <a:pt x="0" y="6157"/>
                  </a:cubicBezTo>
                  <a:cubicBezTo>
                    <a:pt x="226" y="5657"/>
                    <a:pt x="953" y="5687"/>
                    <a:pt x="954" y="6266"/>
                  </a:cubicBezTo>
                  <a:cubicBezTo>
                    <a:pt x="1102" y="6190"/>
                    <a:pt x="1215" y="6074"/>
                    <a:pt x="1294" y="5918"/>
                  </a:cubicBezTo>
                  <a:cubicBezTo>
                    <a:pt x="1537" y="5893"/>
                    <a:pt x="2370" y="6107"/>
                    <a:pt x="2491" y="5816"/>
                  </a:cubicBezTo>
                  <a:cubicBezTo>
                    <a:pt x="2514" y="5759"/>
                    <a:pt x="3682" y="5987"/>
                    <a:pt x="3010" y="6585"/>
                  </a:cubicBezTo>
                  <a:cubicBezTo>
                    <a:pt x="2843" y="6734"/>
                    <a:pt x="3142" y="6468"/>
                    <a:pt x="3010" y="6585"/>
                  </a:cubicBezTo>
                  <a:close/>
                  <a:moveTo>
                    <a:pt x="11005" y="300"/>
                  </a:moveTo>
                  <a:cubicBezTo>
                    <a:pt x="11317" y="195"/>
                    <a:pt x="11825" y="280"/>
                    <a:pt x="12088" y="495"/>
                  </a:cubicBezTo>
                  <a:cubicBezTo>
                    <a:pt x="12051" y="428"/>
                    <a:pt x="12017" y="355"/>
                    <a:pt x="12030" y="274"/>
                  </a:cubicBezTo>
                  <a:cubicBezTo>
                    <a:pt x="12514" y="182"/>
                    <a:pt x="14125" y="719"/>
                    <a:pt x="14503" y="1064"/>
                  </a:cubicBezTo>
                  <a:cubicBezTo>
                    <a:pt x="14355" y="1090"/>
                    <a:pt x="13593" y="1487"/>
                    <a:pt x="13494" y="1113"/>
                  </a:cubicBezTo>
                  <a:cubicBezTo>
                    <a:pt x="13514" y="1074"/>
                    <a:pt x="13535" y="1036"/>
                    <a:pt x="13555" y="997"/>
                  </a:cubicBezTo>
                  <a:cubicBezTo>
                    <a:pt x="13092" y="666"/>
                    <a:pt x="12573" y="887"/>
                    <a:pt x="12439" y="1482"/>
                  </a:cubicBezTo>
                  <a:cubicBezTo>
                    <a:pt x="12305" y="1656"/>
                    <a:pt x="11018" y="988"/>
                    <a:pt x="11664" y="897"/>
                  </a:cubicBezTo>
                  <a:cubicBezTo>
                    <a:pt x="11583" y="891"/>
                    <a:pt x="10294" y="541"/>
                    <a:pt x="11005" y="300"/>
                  </a:cubicBezTo>
                  <a:cubicBezTo>
                    <a:pt x="11317" y="195"/>
                    <a:pt x="10790" y="373"/>
                    <a:pt x="11005" y="300"/>
                  </a:cubicBezTo>
                  <a:close/>
                  <a:moveTo>
                    <a:pt x="13416" y="415"/>
                  </a:moveTo>
                  <a:cubicBezTo>
                    <a:pt x="13177" y="380"/>
                    <a:pt x="12943" y="324"/>
                    <a:pt x="12720" y="200"/>
                  </a:cubicBezTo>
                  <a:cubicBezTo>
                    <a:pt x="13106" y="-111"/>
                    <a:pt x="14518" y="-25"/>
                    <a:pt x="14908" y="222"/>
                  </a:cubicBezTo>
                  <a:cubicBezTo>
                    <a:pt x="14603" y="635"/>
                    <a:pt x="13826" y="474"/>
                    <a:pt x="13416" y="415"/>
                  </a:cubicBezTo>
                  <a:cubicBezTo>
                    <a:pt x="13177" y="380"/>
                    <a:pt x="13560" y="435"/>
                    <a:pt x="13416" y="415"/>
                  </a:cubicBezTo>
                  <a:close/>
                  <a:moveTo>
                    <a:pt x="17057" y="21008"/>
                  </a:moveTo>
                  <a:cubicBezTo>
                    <a:pt x="17044" y="21058"/>
                    <a:pt x="17025" y="21102"/>
                    <a:pt x="16998" y="21143"/>
                  </a:cubicBezTo>
                  <a:cubicBezTo>
                    <a:pt x="16638" y="21123"/>
                    <a:pt x="16355" y="21046"/>
                    <a:pt x="15994" y="21031"/>
                  </a:cubicBezTo>
                  <a:cubicBezTo>
                    <a:pt x="15992" y="20975"/>
                    <a:pt x="15985" y="20922"/>
                    <a:pt x="15986" y="20864"/>
                  </a:cubicBezTo>
                  <a:cubicBezTo>
                    <a:pt x="16167" y="20818"/>
                    <a:pt x="16655" y="20912"/>
                    <a:pt x="16834" y="20976"/>
                  </a:cubicBezTo>
                  <a:cubicBezTo>
                    <a:pt x="16831" y="20995"/>
                    <a:pt x="16840" y="21021"/>
                    <a:pt x="16837" y="21040"/>
                  </a:cubicBezTo>
                  <a:cubicBezTo>
                    <a:pt x="16925" y="21067"/>
                    <a:pt x="16976" y="21002"/>
                    <a:pt x="17057" y="21008"/>
                  </a:cubicBezTo>
                  <a:cubicBezTo>
                    <a:pt x="17069" y="21052"/>
                    <a:pt x="16976" y="21002"/>
                    <a:pt x="17057" y="21008"/>
                  </a:cubicBezTo>
                  <a:close/>
                  <a:moveTo>
                    <a:pt x="15035" y="9329"/>
                  </a:moveTo>
                  <a:cubicBezTo>
                    <a:pt x="15040" y="9332"/>
                    <a:pt x="15043" y="9336"/>
                    <a:pt x="15046" y="9340"/>
                  </a:cubicBezTo>
                  <a:cubicBezTo>
                    <a:pt x="15083" y="9411"/>
                    <a:pt x="14747" y="9586"/>
                    <a:pt x="14719" y="9588"/>
                  </a:cubicBezTo>
                  <a:cubicBezTo>
                    <a:pt x="14509" y="9606"/>
                    <a:pt x="14814" y="9185"/>
                    <a:pt x="15035" y="9329"/>
                  </a:cubicBezTo>
                  <a:cubicBezTo>
                    <a:pt x="15040" y="9332"/>
                    <a:pt x="15025" y="9323"/>
                    <a:pt x="15035" y="9329"/>
                  </a:cubicBezTo>
                  <a:close/>
                  <a:moveTo>
                    <a:pt x="10464" y="17106"/>
                  </a:moveTo>
                  <a:lnTo>
                    <a:pt x="10453" y="17083"/>
                  </a:lnTo>
                  <a:cubicBezTo>
                    <a:pt x="10426" y="17405"/>
                    <a:pt x="10539" y="17595"/>
                    <a:pt x="10345" y="17882"/>
                  </a:cubicBezTo>
                  <a:cubicBezTo>
                    <a:pt x="9796" y="17382"/>
                    <a:pt x="10473" y="17289"/>
                    <a:pt x="10464" y="17106"/>
                  </a:cubicBezTo>
                  <a:cubicBezTo>
                    <a:pt x="10464" y="17106"/>
                    <a:pt x="10457" y="16967"/>
                    <a:pt x="10464" y="17106"/>
                  </a:cubicBezTo>
                  <a:close/>
                  <a:moveTo>
                    <a:pt x="10564" y="18237"/>
                  </a:moveTo>
                  <a:cubicBezTo>
                    <a:pt x="10602" y="18346"/>
                    <a:pt x="10551" y="18790"/>
                    <a:pt x="10530" y="18920"/>
                  </a:cubicBezTo>
                  <a:cubicBezTo>
                    <a:pt x="10485" y="19203"/>
                    <a:pt x="10300" y="18856"/>
                    <a:pt x="10290" y="19078"/>
                  </a:cubicBezTo>
                  <a:cubicBezTo>
                    <a:pt x="10271" y="19507"/>
                    <a:pt x="9961" y="18146"/>
                    <a:pt x="9970" y="18150"/>
                  </a:cubicBezTo>
                  <a:cubicBezTo>
                    <a:pt x="10234" y="18257"/>
                    <a:pt x="10411" y="17796"/>
                    <a:pt x="10564" y="18237"/>
                  </a:cubicBezTo>
                  <a:cubicBezTo>
                    <a:pt x="10578" y="18276"/>
                    <a:pt x="10539" y="18164"/>
                    <a:pt x="10564" y="18237"/>
                  </a:cubicBezTo>
                  <a:close/>
                  <a:moveTo>
                    <a:pt x="5029" y="10651"/>
                  </a:moveTo>
                  <a:cubicBezTo>
                    <a:pt x="5077" y="10532"/>
                    <a:pt x="5345" y="10601"/>
                    <a:pt x="5317" y="10393"/>
                  </a:cubicBezTo>
                  <a:cubicBezTo>
                    <a:pt x="5309" y="10405"/>
                    <a:pt x="5301" y="10411"/>
                    <a:pt x="5295" y="10424"/>
                  </a:cubicBezTo>
                  <a:cubicBezTo>
                    <a:pt x="5232" y="10439"/>
                    <a:pt x="5176" y="10423"/>
                    <a:pt x="5111" y="10424"/>
                  </a:cubicBezTo>
                  <a:cubicBezTo>
                    <a:pt x="5102" y="10395"/>
                    <a:pt x="5323" y="9733"/>
                    <a:pt x="5376" y="9698"/>
                  </a:cubicBezTo>
                  <a:cubicBezTo>
                    <a:pt x="5467" y="9638"/>
                    <a:pt x="5548" y="9315"/>
                    <a:pt x="5670" y="9337"/>
                  </a:cubicBezTo>
                  <a:cubicBezTo>
                    <a:pt x="5754" y="9352"/>
                    <a:pt x="6274" y="9294"/>
                    <a:pt x="6258" y="9415"/>
                  </a:cubicBezTo>
                  <a:cubicBezTo>
                    <a:pt x="6253" y="9452"/>
                    <a:pt x="5825" y="9767"/>
                    <a:pt x="5928" y="9811"/>
                  </a:cubicBezTo>
                  <a:cubicBezTo>
                    <a:pt x="5995" y="9839"/>
                    <a:pt x="6642" y="9635"/>
                    <a:pt x="6636" y="9850"/>
                  </a:cubicBezTo>
                  <a:cubicBezTo>
                    <a:pt x="6630" y="10107"/>
                    <a:pt x="6142" y="10320"/>
                    <a:pt x="6302" y="10517"/>
                  </a:cubicBezTo>
                  <a:cubicBezTo>
                    <a:pt x="6401" y="10638"/>
                    <a:pt x="6622" y="10658"/>
                    <a:pt x="6653" y="10846"/>
                  </a:cubicBezTo>
                  <a:cubicBezTo>
                    <a:pt x="6671" y="10958"/>
                    <a:pt x="6675" y="11181"/>
                    <a:pt x="6785" y="11246"/>
                  </a:cubicBezTo>
                  <a:cubicBezTo>
                    <a:pt x="7128" y="11447"/>
                    <a:pt x="7055" y="11926"/>
                    <a:pt x="7226" y="12079"/>
                  </a:cubicBezTo>
                  <a:cubicBezTo>
                    <a:pt x="7345" y="12186"/>
                    <a:pt x="7646" y="11861"/>
                    <a:pt x="7721" y="12232"/>
                  </a:cubicBezTo>
                  <a:cubicBezTo>
                    <a:pt x="7759" y="12416"/>
                    <a:pt x="7449" y="12755"/>
                    <a:pt x="7292" y="12788"/>
                  </a:cubicBezTo>
                  <a:cubicBezTo>
                    <a:pt x="7264" y="12782"/>
                    <a:pt x="7615" y="12821"/>
                    <a:pt x="7617" y="12880"/>
                  </a:cubicBezTo>
                  <a:cubicBezTo>
                    <a:pt x="7622" y="13056"/>
                    <a:pt x="6316" y="13296"/>
                    <a:pt x="6190" y="13215"/>
                  </a:cubicBezTo>
                  <a:cubicBezTo>
                    <a:pt x="5876" y="13016"/>
                    <a:pt x="5422" y="13624"/>
                    <a:pt x="4985" y="13472"/>
                  </a:cubicBezTo>
                  <a:cubicBezTo>
                    <a:pt x="5239" y="13140"/>
                    <a:pt x="5940" y="13044"/>
                    <a:pt x="6110" y="12742"/>
                  </a:cubicBezTo>
                  <a:cubicBezTo>
                    <a:pt x="5925" y="12832"/>
                    <a:pt x="5802" y="12692"/>
                    <a:pt x="5782" y="12693"/>
                  </a:cubicBezTo>
                  <a:cubicBezTo>
                    <a:pt x="5654" y="12701"/>
                    <a:pt x="5527" y="12674"/>
                    <a:pt x="5405" y="12714"/>
                  </a:cubicBezTo>
                  <a:cubicBezTo>
                    <a:pt x="5071" y="12824"/>
                    <a:pt x="5664" y="12288"/>
                    <a:pt x="5650" y="12311"/>
                  </a:cubicBezTo>
                  <a:cubicBezTo>
                    <a:pt x="5754" y="12141"/>
                    <a:pt x="5455" y="11802"/>
                    <a:pt x="5686" y="11851"/>
                  </a:cubicBezTo>
                  <a:cubicBezTo>
                    <a:pt x="5913" y="11898"/>
                    <a:pt x="6249" y="11772"/>
                    <a:pt x="6176" y="11451"/>
                  </a:cubicBezTo>
                  <a:cubicBezTo>
                    <a:pt x="5978" y="11400"/>
                    <a:pt x="5859" y="11364"/>
                    <a:pt x="6069" y="11081"/>
                  </a:cubicBezTo>
                  <a:cubicBezTo>
                    <a:pt x="5935" y="11261"/>
                    <a:pt x="5499" y="11034"/>
                    <a:pt x="5491" y="11228"/>
                  </a:cubicBezTo>
                  <a:cubicBezTo>
                    <a:pt x="5230" y="11183"/>
                    <a:pt x="5585" y="10919"/>
                    <a:pt x="5602" y="10890"/>
                  </a:cubicBezTo>
                  <a:cubicBezTo>
                    <a:pt x="5707" y="10710"/>
                    <a:pt x="5363" y="10523"/>
                    <a:pt x="5390" y="10718"/>
                  </a:cubicBezTo>
                  <a:cubicBezTo>
                    <a:pt x="5581" y="10787"/>
                    <a:pt x="5302" y="10864"/>
                    <a:pt x="5290" y="10905"/>
                  </a:cubicBezTo>
                  <a:cubicBezTo>
                    <a:pt x="5166" y="10939"/>
                    <a:pt x="5297" y="10688"/>
                    <a:pt x="5272" y="10646"/>
                  </a:cubicBezTo>
                  <a:cubicBezTo>
                    <a:pt x="5255" y="10619"/>
                    <a:pt x="4940" y="10871"/>
                    <a:pt x="5029" y="10651"/>
                  </a:cubicBezTo>
                  <a:cubicBezTo>
                    <a:pt x="5047" y="10606"/>
                    <a:pt x="5016" y="10683"/>
                    <a:pt x="5029" y="10651"/>
                  </a:cubicBezTo>
                  <a:close/>
                  <a:moveTo>
                    <a:pt x="19919" y="20951"/>
                  </a:moveTo>
                  <a:cubicBezTo>
                    <a:pt x="19993" y="20920"/>
                    <a:pt x="20069" y="20888"/>
                    <a:pt x="20137" y="20844"/>
                  </a:cubicBezTo>
                  <a:cubicBezTo>
                    <a:pt x="20138" y="20843"/>
                    <a:pt x="19724" y="21347"/>
                    <a:pt x="19988" y="21347"/>
                  </a:cubicBezTo>
                  <a:cubicBezTo>
                    <a:pt x="19707" y="21325"/>
                    <a:pt x="19367" y="21489"/>
                    <a:pt x="19252" y="21103"/>
                  </a:cubicBezTo>
                  <a:cubicBezTo>
                    <a:pt x="19317" y="21150"/>
                    <a:pt x="19414" y="21101"/>
                    <a:pt x="19487" y="21094"/>
                  </a:cubicBezTo>
                  <a:cubicBezTo>
                    <a:pt x="19505" y="21064"/>
                    <a:pt x="19515" y="21012"/>
                    <a:pt x="19515" y="20976"/>
                  </a:cubicBezTo>
                  <a:cubicBezTo>
                    <a:pt x="19659" y="20996"/>
                    <a:pt x="19780" y="21008"/>
                    <a:pt x="19919" y="20951"/>
                  </a:cubicBezTo>
                  <a:cubicBezTo>
                    <a:pt x="19993" y="20920"/>
                    <a:pt x="19780" y="21008"/>
                    <a:pt x="19919" y="20951"/>
                  </a:cubicBezTo>
                  <a:close/>
                  <a:moveTo>
                    <a:pt x="3448" y="12512"/>
                  </a:moveTo>
                  <a:lnTo>
                    <a:pt x="3439" y="12467"/>
                  </a:lnTo>
                  <a:cubicBezTo>
                    <a:pt x="3441" y="12484"/>
                    <a:pt x="3910" y="11973"/>
                    <a:pt x="3927" y="11961"/>
                  </a:cubicBezTo>
                  <a:cubicBezTo>
                    <a:pt x="3801" y="11949"/>
                    <a:pt x="3649" y="11911"/>
                    <a:pt x="3652" y="11769"/>
                  </a:cubicBezTo>
                  <a:lnTo>
                    <a:pt x="3653" y="11732"/>
                  </a:lnTo>
                  <a:cubicBezTo>
                    <a:pt x="3638" y="11187"/>
                    <a:pt x="4036" y="11537"/>
                    <a:pt x="4296" y="11292"/>
                  </a:cubicBezTo>
                  <a:cubicBezTo>
                    <a:pt x="4019" y="11229"/>
                    <a:pt x="4821" y="10776"/>
                    <a:pt x="5082" y="10841"/>
                  </a:cubicBezTo>
                  <a:cubicBezTo>
                    <a:pt x="5103" y="10873"/>
                    <a:pt x="5214" y="11022"/>
                    <a:pt x="5230" y="11072"/>
                  </a:cubicBezTo>
                  <a:cubicBezTo>
                    <a:pt x="5337" y="11212"/>
                    <a:pt x="5329" y="11337"/>
                    <a:pt x="5207" y="11445"/>
                  </a:cubicBezTo>
                  <a:cubicBezTo>
                    <a:pt x="4948" y="11696"/>
                    <a:pt x="5225" y="11803"/>
                    <a:pt x="5096" y="12165"/>
                  </a:cubicBezTo>
                  <a:cubicBezTo>
                    <a:pt x="4944" y="12594"/>
                    <a:pt x="3961" y="12830"/>
                    <a:pt x="3623" y="12797"/>
                  </a:cubicBezTo>
                  <a:lnTo>
                    <a:pt x="3629" y="12759"/>
                  </a:lnTo>
                  <a:cubicBezTo>
                    <a:pt x="3593" y="12765"/>
                    <a:pt x="3565" y="12764"/>
                    <a:pt x="3528" y="12766"/>
                  </a:cubicBezTo>
                  <a:cubicBezTo>
                    <a:pt x="3509" y="12734"/>
                    <a:pt x="3505" y="12702"/>
                    <a:pt x="3523" y="12678"/>
                  </a:cubicBezTo>
                  <a:cubicBezTo>
                    <a:pt x="3435" y="12635"/>
                    <a:pt x="3431" y="12581"/>
                    <a:pt x="3510" y="12516"/>
                  </a:cubicBezTo>
                  <a:cubicBezTo>
                    <a:pt x="3502" y="12515"/>
                    <a:pt x="3448" y="12512"/>
                    <a:pt x="3448" y="12512"/>
                  </a:cubicBezTo>
                  <a:cubicBezTo>
                    <a:pt x="3448" y="12512"/>
                    <a:pt x="3448" y="12512"/>
                    <a:pt x="3448" y="12512"/>
                  </a:cubicBezTo>
                  <a:close/>
                  <a:moveTo>
                    <a:pt x="11104" y="9151"/>
                  </a:moveTo>
                  <a:cubicBezTo>
                    <a:pt x="11102" y="9148"/>
                    <a:pt x="11098" y="9146"/>
                    <a:pt x="11094" y="9143"/>
                  </a:cubicBezTo>
                  <a:cubicBezTo>
                    <a:pt x="11097" y="9141"/>
                    <a:pt x="11101" y="9138"/>
                    <a:pt x="11105" y="9135"/>
                  </a:cubicBezTo>
                  <a:cubicBezTo>
                    <a:pt x="11105" y="9140"/>
                    <a:pt x="11105" y="9147"/>
                    <a:pt x="11104" y="9151"/>
                  </a:cubicBezTo>
                  <a:cubicBezTo>
                    <a:pt x="11102" y="9148"/>
                    <a:pt x="11105" y="9147"/>
                    <a:pt x="11104" y="9151"/>
                  </a:cubicBezTo>
                  <a:close/>
                  <a:moveTo>
                    <a:pt x="21399" y="14198"/>
                  </a:moveTo>
                  <a:cubicBezTo>
                    <a:pt x="21409" y="14173"/>
                    <a:pt x="21499" y="14149"/>
                    <a:pt x="21520" y="14142"/>
                  </a:cubicBezTo>
                  <a:lnTo>
                    <a:pt x="21423" y="14087"/>
                  </a:lnTo>
                  <a:cubicBezTo>
                    <a:pt x="21320" y="14027"/>
                    <a:pt x="21586" y="13723"/>
                    <a:pt x="21296" y="13692"/>
                  </a:cubicBezTo>
                  <a:cubicBezTo>
                    <a:pt x="21112" y="13672"/>
                    <a:pt x="20805" y="13386"/>
                    <a:pt x="20627" y="13557"/>
                  </a:cubicBezTo>
                  <a:cubicBezTo>
                    <a:pt x="20375" y="13291"/>
                    <a:pt x="20136" y="13280"/>
                    <a:pt x="19764" y="13317"/>
                  </a:cubicBezTo>
                  <a:cubicBezTo>
                    <a:pt x="19859" y="13317"/>
                    <a:pt x="19308" y="12896"/>
                    <a:pt x="19323" y="12913"/>
                  </a:cubicBezTo>
                  <a:cubicBezTo>
                    <a:pt x="19229" y="12913"/>
                    <a:pt x="19162" y="12594"/>
                    <a:pt x="19105" y="12495"/>
                  </a:cubicBezTo>
                  <a:cubicBezTo>
                    <a:pt x="18878" y="12097"/>
                    <a:pt x="18551" y="12640"/>
                    <a:pt x="18342" y="12454"/>
                  </a:cubicBezTo>
                  <a:cubicBezTo>
                    <a:pt x="18213" y="12393"/>
                    <a:pt x="18189" y="12168"/>
                    <a:pt x="18086" y="12043"/>
                  </a:cubicBezTo>
                  <a:cubicBezTo>
                    <a:pt x="18386" y="11994"/>
                    <a:pt x="18733" y="11639"/>
                    <a:pt x="18199" y="11620"/>
                  </a:cubicBezTo>
                  <a:cubicBezTo>
                    <a:pt x="18172" y="11530"/>
                    <a:pt x="17896" y="11200"/>
                    <a:pt x="17799" y="11143"/>
                  </a:cubicBezTo>
                  <a:cubicBezTo>
                    <a:pt x="17967" y="10775"/>
                    <a:pt x="17329" y="10571"/>
                    <a:pt x="17149" y="10533"/>
                  </a:cubicBezTo>
                  <a:cubicBezTo>
                    <a:pt x="16689" y="10533"/>
                    <a:pt x="16796" y="10101"/>
                    <a:pt x="16546" y="9833"/>
                  </a:cubicBezTo>
                  <a:cubicBezTo>
                    <a:pt x="16590" y="9843"/>
                    <a:pt x="16633" y="9860"/>
                    <a:pt x="16674" y="9878"/>
                  </a:cubicBezTo>
                  <a:lnTo>
                    <a:pt x="16626" y="9776"/>
                  </a:lnTo>
                  <a:cubicBezTo>
                    <a:pt x="16769" y="9537"/>
                    <a:pt x="16634" y="9167"/>
                    <a:pt x="16725" y="8824"/>
                  </a:cubicBezTo>
                  <a:cubicBezTo>
                    <a:pt x="16306" y="8876"/>
                    <a:pt x="15803" y="8638"/>
                    <a:pt x="15397" y="8843"/>
                  </a:cubicBezTo>
                  <a:cubicBezTo>
                    <a:pt x="14990" y="9046"/>
                    <a:pt x="15218" y="9655"/>
                    <a:pt x="15490" y="9475"/>
                  </a:cubicBezTo>
                  <a:cubicBezTo>
                    <a:pt x="15446" y="9559"/>
                    <a:pt x="15400" y="9612"/>
                    <a:pt x="15302" y="9624"/>
                  </a:cubicBezTo>
                  <a:cubicBezTo>
                    <a:pt x="15527" y="10138"/>
                    <a:pt x="15043" y="10023"/>
                    <a:pt x="14840" y="9709"/>
                  </a:cubicBezTo>
                  <a:lnTo>
                    <a:pt x="14842" y="9700"/>
                  </a:lnTo>
                  <a:cubicBezTo>
                    <a:pt x="14833" y="9734"/>
                    <a:pt x="14822" y="9767"/>
                    <a:pt x="14810" y="9799"/>
                  </a:cubicBezTo>
                  <a:cubicBezTo>
                    <a:pt x="14723" y="9791"/>
                    <a:pt x="14635" y="9776"/>
                    <a:pt x="14548" y="9751"/>
                  </a:cubicBezTo>
                  <a:cubicBezTo>
                    <a:pt x="14418" y="9770"/>
                    <a:pt x="14357" y="9921"/>
                    <a:pt x="14366" y="10048"/>
                  </a:cubicBezTo>
                  <a:lnTo>
                    <a:pt x="14272" y="10101"/>
                  </a:lnTo>
                  <a:cubicBezTo>
                    <a:pt x="14229" y="10390"/>
                    <a:pt x="14291" y="10708"/>
                    <a:pt x="14374" y="10979"/>
                  </a:cubicBezTo>
                  <a:cubicBezTo>
                    <a:pt x="14374" y="10980"/>
                    <a:pt x="14706" y="11039"/>
                    <a:pt x="14271" y="10982"/>
                  </a:cubicBezTo>
                  <a:cubicBezTo>
                    <a:pt x="14155" y="10964"/>
                    <a:pt x="14030" y="11072"/>
                    <a:pt x="14169" y="11177"/>
                  </a:cubicBezTo>
                  <a:cubicBezTo>
                    <a:pt x="14151" y="11181"/>
                    <a:pt x="14133" y="11186"/>
                    <a:pt x="14115" y="11190"/>
                  </a:cubicBezTo>
                  <a:cubicBezTo>
                    <a:pt x="14118" y="11235"/>
                    <a:pt x="14112" y="11279"/>
                    <a:pt x="14095" y="11321"/>
                  </a:cubicBezTo>
                  <a:cubicBezTo>
                    <a:pt x="14319" y="11407"/>
                    <a:pt x="14597" y="11381"/>
                    <a:pt x="14839" y="11383"/>
                  </a:cubicBezTo>
                  <a:lnTo>
                    <a:pt x="14792" y="11431"/>
                  </a:lnTo>
                  <a:cubicBezTo>
                    <a:pt x="14873" y="11397"/>
                    <a:pt x="15020" y="11368"/>
                    <a:pt x="15097" y="11423"/>
                  </a:cubicBezTo>
                  <a:cubicBezTo>
                    <a:pt x="14771" y="11469"/>
                    <a:pt x="14345" y="11485"/>
                    <a:pt x="14023" y="11419"/>
                  </a:cubicBezTo>
                  <a:cubicBezTo>
                    <a:pt x="13755" y="11424"/>
                    <a:pt x="13655" y="11208"/>
                    <a:pt x="13442" y="11208"/>
                  </a:cubicBezTo>
                  <a:cubicBezTo>
                    <a:pt x="13013" y="11208"/>
                    <a:pt x="12497" y="11570"/>
                    <a:pt x="12077" y="11683"/>
                  </a:cubicBezTo>
                  <a:cubicBezTo>
                    <a:pt x="12021" y="11598"/>
                    <a:pt x="11938" y="11539"/>
                    <a:pt x="11850" y="11498"/>
                  </a:cubicBezTo>
                  <a:cubicBezTo>
                    <a:pt x="11906" y="11380"/>
                    <a:pt x="11866" y="11334"/>
                    <a:pt x="11769" y="11310"/>
                  </a:cubicBezTo>
                  <a:lnTo>
                    <a:pt x="11748" y="11359"/>
                  </a:lnTo>
                  <a:cubicBezTo>
                    <a:pt x="11689" y="11359"/>
                    <a:pt x="11635" y="11383"/>
                    <a:pt x="11585" y="11434"/>
                  </a:cubicBezTo>
                  <a:cubicBezTo>
                    <a:pt x="11468" y="11434"/>
                    <a:pt x="11068" y="11450"/>
                    <a:pt x="10966" y="11574"/>
                  </a:cubicBezTo>
                  <a:cubicBezTo>
                    <a:pt x="11003" y="11493"/>
                    <a:pt x="11068" y="11431"/>
                    <a:pt x="11053" y="11329"/>
                  </a:cubicBezTo>
                  <a:cubicBezTo>
                    <a:pt x="11360" y="11511"/>
                    <a:pt x="11588" y="10834"/>
                    <a:pt x="11473" y="10674"/>
                  </a:cubicBezTo>
                  <a:cubicBezTo>
                    <a:pt x="11548" y="11455"/>
                    <a:pt x="12215" y="10595"/>
                    <a:pt x="12459" y="10590"/>
                  </a:cubicBezTo>
                  <a:cubicBezTo>
                    <a:pt x="12794" y="10584"/>
                    <a:pt x="12838" y="10062"/>
                    <a:pt x="12863" y="9783"/>
                  </a:cubicBezTo>
                  <a:cubicBezTo>
                    <a:pt x="12881" y="9580"/>
                    <a:pt x="13458" y="9031"/>
                    <a:pt x="13427" y="8990"/>
                  </a:cubicBezTo>
                  <a:cubicBezTo>
                    <a:pt x="13815" y="8727"/>
                    <a:pt x="12477" y="8225"/>
                    <a:pt x="13133" y="7551"/>
                  </a:cubicBezTo>
                  <a:cubicBezTo>
                    <a:pt x="13342" y="7340"/>
                    <a:pt x="13527" y="7230"/>
                    <a:pt x="13796" y="7110"/>
                  </a:cubicBezTo>
                  <a:cubicBezTo>
                    <a:pt x="13875" y="7074"/>
                    <a:pt x="14210" y="6821"/>
                    <a:pt x="14230" y="6703"/>
                  </a:cubicBezTo>
                  <a:cubicBezTo>
                    <a:pt x="14239" y="6653"/>
                    <a:pt x="14134" y="6487"/>
                    <a:pt x="14081" y="6528"/>
                  </a:cubicBezTo>
                  <a:cubicBezTo>
                    <a:pt x="14339" y="5989"/>
                    <a:pt x="15221" y="5978"/>
                    <a:pt x="15459" y="6484"/>
                  </a:cubicBezTo>
                  <a:cubicBezTo>
                    <a:pt x="15284" y="6479"/>
                    <a:pt x="14555" y="7035"/>
                    <a:pt x="14534" y="7238"/>
                  </a:cubicBezTo>
                  <a:cubicBezTo>
                    <a:pt x="14055" y="7196"/>
                    <a:pt x="14378" y="8563"/>
                    <a:pt x="14576" y="8615"/>
                  </a:cubicBezTo>
                  <a:cubicBezTo>
                    <a:pt x="14918" y="8705"/>
                    <a:pt x="14912" y="8954"/>
                    <a:pt x="15299" y="8832"/>
                  </a:cubicBezTo>
                  <a:cubicBezTo>
                    <a:pt x="16051" y="8597"/>
                    <a:pt x="16518" y="8623"/>
                    <a:pt x="17126" y="8089"/>
                  </a:cubicBezTo>
                  <a:cubicBezTo>
                    <a:pt x="17989" y="7332"/>
                    <a:pt x="17131" y="7189"/>
                    <a:pt x="16960" y="6564"/>
                  </a:cubicBezTo>
                  <a:cubicBezTo>
                    <a:pt x="16891" y="6310"/>
                    <a:pt x="16962" y="6056"/>
                    <a:pt x="16770" y="5802"/>
                  </a:cubicBezTo>
                  <a:cubicBezTo>
                    <a:pt x="16593" y="5570"/>
                    <a:pt x="16691" y="5715"/>
                    <a:pt x="16751" y="5394"/>
                  </a:cubicBezTo>
                  <a:cubicBezTo>
                    <a:pt x="16807" y="5092"/>
                    <a:pt x="16443" y="5099"/>
                    <a:pt x="16319" y="4939"/>
                  </a:cubicBezTo>
                  <a:cubicBezTo>
                    <a:pt x="16366" y="4885"/>
                    <a:pt x="16402" y="4805"/>
                    <a:pt x="16433" y="4739"/>
                  </a:cubicBezTo>
                  <a:cubicBezTo>
                    <a:pt x="16397" y="4728"/>
                    <a:pt x="16370" y="4705"/>
                    <a:pt x="16352" y="4670"/>
                  </a:cubicBezTo>
                  <a:cubicBezTo>
                    <a:pt x="16486" y="4552"/>
                    <a:pt x="16818" y="4457"/>
                    <a:pt x="16818" y="4297"/>
                  </a:cubicBezTo>
                  <a:lnTo>
                    <a:pt x="16777" y="4292"/>
                  </a:lnTo>
                  <a:lnTo>
                    <a:pt x="16781" y="4239"/>
                  </a:lnTo>
                  <a:cubicBezTo>
                    <a:pt x="16681" y="4213"/>
                    <a:pt x="16582" y="4186"/>
                    <a:pt x="16483" y="4156"/>
                  </a:cubicBezTo>
                  <a:cubicBezTo>
                    <a:pt x="16600" y="4125"/>
                    <a:pt x="16712" y="4098"/>
                    <a:pt x="16819" y="4044"/>
                  </a:cubicBezTo>
                  <a:lnTo>
                    <a:pt x="16812" y="4008"/>
                  </a:lnTo>
                  <a:cubicBezTo>
                    <a:pt x="16788" y="3879"/>
                    <a:pt x="16102" y="3767"/>
                    <a:pt x="16024" y="3831"/>
                  </a:cubicBezTo>
                  <a:cubicBezTo>
                    <a:pt x="16035" y="3485"/>
                    <a:pt x="15559" y="3828"/>
                    <a:pt x="15481" y="3933"/>
                  </a:cubicBezTo>
                  <a:cubicBezTo>
                    <a:pt x="15481" y="3810"/>
                    <a:pt x="15465" y="3728"/>
                    <a:pt x="15353" y="3712"/>
                  </a:cubicBezTo>
                  <a:cubicBezTo>
                    <a:pt x="15350" y="3712"/>
                    <a:pt x="15455" y="3766"/>
                    <a:pt x="15313" y="3766"/>
                  </a:cubicBezTo>
                  <a:lnTo>
                    <a:pt x="15313" y="3708"/>
                  </a:lnTo>
                  <a:cubicBezTo>
                    <a:pt x="14920" y="3686"/>
                    <a:pt x="14462" y="3793"/>
                    <a:pt x="14080" y="3879"/>
                  </a:cubicBezTo>
                  <a:lnTo>
                    <a:pt x="14055" y="3979"/>
                  </a:lnTo>
                  <a:cubicBezTo>
                    <a:pt x="14083" y="3996"/>
                    <a:pt x="14112" y="4012"/>
                    <a:pt x="14141" y="4027"/>
                  </a:cubicBezTo>
                  <a:cubicBezTo>
                    <a:pt x="14126" y="4044"/>
                    <a:pt x="13707" y="4059"/>
                    <a:pt x="13848" y="4178"/>
                  </a:cubicBezTo>
                  <a:cubicBezTo>
                    <a:pt x="13839" y="4188"/>
                    <a:pt x="13730" y="4250"/>
                    <a:pt x="13705" y="4250"/>
                  </a:cubicBezTo>
                  <a:cubicBezTo>
                    <a:pt x="13546" y="4221"/>
                    <a:pt x="13373" y="4049"/>
                    <a:pt x="13215" y="4159"/>
                  </a:cubicBezTo>
                  <a:cubicBezTo>
                    <a:pt x="13149" y="4204"/>
                    <a:pt x="12175" y="4604"/>
                    <a:pt x="12746" y="4666"/>
                  </a:cubicBezTo>
                  <a:cubicBezTo>
                    <a:pt x="12622" y="4865"/>
                    <a:pt x="12457" y="4653"/>
                    <a:pt x="12460" y="4524"/>
                  </a:cubicBezTo>
                  <a:cubicBezTo>
                    <a:pt x="12221" y="4504"/>
                    <a:pt x="11580" y="4848"/>
                    <a:pt x="11551" y="5086"/>
                  </a:cubicBezTo>
                  <a:cubicBezTo>
                    <a:pt x="11780" y="5070"/>
                    <a:pt x="12010" y="5019"/>
                    <a:pt x="12238" y="4987"/>
                  </a:cubicBezTo>
                  <a:cubicBezTo>
                    <a:pt x="11896" y="5054"/>
                    <a:pt x="11014" y="6216"/>
                    <a:pt x="10964" y="6583"/>
                  </a:cubicBezTo>
                  <a:cubicBezTo>
                    <a:pt x="10736" y="6624"/>
                    <a:pt x="10558" y="6970"/>
                    <a:pt x="10381" y="6977"/>
                  </a:cubicBezTo>
                  <a:cubicBezTo>
                    <a:pt x="10180" y="6977"/>
                    <a:pt x="10128" y="6767"/>
                    <a:pt x="10029" y="7058"/>
                  </a:cubicBezTo>
                  <a:cubicBezTo>
                    <a:pt x="9982" y="7191"/>
                    <a:pt x="9499" y="7414"/>
                    <a:pt x="9402" y="7408"/>
                  </a:cubicBezTo>
                  <a:cubicBezTo>
                    <a:pt x="9414" y="7463"/>
                    <a:pt x="9398" y="7484"/>
                    <a:pt x="9354" y="7470"/>
                  </a:cubicBezTo>
                  <a:cubicBezTo>
                    <a:pt x="9353" y="7486"/>
                    <a:pt x="9333" y="7546"/>
                    <a:pt x="9329" y="7554"/>
                  </a:cubicBezTo>
                  <a:cubicBezTo>
                    <a:pt x="9181" y="7675"/>
                    <a:pt x="8893" y="7604"/>
                    <a:pt x="8949" y="7955"/>
                  </a:cubicBezTo>
                  <a:cubicBezTo>
                    <a:pt x="8986" y="8192"/>
                    <a:pt x="8876" y="8784"/>
                    <a:pt x="8991" y="8987"/>
                  </a:cubicBezTo>
                  <a:cubicBezTo>
                    <a:pt x="9205" y="9365"/>
                    <a:pt x="9340" y="9782"/>
                    <a:pt x="9892" y="9648"/>
                  </a:cubicBezTo>
                  <a:cubicBezTo>
                    <a:pt x="10114" y="9595"/>
                    <a:pt x="10749" y="9192"/>
                    <a:pt x="10777" y="8955"/>
                  </a:cubicBezTo>
                  <a:cubicBezTo>
                    <a:pt x="10817" y="9053"/>
                    <a:pt x="10800" y="9070"/>
                    <a:pt x="10918" y="9140"/>
                  </a:cubicBezTo>
                  <a:cubicBezTo>
                    <a:pt x="10889" y="9162"/>
                    <a:pt x="10862" y="9182"/>
                    <a:pt x="10829" y="9197"/>
                  </a:cubicBezTo>
                  <a:cubicBezTo>
                    <a:pt x="11004" y="9640"/>
                    <a:pt x="11181" y="10022"/>
                    <a:pt x="11497" y="10369"/>
                  </a:cubicBezTo>
                  <a:cubicBezTo>
                    <a:pt x="11390" y="10425"/>
                    <a:pt x="11363" y="10548"/>
                    <a:pt x="11450" y="10649"/>
                  </a:cubicBezTo>
                  <a:cubicBezTo>
                    <a:pt x="11391" y="10614"/>
                    <a:pt x="11149" y="10769"/>
                    <a:pt x="11098" y="10800"/>
                  </a:cubicBezTo>
                  <a:cubicBezTo>
                    <a:pt x="10812" y="10969"/>
                    <a:pt x="11257" y="11023"/>
                    <a:pt x="11209" y="11174"/>
                  </a:cubicBezTo>
                  <a:cubicBezTo>
                    <a:pt x="11154" y="11353"/>
                    <a:pt x="10994" y="11044"/>
                    <a:pt x="11012" y="11359"/>
                  </a:cubicBezTo>
                  <a:cubicBezTo>
                    <a:pt x="10937" y="11384"/>
                    <a:pt x="10752" y="11439"/>
                    <a:pt x="10683" y="11373"/>
                  </a:cubicBezTo>
                  <a:cubicBezTo>
                    <a:pt x="10699" y="11309"/>
                    <a:pt x="10743" y="11117"/>
                    <a:pt x="10714" y="11059"/>
                  </a:cubicBezTo>
                  <a:cubicBezTo>
                    <a:pt x="10772" y="11086"/>
                    <a:pt x="10965" y="11220"/>
                    <a:pt x="10955" y="11230"/>
                  </a:cubicBezTo>
                  <a:cubicBezTo>
                    <a:pt x="11264" y="10919"/>
                    <a:pt x="10514" y="10683"/>
                    <a:pt x="10674" y="11018"/>
                  </a:cubicBezTo>
                  <a:cubicBezTo>
                    <a:pt x="10644" y="11008"/>
                    <a:pt x="10613" y="11003"/>
                    <a:pt x="10583" y="11002"/>
                  </a:cubicBezTo>
                  <a:cubicBezTo>
                    <a:pt x="10613" y="10960"/>
                    <a:pt x="10785" y="10573"/>
                    <a:pt x="10785" y="10566"/>
                  </a:cubicBezTo>
                  <a:cubicBezTo>
                    <a:pt x="10800" y="10576"/>
                    <a:pt x="10821" y="10590"/>
                    <a:pt x="10853" y="10592"/>
                  </a:cubicBezTo>
                  <a:cubicBezTo>
                    <a:pt x="10863" y="10592"/>
                    <a:pt x="10848" y="9927"/>
                    <a:pt x="10934" y="9698"/>
                  </a:cubicBezTo>
                  <a:cubicBezTo>
                    <a:pt x="10675" y="9764"/>
                    <a:pt x="10420" y="9916"/>
                    <a:pt x="10181" y="10042"/>
                  </a:cubicBezTo>
                  <a:cubicBezTo>
                    <a:pt x="9963" y="10157"/>
                    <a:pt x="9886" y="10826"/>
                    <a:pt x="10149" y="10909"/>
                  </a:cubicBezTo>
                  <a:cubicBezTo>
                    <a:pt x="10138" y="10964"/>
                    <a:pt x="10090" y="11008"/>
                    <a:pt x="10090" y="11067"/>
                  </a:cubicBezTo>
                  <a:cubicBezTo>
                    <a:pt x="10053" y="11050"/>
                    <a:pt x="10016" y="11033"/>
                    <a:pt x="9978" y="11019"/>
                  </a:cubicBezTo>
                  <a:cubicBezTo>
                    <a:pt x="10028" y="11079"/>
                    <a:pt x="10066" y="11359"/>
                    <a:pt x="10163" y="11359"/>
                  </a:cubicBezTo>
                  <a:cubicBezTo>
                    <a:pt x="10073" y="11359"/>
                    <a:pt x="10093" y="11378"/>
                    <a:pt x="10048" y="11394"/>
                  </a:cubicBezTo>
                  <a:cubicBezTo>
                    <a:pt x="10043" y="11379"/>
                    <a:pt x="10156" y="11600"/>
                    <a:pt x="10151" y="11616"/>
                  </a:cubicBezTo>
                  <a:cubicBezTo>
                    <a:pt x="10064" y="11619"/>
                    <a:pt x="9974" y="11681"/>
                    <a:pt x="10004" y="11789"/>
                  </a:cubicBezTo>
                  <a:cubicBezTo>
                    <a:pt x="9806" y="11773"/>
                    <a:pt x="8782" y="11721"/>
                    <a:pt x="9003" y="12226"/>
                  </a:cubicBezTo>
                  <a:cubicBezTo>
                    <a:pt x="8695" y="11907"/>
                    <a:pt x="8967" y="11872"/>
                    <a:pt x="8720" y="12293"/>
                  </a:cubicBezTo>
                  <a:cubicBezTo>
                    <a:pt x="8561" y="12563"/>
                    <a:pt x="8330" y="12770"/>
                    <a:pt x="8088" y="12915"/>
                  </a:cubicBezTo>
                  <a:lnTo>
                    <a:pt x="8082" y="12908"/>
                  </a:lnTo>
                  <a:cubicBezTo>
                    <a:pt x="7634" y="12869"/>
                    <a:pt x="7779" y="13179"/>
                    <a:pt x="7606" y="13396"/>
                  </a:cubicBezTo>
                  <a:cubicBezTo>
                    <a:pt x="7588" y="13419"/>
                    <a:pt x="7002" y="13803"/>
                    <a:pt x="7051" y="13801"/>
                  </a:cubicBezTo>
                  <a:cubicBezTo>
                    <a:pt x="6841" y="13801"/>
                    <a:pt x="6602" y="13612"/>
                    <a:pt x="6400" y="13559"/>
                  </a:cubicBezTo>
                  <a:cubicBezTo>
                    <a:pt x="6489" y="14164"/>
                    <a:pt x="6519" y="13881"/>
                    <a:pt x="6154" y="14145"/>
                  </a:cubicBezTo>
                  <a:cubicBezTo>
                    <a:pt x="5934" y="14026"/>
                    <a:pt x="5898" y="14077"/>
                    <a:pt x="5673" y="14077"/>
                  </a:cubicBezTo>
                  <a:cubicBezTo>
                    <a:pt x="5381" y="14162"/>
                    <a:pt x="5116" y="14590"/>
                    <a:pt x="5629" y="14617"/>
                  </a:cubicBezTo>
                  <a:cubicBezTo>
                    <a:pt x="5897" y="14801"/>
                    <a:pt x="6092" y="14655"/>
                    <a:pt x="6255" y="15020"/>
                  </a:cubicBezTo>
                  <a:cubicBezTo>
                    <a:pt x="6320" y="15168"/>
                    <a:pt x="6390" y="15262"/>
                    <a:pt x="6508" y="15350"/>
                  </a:cubicBezTo>
                  <a:cubicBezTo>
                    <a:pt x="6728" y="15390"/>
                    <a:pt x="6465" y="16646"/>
                    <a:pt x="6350" y="16730"/>
                  </a:cubicBezTo>
                  <a:cubicBezTo>
                    <a:pt x="6365" y="16739"/>
                    <a:pt x="5826" y="16663"/>
                    <a:pt x="5785" y="16667"/>
                  </a:cubicBezTo>
                  <a:cubicBezTo>
                    <a:pt x="5650" y="16689"/>
                    <a:pt x="5391" y="16822"/>
                    <a:pt x="5281" y="16822"/>
                  </a:cubicBezTo>
                  <a:cubicBezTo>
                    <a:pt x="5108" y="16822"/>
                    <a:pt x="3913" y="16170"/>
                    <a:pt x="3821" y="16687"/>
                  </a:cubicBezTo>
                  <a:cubicBezTo>
                    <a:pt x="3737" y="16815"/>
                    <a:pt x="3377" y="16828"/>
                    <a:pt x="3449" y="17021"/>
                  </a:cubicBezTo>
                  <a:cubicBezTo>
                    <a:pt x="3530" y="17238"/>
                    <a:pt x="3616" y="17337"/>
                    <a:pt x="3535" y="17599"/>
                  </a:cubicBezTo>
                  <a:cubicBezTo>
                    <a:pt x="3600" y="17542"/>
                    <a:pt x="3710" y="17444"/>
                    <a:pt x="3784" y="17425"/>
                  </a:cubicBezTo>
                  <a:cubicBezTo>
                    <a:pt x="3784" y="17438"/>
                    <a:pt x="3787" y="17450"/>
                    <a:pt x="3789" y="17462"/>
                  </a:cubicBezTo>
                  <a:cubicBezTo>
                    <a:pt x="3726" y="17490"/>
                    <a:pt x="3651" y="17551"/>
                    <a:pt x="3594" y="17601"/>
                  </a:cubicBezTo>
                  <a:cubicBezTo>
                    <a:pt x="3653" y="18066"/>
                    <a:pt x="3066" y="19278"/>
                    <a:pt x="3496" y="19389"/>
                  </a:cubicBezTo>
                  <a:cubicBezTo>
                    <a:pt x="3578" y="19503"/>
                    <a:pt x="3431" y="20005"/>
                    <a:pt x="3411" y="20118"/>
                  </a:cubicBezTo>
                  <a:cubicBezTo>
                    <a:pt x="3635" y="20121"/>
                    <a:pt x="3877" y="20136"/>
                    <a:pt x="4087" y="20055"/>
                  </a:cubicBezTo>
                  <a:cubicBezTo>
                    <a:pt x="4100" y="20019"/>
                    <a:pt x="4106" y="19981"/>
                    <a:pt x="4104" y="19942"/>
                  </a:cubicBezTo>
                  <a:cubicBezTo>
                    <a:pt x="4297" y="19997"/>
                    <a:pt x="4530" y="20799"/>
                    <a:pt x="4764" y="20513"/>
                  </a:cubicBezTo>
                  <a:cubicBezTo>
                    <a:pt x="4977" y="20254"/>
                    <a:pt x="5179" y="20132"/>
                    <a:pt x="5537" y="20162"/>
                  </a:cubicBezTo>
                  <a:cubicBezTo>
                    <a:pt x="5614" y="20159"/>
                    <a:pt x="5904" y="20198"/>
                    <a:pt x="5920" y="20206"/>
                  </a:cubicBezTo>
                  <a:cubicBezTo>
                    <a:pt x="6029" y="20263"/>
                    <a:pt x="6288" y="19747"/>
                    <a:pt x="6500" y="19720"/>
                  </a:cubicBezTo>
                  <a:cubicBezTo>
                    <a:pt x="6516" y="19542"/>
                    <a:pt x="6994" y="19064"/>
                    <a:pt x="6943" y="19014"/>
                  </a:cubicBezTo>
                  <a:cubicBezTo>
                    <a:pt x="6523" y="18603"/>
                    <a:pt x="7185" y="18457"/>
                    <a:pt x="7212" y="18069"/>
                  </a:cubicBezTo>
                  <a:cubicBezTo>
                    <a:pt x="7226" y="17872"/>
                    <a:pt x="8104" y="17676"/>
                    <a:pt x="8191" y="17252"/>
                  </a:cubicBezTo>
                  <a:cubicBezTo>
                    <a:pt x="7967" y="16762"/>
                    <a:pt x="8592" y="16828"/>
                    <a:pt x="8806" y="16828"/>
                  </a:cubicBezTo>
                  <a:cubicBezTo>
                    <a:pt x="9295" y="16828"/>
                    <a:pt x="9285" y="17028"/>
                    <a:pt x="9719" y="16681"/>
                  </a:cubicBezTo>
                  <a:cubicBezTo>
                    <a:pt x="10053" y="16798"/>
                    <a:pt x="10062" y="16395"/>
                    <a:pt x="10290" y="16395"/>
                  </a:cubicBezTo>
                  <a:cubicBezTo>
                    <a:pt x="10831" y="16420"/>
                    <a:pt x="10690" y="16988"/>
                    <a:pt x="11024" y="17234"/>
                  </a:cubicBezTo>
                  <a:cubicBezTo>
                    <a:pt x="11260" y="17408"/>
                    <a:pt x="11458" y="17785"/>
                    <a:pt x="11701" y="17900"/>
                  </a:cubicBezTo>
                  <a:cubicBezTo>
                    <a:pt x="11758" y="17927"/>
                    <a:pt x="12171" y="18115"/>
                    <a:pt x="12175" y="18125"/>
                  </a:cubicBezTo>
                  <a:cubicBezTo>
                    <a:pt x="12200" y="18189"/>
                    <a:pt x="12697" y="18605"/>
                    <a:pt x="12766" y="18619"/>
                  </a:cubicBezTo>
                  <a:cubicBezTo>
                    <a:pt x="12961" y="18658"/>
                    <a:pt x="13173" y="19418"/>
                    <a:pt x="12855" y="19436"/>
                  </a:cubicBezTo>
                  <a:cubicBezTo>
                    <a:pt x="12711" y="19427"/>
                    <a:pt x="12614" y="19631"/>
                    <a:pt x="12536" y="19631"/>
                  </a:cubicBezTo>
                  <a:cubicBezTo>
                    <a:pt x="12338" y="19631"/>
                    <a:pt x="11750" y="19355"/>
                    <a:pt x="11649" y="19598"/>
                  </a:cubicBezTo>
                  <a:cubicBezTo>
                    <a:pt x="11548" y="19838"/>
                    <a:pt x="12500" y="20365"/>
                    <a:pt x="12643" y="20365"/>
                  </a:cubicBezTo>
                  <a:cubicBezTo>
                    <a:pt x="12872" y="20365"/>
                    <a:pt x="12768" y="19773"/>
                    <a:pt x="12861" y="19652"/>
                  </a:cubicBezTo>
                  <a:cubicBezTo>
                    <a:pt x="12937" y="19784"/>
                    <a:pt x="13907" y="18987"/>
                    <a:pt x="13268" y="18723"/>
                  </a:cubicBezTo>
                  <a:cubicBezTo>
                    <a:pt x="13262" y="18582"/>
                    <a:pt x="13314" y="18477"/>
                    <a:pt x="13424" y="18409"/>
                  </a:cubicBezTo>
                  <a:cubicBezTo>
                    <a:pt x="13567" y="18409"/>
                    <a:pt x="13727" y="18623"/>
                    <a:pt x="13787" y="18743"/>
                  </a:cubicBezTo>
                  <a:cubicBezTo>
                    <a:pt x="14586" y="18482"/>
                    <a:pt x="13011" y="17868"/>
                    <a:pt x="13024" y="17811"/>
                  </a:cubicBezTo>
                  <a:cubicBezTo>
                    <a:pt x="13147" y="17540"/>
                    <a:pt x="12981" y="17586"/>
                    <a:pt x="12787" y="17586"/>
                  </a:cubicBezTo>
                  <a:cubicBezTo>
                    <a:pt x="12361" y="17586"/>
                    <a:pt x="12347" y="17113"/>
                    <a:pt x="12152" y="16852"/>
                  </a:cubicBezTo>
                  <a:cubicBezTo>
                    <a:pt x="11986" y="16631"/>
                    <a:pt x="11693" y="16567"/>
                    <a:pt x="11625" y="16266"/>
                  </a:cubicBezTo>
                  <a:cubicBezTo>
                    <a:pt x="11495" y="15947"/>
                    <a:pt x="11716" y="15939"/>
                    <a:pt x="11865" y="15798"/>
                  </a:cubicBezTo>
                  <a:cubicBezTo>
                    <a:pt x="11841" y="15934"/>
                    <a:pt x="11936" y="16125"/>
                    <a:pt x="12008" y="16225"/>
                  </a:cubicBezTo>
                  <a:cubicBezTo>
                    <a:pt x="12087" y="16161"/>
                    <a:pt x="12165" y="16158"/>
                    <a:pt x="12238" y="16230"/>
                  </a:cubicBezTo>
                  <a:cubicBezTo>
                    <a:pt x="12254" y="16203"/>
                    <a:pt x="12301" y="16084"/>
                    <a:pt x="12329" y="16084"/>
                  </a:cubicBezTo>
                  <a:cubicBezTo>
                    <a:pt x="12326" y="16084"/>
                    <a:pt x="12736" y="16816"/>
                    <a:pt x="12978" y="16874"/>
                  </a:cubicBezTo>
                  <a:cubicBezTo>
                    <a:pt x="13227" y="16935"/>
                    <a:pt x="13439" y="17177"/>
                    <a:pt x="13668" y="17310"/>
                  </a:cubicBezTo>
                  <a:lnTo>
                    <a:pt x="13669" y="17307"/>
                  </a:lnTo>
                  <a:cubicBezTo>
                    <a:pt x="13733" y="17355"/>
                    <a:pt x="13798" y="17401"/>
                    <a:pt x="13864" y="17445"/>
                  </a:cubicBezTo>
                  <a:cubicBezTo>
                    <a:pt x="13864" y="17445"/>
                    <a:pt x="13885" y="17398"/>
                    <a:pt x="13900" y="17364"/>
                  </a:cubicBezTo>
                  <a:cubicBezTo>
                    <a:pt x="13996" y="17452"/>
                    <a:pt x="14062" y="17548"/>
                    <a:pt x="14179" y="17579"/>
                  </a:cubicBezTo>
                  <a:cubicBezTo>
                    <a:pt x="14188" y="18042"/>
                    <a:pt x="14082" y="18142"/>
                    <a:pt x="14348" y="18508"/>
                  </a:cubicBezTo>
                  <a:cubicBezTo>
                    <a:pt x="14118" y="18572"/>
                    <a:pt x="14350" y="18860"/>
                    <a:pt x="14440" y="18766"/>
                  </a:cubicBezTo>
                  <a:cubicBezTo>
                    <a:pt x="14548" y="18913"/>
                    <a:pt x="14606" y="19070"/>
                    <a:pt x="14601" y="19267"/>
                  </a:cubicBezTo>
                  <a:cubicBezTo>
                    <a:pt x="14744" y="19281"/>
                    <a:pt x="14884" y="19339"/>
                    <a:pt x="15005" y="19427"/>
                  </a:cubicBezTo>
                  <a:cubicBezTo>
                    <a:pt x="14917" y="19488"/>
                    <a:pt x="14849" y="19566"/>
                    <a:pt x="14799" y="19661"/>
                  </a:cubicBezTo>
                  <a:cubicBezTo>
                    <a:pt x="15088" y="19884"/>
                    <a:pt x="14876" y="20093"/>
                    <a:pt x="15189" y="20301"/>
                  </a:cubicBezTo>
                  <a:cubicBezTo>
                    <a:pt x="15191" y="20250"/>
                    <a:pt x="15226" y="20114"/>
                    <a:pt x="15288" y="20127"/>
                  </a:cubicBezTo>
                  <a:cubicBezTo>
                    <a:pt x="15355" y="20187"/>
                    <a:pt x="15355" y="20379"/>
                    <a:pt x="15421" y="20470"/>
                  </a:cubicBezTo>
                  <a:cubicBezTo>
                    <a:pt x="15434" y="20425"/>
                    <a:pt x="15471" y="20268"/>
                    <a:pt x="15516" y="20268"/>
                  </a:cubicBezTo>
                  <a:cubicBezTo>
                    <a:pt x="15547" y="20268"/>
                    <a:pt x="15717" y="20454"/>
                    <a:pt x="15743" y="20497"/>
                  </a:cubicBezTo>
                  <a:cubicBezTo>
                    <a:pt x="15738" y="20305"/>
                    <a:pt x="15706" y="20091"/>
                    <a:pt x="15617" y="19924"/>
                  </a:cubicBezTo>
                  <a:cubicBezTo>
                    <a:pt x="15719" y="19942"/>
                    <a:pt x="15823" y="19903"/>
                    <a:pt x="15832" y="19775"/>
                  </a:cubicBezTo>
                  <a:cubicBezTo>
                    <a:pt x="15922" y="19798"/>
                    <a:pt x="16115" y="19795"/>
                    <a:pt x="16041" y="19632"/>
                  </a:cubicBezTo>
                  <a:cubicBezTo>
                    <a:pt x="16106" y="19623"/>
                    <a:pt x="16168" y="19588"/>
                    <a:pt x="16210" y="19533"/>
                  </a:cubicBezTo>
                  <a:cubicBezTo>
                    <a:pt x="16138" y="19390"/>
                    <a:pt x="15206" y="18490"/>
                    <a:pt x="15434" y="18346"/>
                  </a:cubicBezTo>
                  <a:cubicBezTo>
                    <a:pt x="15434" y="18538"/>
                    <a:pt x="16064" y="18478"/>
                    <a:pt x="15848" y="18241"/>
                  </a:cubicBezTo>
                  <a:cubicBezTo>
                    <a:pt x="16147" y="18267"/>
                    <a:pt x="16258" y="18137"/>
                    <a:pt x="16617" y="18242"/>
                  </a:cubicBezTo>
                  <a:cubicBezTo>
                    <a:pt x="16734" y="18192"/>
                    <a:pt x="16850" y="18068"/>
                    <a:pt x="16906" y="17901"/>
                  </a:cubicBezTo>
                  <a:cubicBezTo>
                    <a:pt x="16903" y="17828"/>
                    <a:pt x="16902" y="17625"/>
                    <a:pt x="16866" y="17758"/>
                  </a:cubicBezTo>
                  <a:cubicBezTo>
                    <a:pt x="16932" y="17767"/>
                    <a:pt x="16992" y="17749"/>
                    <a:pt x="17046" y="17705"/>
                  </a:cubicBezTo>
                  <a:lnTo>
                    <a:pt x="16983" y="17599"/>
                  </a:lnTo>
                  <a:cubicBezTo>
                    <a:pt x="17041" y="17536"/>
                    <a:pt x="17165" y="17507"/>
                    <a:pt x="17236" y="17493"/>
                  </a:cubicBezTo>
                  <a:cubicBezTo>
                    <a:pt x="17318" y="17587"/>
                    <a:pt x="17416" y="17601"/>
                    <a:pt x="17530" y="17550"/>
                  </a:cubicBezTo>
                  <a:cubicBezTo>
                    <a:pt x="17577" y="17423"/>
                    <a:pt x="17512" y="17280"/>
                    <a:pt x="17384" y="17221"/>
                  </a:cubicBezTo>
                  <a:cubicBezTo>
                    <a:pt x="17687" y="16967"/>
                    <a:pt x="17565" y="16430"/>
                    <a:pt x="17781" y="16125"/>
                  </a:cubicBezTo>
                  <a:cubicBezTo>
                    <a:pt x="17837" y="16046"/>
                    <a:pt x="18329" y="15957"/>
                    <a:pt x="17971" y="15701"/>
                  </a:cubicBezTo>
                  <a:cubicBezTo>
                    <a:pt x="18121" y="15585"/>
                    <a:pt x="18165" y="15400"/>
                    <a:pt x="18293" y="15287"/>
                  </a:cubicBezTo>
                  <a:cubicBezTo>
                    <a:pt x="18372" y="15279"/>
                    <a:pt x="18564" y="15290"/>
                    <a:pt x="18635" y="15243"/>
                  </a:cubicBezTo>
                  <a:cubicBezTo>
                    <a:pt x="18639" y="15249"/>
                    <a:pt x="18650" y="15264"/>
                    <a:pt x="18652" y="15266"/>
                  </a:cubicBezTo>
                  <a:cubicBezTo>
                    <a:pt x="18287" y="15517"/>
                    <a:pt x="19128" y="15507"/>
                    <a:pt x="19226" y="15549"/>
                  </a:cubicBezTo>
                  <a:cubicBezTo>
                    <a:pt x="19228" y="15542"/>
                    <a:pt x="18587" y="15928"/>
                    <a:pt x="18950" y="15928"/>
                  </a:cubicBezTo>
                  <a:cubicBezTo>
                    <a:pt x="19011" y="15928"/>
                    <a:pt x="19283" y="15953"/>
                    <a:pt x="19298" y="16033"/>
                  </a:cubicBezTo>
                  <a:cubicBezTo>
                    <a:pt x="19302" y="16103"/>
                    <a:pt x="19240" y="16207"/>
                    <a:pt x="19205" y="16258"/>
                  </a:cubicBezTo>
                  <a:cubicBezTo>
                    <a:pt x="19386" y="16473"/>
                    <a:pt x="20060" y="16208"/>
                    <a:pt x="20085" y="16168"/>
                  </a:cubicBezTo>
                  <a:cubicBezTo>
                    <a:pt x="20101" y="16142"/>
                    <a:pt x="20747" y="15587"/>
                    <a:pt x="20176" y="15813"/>
                  </a:cubicBezTo>
                  <a:cubicBezTo>
                    <a:pt x="19948" y="15902"/>
                    <a:pt x="19869" y="15644"/>
                    <a:pt x="19761" y="15477"/>
                  </a:cubicBezTo>
                  <a:cubicBezTo>
                    <a:pt x="19950" y="15446"/>
                    <a:pt x="20140" y="15270"/>
                    <a:pt x="20317" y="15219"/>
                  </a:cubicBezTo>
                  <a:cubicBezTo>
                    <a:pt x="20455" y="15239"/>
                    <a:pt x="21096" y="15033"/>
                    <a:pt x="20948" y="14830"/>
                  </a:cubicBezTo>
                  <a:cubicBezTo>
                    <a:pt x="21018" y="14787"/>
                    <a:pt x="21111" y="14689"/>
                    <a:pt x="21196" y="14689"/>
                  </a:cubicBezTo>
                  <a:cubicBezTo>
                    <a:pt x="21540" y="14453"/>
                    <a:pt x="21283" y="14523"/>
                    <a:pt x="21399" y="14198"/>
                  </a:cubicBezTo>
                  <a:cubicBezTo>
                    <a:pt x="21401" y="14194"/>
                    <a:pt x="21392" y="14218"/>
                    <a:pt x="21399" y="14198"/>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a:ln>
                  <a:noFill/>
                </a:ln>
                <a:solidFill>
                  <a:srgbClr val="171717"/>
                </a:solidFill>
                <a:effectLst/>
                <a:uLnTx/>
                <a:uFillTx/>
                <a:latin typeface="Lato Light" panose="020F0502020204030203" pitchFamily="34" charset="0"/>
                <a:ea typeface="+mn-ea"/>
                <a:cs typeface="+mn-cs"/>
              </a:endParaRPr>
            </a:p>
          </p:txBody>
        </p:sp>
        <p:sp>
          <p:nvSpPr>
            <p:cNvPr id="9" name="Shape 2798">
              <a:extLst>
                <a:ext uri="{FF2B5EF4-FFF2-40B4-BE49-F238E27FC236}">
                  <a16:creationId xmlns:a16="http://schemas.microsoft.com/office/drawing/2014/main" id="{FA5D214A-1BE0-7C9E-F3D0-5F8F763CC9CC}"/>
                </a:ext>
              </a:extLst>
            </p:cNvPr>
            <p:cNvSpPr/>
            <p:nvPr/>
          </p:nvSpPr>
          <p:spPr>
            <a:xfrm>
              <a:off x="2892550" y="3647899"/>
              <a:ext cx="1577662" cy="2570817"/>
            </a:xfrm>
            <a:custGeom>
              <a:avLst/>
              <a:gdLst/>
              <a:ahLst/>
              <a:cxnLst>
                <a:cxn ang="0">
                  <a:pos x="wd2" y="hd2"/>
                </a:cxn>
                <a:cxn ang="5400000">
                  <a:pos x="wd2" y="hd2"/>
                </a:cxn>
                <a:cxn ang="10800000">
                  <a:pos x="wd2" y="hd2"/>
                </a:cxn>
                <a:cxn ang="16200000">
                  <a:pos x="wd2" y="hd2"/>
                </a:cxn>
              </a:cxnLst>
              <a:rect l="0" t="0" r="r" b="b"/>
              <a:pathLst>
                <a:path w="21156" h="21346" extrusionOk="0">
                  <a:moveTo>
                    <a:pt x="14907" y="13611"/>
                  </a:moveTo>
                  <a:cubicBezTo>
                    <a:pt x="14908" y="13576"/>
                    <a:pt x="14915" y="13542"/>
                    <a:pt x="14927" y="13508"/>
                  </a:cubicBezTo>
                  <a:cubicBezTo>
                    <a:pt x="14945" y="13527"/>
                    <a:pt x="14935" y="13561"/>
                    <a:pt x="14907" y="13611"/>
                  </a:cubicBezTo>
                  <a:cubicBezTo>
                    <a:pt x="14911" y="13596"/>
                    <a:pt x="14935" y="13561"/>
                    <a:pt x="14907" y="13611"/>
                  </a:cubicBezTo>
                  <a:close/>
                  <a:moveTo>
                    <a:pt x="13846" y="3906"/>
                  </a:moveTo>
                  <a:cubicBezTo>
                    <a:pt x="13745" y="4068"/>
                    <a:pt x="13727" y="4129"/>
                    <a:pt x="13495" y="4231"/>
                  </a:cubicBezTo>
                  <a:cubicBezTo>
                    <a:pt x="13568" y="4090"/>
                    <a:pt x="13714" y="3995"/>
                    <a:pt x="13864" y="3877"/>
                  </a:cubicBezTo>
                  <a:lnTo>
                    <a:pt x="13846" y="3906"/>
                  </a:lnTo>
                  <a:cubicBezTo>
                    <a:pt x="13827" y="3937"/>
                    <a:pt x="13846" y="3906"/>
                    <a:pt x="13846" y="3906"/>
                  </a:cubicBezTo>
                  <a:close/>
                  <a:moveTo>
                    <a:pt x="12475" y="14778"/>
                  </a:moveTo>
                  <a:cubicBezTo>
                    <a:pt x="12516" y="14778"/>
                    <a:pt x="12564" y="14776"/>
                    <a:pt x="12595" y="14795"/>
                  </a:cubicBezTo>
                  <a:cubicBezTo>
                    <a:pt x="12555" y="14785"/>
                    <a:pt x="12514" y="14778"/>
                    <a:pt x="12475" y="14778"/>
                  </a:cubicBezTo>
                  <a:cubicBezTo>
                    <a:pt x="12476" y="14778"/>
                    <a:pt x="12514" y="14778"/>
                    <a:pt x="12475" y="14778"/>
                  </a:cubicBezTo>
                  <a:close/>
                  <a:moveTo>
                    <a:pt x="7113" y="17141"/>
                  </a:moveTo>
                  <a:cubicBezTo>
                    <a:pt x="7109" y="17139"/>
                    <a:pt x="7101" y="17127"/>
                    <a:pt x="7096" y="17118"/>
                  </a:cubicBezTo>
                  <a:cubicBezTo>
                    <a:pt x="7113" y="17112"/>
                    <a:pt x="7129" y="17104"/>
                    <a:pt x="7143" y="17096"/>
                  </a:cubicBezTo>
                  <a:cubicBezTo>
                    <a:pt x="7135" y="17114"/>
                    <a:pt x="7137" y="17132"/>
                    <a:pt x="7149" y="17150"/>
                  </a:cubicBezTo>
                  <a:lnTo>
                    <a:pt x="7113" y="17141"/>
                  </a:lnTo>
                  <a:cubicBezTo>
                    <a:pt x="7109" y="17139"/>
                    <a:pt x="7113" y="17141"/>
                    <a:pt x="7113" y="17141"/>
                  </a:cubicBezTo>
                  <a:close/>
                  <a:moveTo>
                    <a:pt x="4271" y="153"/>
                  </a:moveTo>
                  <a:cubicBezTo>
                    <a:pt x="4271" y="153"/>
                    <a:pt x="4274" y="153"/>
                    <a:pt x="4271" y="153"/>
                  </a:cubicBezTo>
                  <a:cubicBezTo>
                    <a:pt x="4271" y="153"/>
                    <a:pt x="4271" y="153"/>
                    <a:pt x="4271" y="153"/>
                  </a:cubicBezTo>
                  <a:close/>
                  <a:moveTo>
                    <a:pt x="21083" y="5876"/>
                  </a:moveTo>
                  <a:cubicBezTo>
                    <a:pt x="20878" y="5351"/>
                    <a:pt x="20177" y="5444"/>
                    <a:pt x="19555" y="5083"/>
                  </a:cubicBezTo>
                  <a:cubicBezTo>
                    <a:pt x="19066" y="4799"/>
                    <a:pt x="18685" y="4740"/>
                    <a:pt x="18023" y="4717"/>
                  </a:cubicBezTo>
                  <a:cubicBezTo>
                    <a:pt x="17537" y="4700"/>
                    <a:pt x="17283" y="4482"/>
                    <a:pt x="16812" y="4685"/>
                  </a:cubicBezTo>
                  <a:cubicBezTo>
                    <a:pt x="16950" y="4215"/>
                    <a:pt x="15462" y="3995"/>
                    <a:pt x="14945" y="4103"/>
                  </a:cubicBezTo>
                  <a:cubicBezTo>
                    <a:pt x="14955" y="4083"/>
                    <a:pt x="15053" y="3900"/>
                    <a:pt x="15053" y="3900"/>
                  </a:cubicBezTo>
                  <a:cubicBezTo>
                    <a:pt x="14663" y="3887"/>
                    <a:pt x="14273" y="3873"/>
                    <a:pt x="13883" y="3862"/>
                  </a:cubicBezTo>
                  <a:cubicBezTo>
                    <a:pt x="14117" y="3655"/>
                    <a:pt x="14501" y="3533"/>
                    <a:pt x="14274" y="3246"/>
                  </a:cubicBezTo>
                  <a:cubicBezTo>
                    <a:pt x="13791" y="3298"/>
                    <a:pt x="13738" y="2329"/>
                    <a:pt x="13421" y="2513"/>
                  </a:cubicBezTo>
                  <a:cubicBezTo>
                    <a:pt x="13222" y="2341"/>
                    <a:pt x="12877" y="2206"/>
                    <a:pt x="12575" y="2135"/>
                  </a:cubicBezTo>
                  <a:cubicBezTo>
                    <a:pt x="12586" y="2119"/>
                    <a:pt x="12595" y="2102"/>
                    <a:pt x="12600" y="2085"/>
                  </a:cubicBezTo>
                  <a:cubicBezTo>
                    <a:pt x="12472" y="2018"/>
                    <a:pt x="11718" y="1855"/>
                    <a:pt x="11552" y="2009"/>
                  </a:cubicBezTo>
                  <a:cubicBezTo>
                    <a:pt x="11407" y="1950"/>
                    <a:pt x="11152" y="1951"/>
                    <a:pt x="10982" y="1957"/>
                  </a:cubicBezTo>
                  <a:lnTo>
                    <a:pt x="10971" y="1915"/>
                  </a:lnTo>
                  <a:lnTo>
                    <a:pt x="10942" y="1935"/>
                  </a:lnTo>
                  <a:cubicBezTo>
                    <a:pt x="10847" y="1887"/>
                    <a:pt x="10590" y="1730"/>
                    <a:pt x="10461" y="1730"/>
                  </a:cubicBezTo>
                  <a:cubicBezTo>
                    <a:pt x="10603" y="1730"/>
                    <a:pt x="10202" y="1408"/>
                    <a:pt x="10132" y="1370"/>
                  </a:cubicBezTo>
                  <a:cubicBezTo>
                    <a:pt x="10175" y="1376"/>
                    <a:pt x="10205" y="1380"/>
                    <a:pt x="10205" y="1380"/>
                  </a:cubicBezTo>
                  <a:cubicBezTo>
                    <a:pt x="9946" y="1224"/>
                    <a:pt x="9692" y="1045"/>
                    <a:pt x="9292" y="1115"/>
                  </a:cubicBezTo>
                  <a:cubicBezTo>
                    <a:pt x="9308" y="1100"/>
                    <a:pt x="9312" y="1069"/>
                    <a:pt x="9318" y="1047"/>
                  </a:cubicBezTo>
                  <a:cubicBezTo>
                    <a:pt x="9756" y="901"/>
                    <a:pt x="8958" y="655"/>
                    <a:pt x="8719" y="691"/>
                  </a:cubicBezTo>
                  <a:cubicBezTo>
                    <a:pt x="8697" y="649"/>
                    <a:pt x="8672" y="637"/>
                    <a:pt x="8622" y="605"/>
                  </a:cubicBezTo>
                  <a:cubicBezTo>
                    <a:pt x="8595" y="615"/>
                    <a:pt x="8857" y="603"/>
                    <a:pt x="8946" y="583"/>
                  </a:cubicBezTo>
                  <a:lnTo>
                    <a:pt x="8946" y="424"/>
                  </a:lnTo>
                  <a:cubicBezTo>
                    <a:pt x="8584" y="419"/>
                    <a:pt x="8041" y="370"/>
                    <a:pt x="7753" y="527"/>
                  </a:cubicBezTo>
                  <a:cubicBezTo>
                    <a:pt x="7325" y="761"/>
                    <a:pt x="7238" y="462"/>
                    <a:pt x="6865" y="462"/>
                  </a:cubicBezTo>
                  <a:cubicBezTo>
                    <a:pt x="6651" y="462"/>
                    <a:pt x="6162" y="582"/>
                    <a:pt x="6100" y="423"/>
                  </a:cubicBezTo>
                  <a:cubicBezTo>
                    <a:pt x="6035" y="257"/>
                    <a:pt x="5794" y="173"/>
                    <a:pt x="5530" y="201"/>
                  </a:cubicBezTo>
                  <a:cubicBezTo>
                    <a:pt x="5798" y="201"/>
                    <a:pt x="4516" y="-254"/>
                    <a:pt x="5126" y="246"/>
                  </a:cubicBezTo>
                  <a:cubicBezTo>
                    <a:pt x="4964" y="310"/>
                    <a:pt x="4729" y="281"/>
                    <a:pt x="4573" y="365"/>
                  </a:cubicBezTo>
                  <a:cubicBezTo>
                    <a:pt x="4569" y="357"/>
                    <a:pt x="4565" y="351"/>
                    <a:pt x="4561" y="344"/>
                  </a:cubicBezTo>
                  <a:cubicBezTo>
                    <a:pt x="4686" y="310"/>
                    <a:pt x="4802" y="265"/>
                    <a:pt x="4906" y="212"/>
                  </a:cubicBezTo>
                  <a:cubicBezTo>
                    <a:pt x="4915" y="-229"/>
                    <a:pt x="4397" y="153"/>
                    <a:pt x="4270" y="153"/>
                  </a:cubicBezTo>
                  <a:cubicBezTo>
                    <a:pt x="4167" y="164"/>
                    <a:pt x="3359" y="353"/>
                    <a:pt x="3319" y="417"/>
                  </a:cubicBezTo>
                  <a:lnTo>
                    <a:pt x="3145" y="383"/>
                  </a:lnTo>
                  <a:cubicBezTo>
                    <a:pt x="2836" y="502"/>
                    <a:pt x="2710" y="657"/>
                    <a:pt x="2597" y="861"/>
                  </a:cubicBezTo>
                  <a:lnTo>
                    <a:pt x="2632" y="881"/>
                  </a:lnTo>
                  <a:lnTo>
                    <a:pt x="2609" y="891"/>
                  </a:lnTo>
                  <a:cubicBezTo>
                    <a:pt x="2609" y="891"/>
                    <a:pt x="2630" y="919"/>
                    <a:pt x="2631" y="920"/>
                  </a:cubicBezTo>
                  <a:cubicBezTo>
                    <a:pt x="2441" y="925"/>
                    <a:pt x="2439" y="994"/>
                    <a:pt x="2367" y="1082"/>
                  </a:cubicBezTo>
                  <a:cubicBezTo>
                    <a:pt x="2327" y="1132"/>
                    <a:pt x="2134" y="1188"/>
                    <a:pt x="2046" y="1216"/>
                  </a:cubicBezTo>
                  <a:cubicBezTo>
                    <a:pt x="2006" y="1191"/>
                    <a:pt x="1971" y="1160"/>
                    <a:pt x="1938" y="1132"/>
                  </a:cubicBezTo>
                  <a:lnTo>
                    <a:pt x="1757" y="1278"/>
                  </a:lnTo>
                  <a:lnTo>
                    <a:pt x="1868" y="1415"/>
                  </a:lnTo>
                  <a:lnTo>
                    <a:pt x="1840" y="1419"/>
                  </a:lnTo>
                  <a:lnTo>
                    <a:pt x="1824" y="1473"/>
                  </a:lnTo>
                  <a:lnTo>
                    <a:pt x="1805" y="1460"/>
                  </a:lnTo>
                  <a:cubicBezTo>
                    <a:pt x="1758" y="1481"/>
                    <a:pt x="1709" y="1500"/>
                    <a:pt x="1658" y="1517"/>
                  </a:cubicBezTo>
                  <a:cubicBezTo>
                    <a:pt x="1549" y="1674"/>
                    <a:pt x="1707" y="1979"/>
                    <a:pt x="1798" y="2121"/>
                  </a:cubicBezTo>
                  <a:lnTo>
                    <a:pt x="1623" y="2198"/>
                  </a:lnTo>
                  <a:cubicBezTo>
                    <a:pt x="1623" y="2198"/>
                    <a:pt x="1757" y="2274"/>
                    <a:pt x="1768" y="2279"/>
                  </a:cubicBezTo>
                  <a:cubicBezTo>
                    <a:pt x="1773" y="2424"/>
                    <a:pt x="1650" y="2661"/>
                    <a:pt x="1803" y="2773"/>
                  </a:cubicBezTo>
                  <a:cubicBezTo>
                    <a:pt x="1723" y="2851"/>
                    <a:pt x="1540" y="2983"/>
                    <a:pt x="1532" y="3078"/>
                  </a:cubicBezTo>
                  <a:cubicBezTo>
                    <a:pt x="1139" y="3076"/>
                    <a:pt x="1182" y="3360"/>
                    <a:pt x="947" y="3451"/>
                  </a:cubicBezTo>
                  <a:cubicBezTo>
                    <a:pt x="945" y="3436"/>
                    <a:pt x="951" y="3434"/>
                    <a:pt x="966" y="3447"/>
                  </a:cubicBezTo>
                  <a:cubicBezTo>
                    <a:pt x="608" y="3513"/>
                    <a:pt x="413" y="3554"/>
                    <a:pt x="434" y="3830"/>
                  </a:cubicBezTo>
                  <a:cubicBezTo>
                    <a:pt x="410" y="3843"/>
                    <a:pt x="192" y="4024"/>
                    <a:pt x="245" y="4024"/>
                  </a:cubicBezTo>
                  <a:lnTo>
                    <a:pt x="236" y="4024"/>
                  </a:lnTo>
                  <a:cubicBezTo>
                    <a:pt x="54" y="4141"/>
                    <a:pt x="48" y="4311"/>
                    <a:pt x="120" y="4482"/>
                  </a:cubicBezTo>
                  <a:cubicBezTo>
                    <a:pt x="-250" y="4580"/>
                    <a:pt x="355" y="4716"/>
                    <a:pt x="355" y="4730"/>
                  </a:cubicBezTo>
                  <a:cubicBezTo>
                    <a:pt x="361" y="4790"/>
                    <a:pt x="347" y="4826"/>
                    <a:pt x="446" y="4867"/>
                  </a:cubicBezTo>
                  <a:cubicBezTo>
                    <a:pt x="418" y="4880"/>
                    <a:pt x="385" y="4889"/>
                    <a:pt x="354" y="4898"/>
                  </a:cubicBezTo>
                  <a:lnTo>
                    <a:pt x="401" y="5044"/>
                  </a:lnTo>
                  <a:cubicBezTo>
                    <a:pt x="360" y="5065"/>
                    <a:pt x="295" y="5073"/>
                    <a:pt x="243" y="5074"/>
                  </a:cubicBezTo>
                  <a:cubicBezTo>
                    <a:pt x="-96" y="5327"/>
                    <a:pt x="100" y="5478"/>
                    <a:pt x="253" y="5724"/>
                  </a:cubicBezTo>
                  <a:cubicBezTo>
                    <a:pt x="-131" y="5758"/>
                    <a:pt x="906" y="6336"/>
                    <a:pt x="977" y="6405"/>
                  </a:cubicBezTo>
                  <a:cubicBezTo>
                    <a:pt x="1473" y="6884"/>
                    <a:pt x="1943" y="7410"/>
                    <a:pt x="2366" y="7917"/>
                  </a:cubicBezTo>
                  <a:cubicBezTo>
                    <a:pt x="2792" y="8429"/>
                    <a:pt x="2834" y="8747"/>
                    <a:pt x="3754" y="9047"/>
                  </a:cubicBezTo>
                  <a:cubicBezTo>
                    <a:pt x="4138" y="9172"/>
                    <a:pt x="4518" y="9326"/>
                    <a:pt x="4908" y="9441"/>
                  </a:cubicBezTo>
                  <a:cubicBezTo>
                    <a:pt x="5168" y="9517"/>
                    <a:pt x="5201" y="9759"/>
                    <a:pt x="5520" y="9800"/>
                  </a:cubicBezTo>
                  <a:cubicBezTo>
                    <a:pt x="5673" y="10251"/>
                    <a:pt x="5783" y="10655"/>
                    <a:pt x="5791" y="11117"/>
                  </a:cubicBezTo>
                  <a:cubicBezTo>
                    <a:pt x="5711" y="11122"/>
                    <a:pt x="5913" y="12338"/>
                    <a:pt x="5907" y="12464"/>
                  </a:cubicBezTo>
                  <a:cubicBezTo>
                    <a:pt x="5882" y="13059"/>
                    <a:pt x="5883" y="13548"/>
                    <a:pt x="6193" y="14121"/>
                  </a:cubicBezTo>
                  <a:lnTo>
                    <a:pt x="6225" y="14132"/>
                  </a:lnTo>
                  <a:cubicBezTo>
                    <a:pt x="6430" y="14543"/>
                    <a:pt x="6291" y="15161"/>
                    <a:pt x="6165" y="15567"/>
                  </a:cubicBezTo>
                  <a:lnTo>
                    <a:pt x="5959" y="15469"/>
                  </a:lnTo>
                  <a:cubicBezTo>
                    <a:pt x="6052" y="15704"/>
                    <a:pt x="6153" y="16040"/>
                    <a:pt x="6421" y="16224"/>
                  </a:cubicBezTo>
                  <a:cubicBezTo>
                    <a:pt x="6507" y="16420"/>
                    <a:pt x="6366" y="16837"/>
                    <a:pt x="6657" y="17019"/>
                  </a:cubicBezTo>
                  <a:lnTo>
                    <a:pt x="6608" y="17029"/>
                  </a:lnTo>
                  <a:cubicBezTo>
                    <a:pt x="6637" y="17135"/>
                    <a:pt x="6673" y="17242"/>
                    <a:pt x="6698" y="17348"/>
                  </a:cubicBezTo>
                  <a:cubicBezTo>
                    <a:pt x="6724" y="17460"/>
                    <a:pt x="6961" y="17753"/>
                    <a:pt x="7204" y="17552"/>
                  </a:cubicBezTo>
                  <a:cubicBezTo>
                    <a:pt x="7368" y="17415"/>
                    <a:pt x="7130" y="17379"/>
                    <a:pt x="7104" y="17271"/>
                  </a:cubicBezTo>
                  <a:cubicBezTo>
                    <a:pt x="7153" y="17247"/>
                    <a:pt x="7205" y="17224"/>
                    <a:pt x="7258" y="17204"/>
                  </a:cubicBezTo>
                  <a:cubicBezTo>
                    <a:pt x="7266" y="17207"/>
                    <a:pt x="7274" y="17209"/>
                    <a:pt x="7283" y="17212"/>
                  </a:cubicBezTo>
                  <a:cubicBezTo>
                    <a:pt x="7428" y="17330"/>
                    <a:pt x="7359" y="17669"/>
                    <a:pt x="7457" y="17825"/>
                  </a:cubicBezTo>
                  <a:cubicBezTo>
                    <a:pt x="7064" y="17733"/>
                    <a:pt x="6781" y="17992"/>
                    <a:pt x="7244" y="18037"/>
                  </a:cubicBezTo>
                  <a:cubicBezTo>
                    <a:pt x="7249" y="18089"/>
                    <a:pt x="7372" y="18164"/>
                    <a:pt x="7414" y="18219"/>
                  </a:cubicBezTo>
                  <a:cubicBezTo>
                    <a:pt x="7100" y="18171"/>
                    <a:pt x="6990" y="18391"/>
                    <a:pt x="6948" y="18541"/>
                  </a:cubicBezTo>
                  <a:cubicBezTo>
                    <a:pt x="6858" y="18867"/>
                    <a:pt x="7590" y="18545"/>
                    <a:pt x="7695" y="18694"/>
                  </a:cubicBezTo>
                  <a:cubicBezTo>
                    <a:pt x="7722" y="18862"/>
                    <a:pt x="7638" y="18904"/>
                    <a:pt x="7476" y="18960"/>
                  </a:cubicBezTo>
                  <a:cubicBezTo>
                    <a:pt x="7193" y="19058"/>
                    <a:pt x="7547" y="19380"/>
                    <a:pt x="7676" y="19483"/>
                  </a:cubicBezTo>
                  <a:cubicBezTo>
                    <a:pt x="7806" y="19585"/>
                    <a:pt x="8719" y="19925"/>
                    <a:pt x="8709" y="20034"/>
                  </a:cubicBezTo>
                  <a:cubicBezTo>
                    <a:pt x="8675" y="20055"/>
                    <a:pt x="8539" y="20057"/>
                    <a:pt x="8495" y="20060"/>
                  </a:cubicBezTo>
                  <a:cubicBezTo>
                    <a:pt x="8668" y="20215"/>
                    <a:pt x="8970" y="20245"/>
                    <a:pt x="9155" y="20402"/>
                  </a:cubicBezTo>
                  <a:cubicBezTo>
                    <a:pt x="9472" y="20673"/>
                    <a:pt x="9686" y="20866"/>
                    <a:pt x="10256" y="20922"/>
                  </a:cubicBezTo>
                  <a:cubicBezTo>
                    <a:pt x="10224" y="21093"/>
                    <a:pt x="10989" y="21099"/>
                    <a:pt x="11173" y="21106"/>
                  </a:cubicBezTo>
                  <a:cubicBezTo>
                    <a:pt x="11320" y="21272"/>
                    <a:pt x="11860" y="21266"/>
                    <a:pt x="12121" y="21346"/>
                  </a:cubicBezTo>
                  <a:cubicBezTo>
                    <a:pt x="12171" y="21325"/>
                    <a:pt x="12226" y="21311"/>
                    <a:pt x="12286" y="21303"/>
                  </a:cubicBezTo>
                  <a:cubicBezTo>
                    <a:pt x="12279" y="21275"/>
                    <a:pt x="12265" y="21249"/>
                    <a:pt x="12243" y="21224"/>
                  </a:cubicBezTo>
                  <a:cubicBezTo>
                    <a:pt x="12367" y="21226"/>
                    <a:pt x="12609" y="21245"/>
                    <a:pt x="12688" y="21175"/>
                  </a:cubicBezTo>
                  <a:cubicBezTo>
                    <a:pt x="13408" y="21075"/>
                    <a:pt x="12856" y="20944"/>
                    <a:pt x="12432" y="20879"/>
                  </a:cubicBezTo>
                  <a:cubicBezTo>
                    <a:pt x="12038" y="20820"/>
                    <a:pt x="11669" y="20556"/>
                    <a:pt x="11367" y="20396"/>
                  </a:cubicBezTo>
                  <a:lnTo>
                    <a:pt x="11371" y="20394"/>
                  </a:lnTo>
                  <a:cubicBezTo>
                    <a:pt x="11287" y="20307"/>
                    <a:pt x="11160" y="20275"/>
                    <a:pt x="11013" y="20336"/>
                  </a:cubicBezTo>
                  <a:cubicBezTo>
                    <a:pt x="10986" y="20329"/>
                    <a:pt x="10938" y="20310"/>
                    <a:pt x="10929" y="20303"/>
                  </a:cubicBezTo>
                  <a:cubicBezTo>
                    <a:pt x="10926" y="20288"/>
                    <a:pt x="10923" y="20273"/>
                    <a:pt x="10922" y="20258"/>
                  </a:cubicBezTo>
                  <a:lnTo>
                    <a:pt x="11154" y="20296"/>
                  </a:lnTo>
                  <a:lnTo>
                    <a:pt x="11240" y="20191"/>
                  </a:lnTo>
                  <a:cubicBezTo>
                    <a:pt x="10960" y="20056"/>
                    <a:pt x="10729" y="19885"/>
                    <a:pt x="10600" y="19679"/>
                  </a:cubicBezTo>
                  <a:cubicBezTo>
                    <a:pt x="11043" y="19491"/>
                    <a:pt x="10850" y="19267"/>
                    <a:pt x="11190" y="19008"/>
                  </a:cubicBezTo>
                  <a:cubicBezTo>
                    <a:pt x="11610" y="18689"/>
                    <a:pt x="10881" y="18589"/>
                    <a:pt x="10564" y="18488"/>
                  </a:cubicBezTo>
                  <a:cubicBezTo>
                    <a:pt x="9933" y="18287"/>
                    <a:pt x="10482" y="18110"/>
                    <a:pt x="10762" y="17956"/>
                  </a:cubicBezTo>
                  <a:cubicBezTo>
                    <a:pt x="11082" y="17780"/>
                    <a:pt x="10532" y="17572"/>
                    <a:pt x="10925" y="17461"/>
                  </a:cubicBezTo>
                  <a:cubicBezTo>
                    <a:pt x="11053" y="17363"/>
                    <a:pt x="11542" y="17241"/>
                    <a:pt x="11132" y="17081"/>
                  </a:cubicBezTo>
                  <a:cubicBezTo>
                    <a:pt x="10719" y="16920"/>
                    <a:pt x="10542" y="17195"/>
                    <a:pt x="10370" y="16756"/>
                  </a:cubicBezTo>
                  <a:cubicBezTo>
                    <a:pt x="10280" y="16736"/>
                    <a:pt x="10698" y="16839"/>
                    <a:pt x="10701" y="16840"/>
                  </a:cubicBezTo>
                  <a:cubicBezTo>
                    <a:pt x="10852" y="16881"/>
                    <a:pt x="11044" y="16917"/>
                    <a:pt x="11208" y="16879"/>
                  </a:cubicBezTo>
                  <a:cubicBezTo>
                    <a:pt x="11677" y="16774"/>
                    <a:pt x="11296" y="16620"/>
                    <a:pt x="11327" y="16476"/>
                  </a:cubicBezTo>
                  <a:lnTo>
                    <a:pt x="11391" y="16465"/>
                  </a:lnTo>
                  <a:cubicBezTo>
                    <a:pt x="11399" y="16341"/>
                    <a:pt x="11312" y="16265"/>
                    <a:pt x="11208" y="16169"/>
                  </a:cubicBezTo>
                  <a:cubicBezTo>
                    <a:pt x="11664" y="16259"/>
                    <a:pt x="12455" y="16159"/>
                    <a:pt x="12835" y="15994"/>
                  </a:cubicBezTo>
                  <a:cubicBezTo>
                    <a:pt x="13028" y="15910"/>
                    <a:pt x="13154" y="15698"/>
                    <a:pt x="13228" y="15565"/>
                  </a:cubicBezTo>
                  <a:cubicBezTo>
                    <a:pt x="13402" y="15253"/>
                    <a:pt x="12911" y="15333"/>
                    <a:pt x="12834" y="15144"/>
                  </a:cubicBezTo>
                  <a:cubicBezTo>
                    <a:pt x="12802" y="15022"/>
                    <a:pt x="12963" y="14987"/>
                    <a:pt x="12778" y="14873"/>
                  </a:cubicBezTo>
                  <a:cubicBezTo>
                    <a:pt x="13254" y="14989"/>
                    <a:pt x="14069" y="14954"/>
                    <a:pt x="14075" y="14543"/>
                  </a:cubicBezTo>
                  <a:cubicBezTo>
                    <a:pt x="14715" y="14565"/>
                    <a:pt x="14622" y="13934"/>
                    <a:pt x="14861" y="13689"/>
                  </a:cubicBezTo>
                  <a:cubicBezTo>
                    <a:pt x="14826" y="13753"/>
                    <a:pt x="14779" y="13815"/>
                    <a:pt x="14699" y="13862"/>
                  </a:cubicBezTo>
                  <a:lnTo>
                    <a:pt x="14810" y="13932"/>
                  </a:lnTo>
                  <a:lnTo>
                    <a:pt x="14823" y="13925"/>
                  </a:lnTo>
                  <a:lnTo>
                    <a:pt x="14866" y="13945"/>
                  </a:lnTo>
                  <a:cubicBezTo>
                    <a:pt x="15391" y="13663"/>
                    <a:pt x="15253" y="13268"/>
                    <a:pt x="15713" y="12979"/>
                  </a:cubicBezTo>
                  <a:cubicBezTo>
                    <a:pt x="16218" y="12660"/>
                    <a:pt x="15525" y="12151"/>
                    <a:pt x="15954" y="11777"/>
                  </a:cubicBezTo>
                  <a:cubicBezTo>
                    <a:pt x="16313" y="11463"/>
                    <a:pt x="17360" y="11121"/>
                    <a:pt x="17972" y="11165"/>
                  </a:cubicBezTo>
                  <a:cubicBezTo>
                    <a:pt x="18474" y="11201"/>
                    <a:pt x="18489" y="10927"/>
                    <a:pt x="18940" y="10851"/>
                  </a:cubicBezTo>
                  <a:cubicBezTo>
                    <a:pt x="18679" y="10613"/>
                    <a:pt x="19041" y="10505"/>
                    <a:pt x="19136" y="10300"/>
                  </a:cubicBezTo>
                  <a:cubicBezTo>
                    <a:pt x="19263" y="10026"/>
                    <a:pt x="19440" y="9737"/>
                    <a:pt x="19532" y="9473"/>
                  </a:cubicBezTo>
                  <a:cubicBezTo>
                    <a:pt x="19677" y="9053"/>
                    <a:pt x="19187" y="8394"/>
                    <a:pt x="19505" y="8013"/>
                  </a:cubicBezTo>
                  <a:cubicBezTo>
                    <a:pt x="20005" y="8053"/>
                    <a:pt x="20030" y="7526"/>
                    <a:pt x="20245" y="7340"/>
                  </a:cubicBezTo>
                  <a:cubicBezTo>
                    <a:pt x="20849" y="6817"/>
                    <a:pt x="21350" y="6573"/>
                    <a:pt x="21083" y="5876"/>
                  </a:cubicBezTo>
                  <a:cubicBezTo>
                    <a:pt x="21071" y="5847"/>
                    <a:pt x="21253" y="6319"/>
                    <a:pt x="21083" y="5876"/>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a:ln>
                  <a:noFill/>
                </a:ln>
                <a:solidFill>
                  <a:srgbClr val="171717"/>
                </a:solidFill>
                <a:effectLst/>
                <a:uLnTx/>
                <a:uFillTx/>
                <a:latin typeface="Lato Light" panose="020F0502020204030203" pitchFamily="34" charset="0"/>
                <a:ea typeface="+mn-ea"/>
                <a:cs typeface="+mn-cs"/>
              </a:endParaRPr>
            </a:p>
          </p:txBody>
        </p:sp>
        <p:sp>
          <p:nvSpPr>
            <p:cNvPr id="10" name="Shape 2799">
              <a:extLst>
                <a:ext uri="{FF2B5EF4-FFF2-40B4-BE49-F238E27FC236}">
                  <a16:creationId xmlns:a16="http://schemas.microsoft.com/office/drawing/2014/main" id="{6E65B69C-F486-ECE4-E1CE-1A55B7DD95EF}"/>
                </a:ext>
              </a:extLst>
            </p:cNvPr>
            <p:cNvSpPr/>
            <p:nvPr/>
          </p:nvSpPr>
          <p:spPr>
            <a:xfrm>
              <a:off x="1015115" y="1184277"/>
              <a:ext cx="4483417" cy="2666367"/>
            </a:xfrm>
            <a:custGeom>
              <a:avLst/>
              <a:gdLst/>
              <a:ahLst/>
              <a:cxnLst>
                <a:cxn ang="0">
                  <a:pos x="wd2" y="hd2"/>
                </a:cxn>
                <a:cxn ang="5400000">
                  <a:pos x="wd2" y="hd2"/>
                </a:cxn>
                <a:cxn ang="10800000">
                  <a:pos x="wd2" y="hd2"/>
                </a:cxn>
                <a:cxn ang="16200000">
                  <a:pos x="wd2" y="hd2"/>
                </a:cxn>
              </a:cxnLst>
              <a:rect l="0" t="0" r="r" b="b"/>
              <a:pathLst>
                <a:path w="21446" h="21465" extrusionOk="0">
                  <a:moveTo>
                    <a:pt x="13469" y="3580"/>
                  </a:moveTo>
                  <a:cubicBezTo>
                    <a:pt x="13690" y="3383"/>
                    <a:pt x="13241" y="3198"/>
                    <a:pt x="13219" y="3654"/>
                  </a:cubicBezTo>
                  <a:cubicBezTo>
                    <a:pt x="13301" y="3647"/>
                    <a:pt x="13395" y="3646"/>
                    <a:pt x="13469" y="3580"/>
                  </a:cubicBezTo>
                  <a:cubicBezTo>
                    <a:pt x="13488" y="3563"/>
                    <a:pt x="13429" y="3616"/>
                    <a:pt x="13469" y="3580"/>
                  </a:cubicBezTo>
                  <a:close/>
                  <a:moveTo>
                    <a:pt x="11812" y="960"/>
                  </a:moveTo>
                  <a:cubicBezTo>
                    <a:pt x="11873" y="975"/>
                    <a:pt x="12398" y="1247"/>
                    <a:pt x="12369" y="928"/>
                  </a:cubicBezTo>
                  <a:cubicBezTo>
                    <a:pt x="12352" y="748"/>
                    <a:pt x="11916" y="805"/>
                    <a:pt x="11875" y="809"/>
                  </a:cubicBezTo>
                  <a:cubicBezTo>
                    <a:pt x="11884" y="836"/>
                    <a:pt x="11971" y="855"/>
                    <a:pt x="11950" y="900"/>
                  </a:cubicBezTo>
                  <a:cubicBezTo>
                    <a:pt x="11906" y="934"/>
                    <a:pt x="11860" y="954"/>
                    <a:pt x="11812" y="960"/>
                  </a:cubicBezTo>
                  <a:cubicBezTo>
                    <a:pt x="11855" y="970"/>
                    <a:pt x="11846" y="935"/>
                    <a:pt x="11812" y="960"/>
                  </a:cubicBezTo>
                  <a:close/>
                  <a:moveTo>
                    <a:pt x="11540" y="1517"/>
                  </a:moveTo>
                  <a:cubicBezTo>
                    <a:pt x="11523" y="1533"/>
                    <a:pt x="11515" y="1556"/>
                    <a:pt x="11513" y="1586"/>
                  </a:cubicBezTo>
                  <a:cubicBezTo>
                    <a:pt x="11538" y="1636"/>
                    <a:pt x="11761" y="1589"/>
                    <a:pt x="11799" y="1596"/>
                  </a:cubicBezTo>
                  <a:cubicBezTo>
                    <a:pt x="11765" y="1635"/>
                    <a:pt x="11679" y="1642"/>
                    <a:pt x="11690" y="1736"/>
                  </a:cubicBezTo>
                  <a:cubicBezTo>
                    <a:pt x="11831" y="1761"/>
                    <a:pt x="11923" y="1736"/>
                    <a:pt x="12042" y="1625"/>
                  </a:cubicBezTo>
                  <a:cubicBezTo>
                    <a:pt x="12061" y="1607"/>
                    <a:pt x="12223" y="1391"/>
                    <a:pt x="12222" y="1391"/>
                  </a:cubicBezTo>
                  <a:cubicBezTo>
                    <a:pt x="12126" y="1354"/>
                    <a:pt x="11952" y="1272"/>
                    <a:pt x="11858" y="1369"/>
                  </a:cubicBezTo>
                  <a:cubicBezTo>
                    <a:pt x="11884" y="1388"/>
                    <a:pt x="11887" y="1414"/>
                    <a:pt x="11867" y="1446"/>
                  </a:cubicBezTo>
                  <a:cubicBezTo>
                    <a:pt x="11799" y="1500"/>
                    <a:pt x="11752" y="1289"/>
                    <a:pt x="11704" y="1540"/>
                  </a:cubicBezTo>
                  <a:cubicBezTo>
                    <a:pt x="11678" y="1531"/>
                    <a:pt x="11511" y="1089"/>
                    <a:pt x="11476" y="1479"/>
                  </a:cubicBezTo>
                  <a:cubicBezTo>
                    <a:pt x="11501" y="1477"/>
                    <a:pt x="11546" y="1464"/>
                    <a:pt x="11540" y="1517"/>
                  </a:cubicBezTo>
                  <a:cubicBezTo>
                    <a:pt x="11536" y="1546"/>
                    <a:pt x="11546" y="1464"/>
                    <a:pt x="11540" y="1517"/>
                  </a:cubicBezTo>
                  <a:close/>
                  <a:moveTo>
                    <a:pt x="12343" y="1561"/>
                  </a:moveTo>
                  <a:cubicBezTo>
                    <a:pt x="12265" y="1570"/>
                    <a:pt x="12133" y="1594"/>
                    <a:pt x="12080" y="1710"/>
                  </a:cubicBezTo>
                  <a:cubicBezTo>
                    <a:pt x="12161" y="1774"/>
                    <a:pt x="12265" y="1833"/>
                    <a:pt x="12355" y="1780"/>
                  </a:cubicBezTo>
                  <a:cubicBezTo>
                    <a:pt x="12461" y="1718"/>
                    <a:pt x="12469" y="1547"/>
                    <a:pt x="12343" y="1561"/>
                  </a:cubicBezTo>
                  <a:cubicBezTo>
                    <a:pt x="12307" y="1565"/>
                    <a:pt x="12374" y="1558"/>
                    <a:pt x="12343" y="1561"/>
                  </a:cubicBezTo>
                  <a:close/>
                  <a:moveTo>
                    <a:pt x="12410" y="1343"/>
                  </a:moveTo>
                  <a:cubicBezTo>
                    <a:pt x="12467" y="1514"/>
                    <a:pt x="12652" y="1308"/>
                    <a:pt x="12689" y="1408"/>
                  </a:cubicBezTo>
                  <a:cubicBezTo>
                    <a:pt x="12756" y="1588"/>
                    <a:pt x="12564" y="1588"/>
                    <a:pt x="12560" y="1740"/>
                  </a:cubicBezTo>
                  <a:cubicBezTo>
                    <a:pt x="12559" y="1806"/>
                    <a:pt x="12970" y="1815"/>
                    <a:pt x="12882" y="1823"/>
                  </a:cubicBezTo>
                  <a:cubicBezTo>
                    <a:pt x="13030" y="1809"/>
                    <a:pt x="13368" y="1722"/>
                    <a:pt x="13506" y="1791"/>
                  </a:cubicBezTo>
                  <a:cubicBezTo>
                    <a:pt x="13589" y="1831"/>
                    <a:pt x="13984" y="1801"/>
                    <a:pt x="13919" y="1685"/>
                  </a:cubicBezTo>
                  <a:cubicBezTo>
                    <a:pt x="13920" y="1684"/>
                    <a:pt x="14003" y="1641"/>
                    <a:pt x="13980" y="1596"/>
                  </a:cubicBezTo>
                  <a:cubicBezTo>
                    <a:pt x="13771" y="1178"/>
                    <a:pt x="13157" y="1950"/>
                    <a:pt x="12958" y="1442"/>
                  </a:cubicBezTo>
                  <a:cubicBezTo>
                    <a:pt x="12992" y="1431"/>
                    <a:pt x="13058" y="1449"/>
                    <a:pt x="13081" y="1404"/>
                  </a:cubicBezTo>
                  <a:cubicBezTo>
                    <a:pt x="12885" y="1396"/>
                    <a:pt x="12527" y="1042"/>
                    <a:pt x="12348" y="1306"/>
                  </a:cubicBezTo>
                  <a:cubicBezTo>
                    <a:pt x="12378" y="1305"/>
                    <a:pt x="12395" y="1296"/>
                    <a:pt x="12410" y="1343"/>
                  </a:cubicBezTo>
                  <a:cubicBezTo>
                    <a:pt x="12442" y="1437"/>
                    <a:pt x="12395" y="1296"/>
                    <a:pt x="12410" y="1343"/>
                  </a:cubicBezTo>
                  <a:close/>
                  <a:moveTo>
                    <a:pt x="12979" y="817"/>
                  </a:moveTo>
                  <a:cubicBezTo>
                    <a:pt x="13039" y="880"/>
                    <a:pt x="13140" y="853"/>
                    <a:pt x="13207" y="852"/>
                  </a:cubicBezTo>
                  <a:cubicBezTo>
                    <a:pt x="13084" y="883"/>
                    <a:pt x="12938" y="1062"/>
                    <a:pt x="13163" y="1076"/>
                  </a:cubicBezTo>
                  <a:cubicBezTo>
                    <a:pt x="13377" y="1089"/>
                    <a:pt x="13572" y="1002"/>
                    <a:pt x="13782" y="958"/>
                  </a:cubicBezTo>
                  <a:cubicBezTo>
                    <a:pt x="13737" y="967"/>
                    <a:pt x="13584" y="986"/>
                    <a:pt x="13559" y="1099"/>
                  </a:cubicBezTo>
                  <a:cubicBezTo>
                    <a:pt x="13580" y="1003"/>
                    <a:pt x="13857" y="1306"/>
                    <a:pt x="13649" y="1256"/>
                  </a:cubicBezTo>
                  <a:cubicBezTo>
                    <a:pt x="13603" y="1244"/>
                    <a:pt x="13628" y="1137"/>
                    <a:pt x="13533" y="1140"/>
                  </a:cubicBezTo>
                  <a:cubicBezTo>
                    <a:pt x="13468" y="1141"/>
                    <a:pt x="13398" y="1300"/>
                    <a:pt x="13427" y="1300"/>
                  </a:cubicBezTo>
                  <a:cubicBezTo>
                    <a:pt x="13372" y="1300"/>
                    <a:pt x="13151" y="1319"/>
                    <a:pt x="13130" y="1438"/>
                  </a:cubicBezTo>
                  <a:cubicBezTo>
                    <a:pt x="13122" y="1478"/>
                    <a:pt x="13969" y="1488"/>
                    <a:pt x="13968" y="1499"/>
                  </a:cubicBezTo>
                  <a:cubicBezTo>
                    <a:pt x="13938" y="1648"/>
                    <a:pt x="14311" y="1463"/>
                    <a:pt x="14398" y="1368"/>
                  </a:cubicBezTo>
                  <a:cubicBezTo>
                    <a:pt x="14357" y="1353"/>
                    <a:pt x="14292" y="1384"/>
                    <a:pt x="14260" y="1341"/>
                  </a:cubicBezTo>
                  <a:cubicBezTo>
                    <a:pt x="14328" y="1202"/>
                    <a:pt x="14429" y="1318"/>
                    <a:pt x="14487" y="1150"/>
                  </a:cubicBezTo>
                  <a:cubicBezTo>
                    <a:pt x="14506" y="1095"/>
                    <a:pt x="14889" y="1042"/>
                    <a:pt x="14959" y="976"/>
                  </a:cubicBezTo>
                  <a:cubicBezTo>
                    <a:pt x="14946" y="967"/>
                    <a:pt x="14932" y="942"/>
                    <a:pt x="14913" y="938"/>
                  </a:cubicBezTo>
                  <a:cubicBezTo>
                    <a:pt x="15062" y="776"/>
                    <a:pt x="15306" y="784"/>
                    <a:pt x="15473" y="712"/>
                  </a:cubicBezTo>
                  <a:cubicBezTo>
                    <a:pt x="15689" y="619"/>
                    <a:pt x="15909" y="518"/>
                    <a:pt x="16130" y="463"/>
                  </a:cubicBezTo>
                  <a:cubicBezTo>
                    <a:pt x="16193" y="447"/>
                    <a:pt x="16764" y="265"/>
                    <a:pt x="16765" y="236"/>
                  </a:cubicBezTo>
                  <a:cubicBezTo>
                    <a:pt x="16780" y="-66"/>
                    <a:pt x="13963" y="274"/>
                    <a:pt x="13714" y="383"/>
                  </a:cubicBezTo>
                  <a:cubicBezTo>
                    <a:pt x="13768" y="359"/>
                    <a:pt x="13968" y="567"/>
                    <a:pt x="14046" y="575"/>
                  </a:cubicBezTo>
                  <a:cubicBezTo>
                    <a:pt x="14043" y="577"/>
                    <a:pt x="14036" y="582"/>
                    <a:pt x="14032" y="585"/>
                  </a:cubicBezTo>
                  <a:cubicBezTo>
                    <a:pt x="14084" y="583"/>
                    <a:pt x="14144" y="588"/>
                    <a:pt x="14191" y="615"/>
                  </a:cubicBezTo>
                  <a:cubicBezTo>
                    <a:pt x="14055" y="618"/>
                    <a:pt x="13967" y="761"/>
                    <a:pt x="13851" y="771"/>
                  </a:cubicBezTo>
                  <a:cubicBezTo>
                    <a:pt x="13991" y="759"/>
                    <a:pt x="13756" y="604"/>
                    <a:pt x="13742" y="599"/>
                  </a:cubicBezTo>
                  <a:cubicBezTo>
                    <a:pt x="13560" y="535"/>
                    <a:pt x="13514" y="377"/>
                    <a:pt x="13306" y="485"/>
                  </a:cubicBezTo>
                  <a:cubicBezTo>
                    <a:pt x="13258" y="510"/>
                    <a:pt x="12851" y="682"/>
                    <a:pt x="12979" y="817"/>
                  </a:cubicBezTo>
                  <a:cubicBezTo>
                    <a:pt x="13039" y="880"/>
                    <a:pt x="12960" y="797"/>
                    <a:pt x="12979" y="817"/>
                  </a:cubicBezTo>
                  <a:close/>
                  <a:moveTo>
                    <a:pt x="9956" y="1618"/>
                  </a:moveTo>
                  <a:cubicBezTo>
                    <a:pt x="9927" y="1633"/>
                    <a:pt x="9879" y="1633"/>
                    <a:pt x="9868" y="1692"/>
                  </a:cubicBezTo>
                  <a:cubicBezTo>
                    <a:pt x="10060" y="1776"/>
                    <a:pt x="10254" y="1701"/>
                    <a:pt x="10449" y="1719"/>
                  </a:cubicBezTo>
                  <a:cubicBezTo>
                    <a:pt x="10414" y="1846"/>
                    <a:pt x="10163" y="1702"/>
                    <a:pt x="10102" y="1839"/>
                  </a:cubicBezTo>
                  <a:cubicBezTo>
                    <a:pt x="10212" y="2004"/>
                    <a:pt x="11297" y="1629"/>
                    <a:pt x="11264" y="1523"/>
                  </a:cubicBezTo>
                  <a:cubicBezTo>
                    <a:pt x="11241" y="1448"/>
                    <a:pt x="11154" y="1519"/>
                    <a:pt x="11121" y="1520"/>
                  </a:cubicBezTo>
                  <a:cubicBezTo>
                    <a:pt x="11011" y="1524"/>
                    <a:pt x="11109" y="1406"/>
                    <a:pt x="11112" y="1336"/>
                  </a:cubicBezTo>
                  <a:cubicBezTo>
                    <a:pt x="11026" y="1349"/>
                    <a:pt x="10944" y="1421"/>
                    <a:pt x="10859" y="1426"/>
                  </a:cubicBezTo>
                  <a:cubicBezTo>
                    <a:pt x="10881" y="1445"/>
                    <a:pt x="10896" y="1473"/>
                    <a:pt x="10905" y="1509"/>
                  </a:cubicBezTo>
                  <a:cubicBezTo>
                    <a:pt x="10875" y="1530"/>
                    <a:pt x="10842" y="1541"/>
                    <a:pt x="10809" y="1541"/>
                  </a:cubicBezTo>
                  <a:cubicBezTo>
                    <a:pt x="10841" y="1552"/>
                    <a:pt x="10868" y="1578"/>
                    <a:pt x="10889" y="1621"/>
                  </a:cubicBezTo>
                  <a:cubicBezTo>
                    <a:pt x="10849" y="1635"/>
                    <a:pt x="10644" y="1653"/>
                    <a:pt x="10590" y="1617"/>
                  </a:cubicBezTo>
                  <a:cubicBezTo>
                    <a:pt x="10607" y="1602"/>
                    <a:pt x="10622" y="1580"/>
                    <a:pt x="10634" y="1552"/>
                  </a:cubicBezTo>
                  <a:cubicBezTo>
                    <a:pt x="10580" y="1475"/>
                    <a:pt x="10519" y="1438"/>
                    <a:pt x="10450" y="1441"/>
                  </a:cubicBezTo>
                  <a:cubicBezTo>
                    <a:pt x="10531" y="1424"/>
                    <a:pt x="10345" y="1416"/>
                    <a:pt x="10317" y="1424"/>
                  </a:cubicBezTo>
                  <a:cubicBezTo>
                    <a:pt x="10190" y="1463"/>
                    <a:pt x="10078" y="1555"/>
                    <a:pt x="9956" y="1618"/>
                  </a:cubicBezTo>
                  <a:cubicBezTo>
                    <a:pt x="9927" y="1633"/>
                    <a:pt x="9966" y="1613"/>
                    <a:pt x="9956" y="1618"/>
                  </a:cubicBezTo>
                  <a:close/>
                  <a:moveTo>
                    <a:pt x="9929" y="1543"/>
                  </a:moveTo>
                  <a:cubicBezTo>
                    <a:pt x="9974" y="1525"/>
                    <a:pt x="10014" y="1494"/>
                    <a:pt x="10050" y="1451"/>
                  </a:cubicBezTo>
                  <a:cubicBezTo>
                    <a:pt x="10045" y="1424"/>
                    <a:pt x="9794" y="1559"/>
                    <a:pt x="9801" y="1595"/>
                  </a:cubicBezTo>
                  <a:cubicBezTo>
                    <a:pt x="9845" y="1591"/>
                    <a:pt x="9888" y="1574"/>
                    <a:pt x="9929" y="1543"/>
                  </a:cubicBezTo>
                  <a:cubicBezTo>
                    <a:pt x="9998" y="1504"/>
                    <a:pt x="9860" y="1583"/>
                    <a:pt x="9929" y="1543"/>
                  </a:cubicBezTo>
                  <a:close/>
                  <a:moveTo>
                    <a:pt x="8458" y="2722"/>
                  </a:moveTo>
                  <a:cubicBezTo>
                    <a:pt x="8713" y="2649"/>
                    <a:pt x="8960" y="2539"/>
                    <a:pt x="9190" y="2343"/>
                  </a:cubicBezTo>
                  <a:cubicBezTo>
                    <a:pt x="9189" y="2344"/>
                    <a:pt x="9188" y="2345"/>
                    <a:pt x="9187" y="2346"/>
                  </a:cubicBezTo>
                  <a:cubicBezTo>
                    <a:pt x="9193" y="2361"/>
                    <a:pt x="9203" y="2377"/>
                    <a:pt x="9208" y="2394"/>
                  </a:cubicBezTo>
                  <a:cubicBezTo>
                    <a:pt x="9114" y="2398"/>
                    <a:pt x="9036" y="2443"/>
                    <a:pt x="8963" y="2542"/>
                  </a:cubicBezTo>
                  <a:cubicBezTo>
                    <a:pt x="9074" y="2554"/>
                    <a:pt x="9184" y="2585"/>
                    <a:pt x="9297" y="2599"/>
                  </a:cubicBezTo>
                  <a:cubicBezTo>
                    <a:pt x="9255" y="2594"/>
                    <a:pt x="8938" y="2715"/>
                    <a:pt x="8936" y="2706"/>
                  </a:cubicBezTo>
                  <a:cubicBezTo>
                    <a:pt x="8936" y="2741"/>
                    <a:pt x="8942" y="2774"/>
                    <a:pt x="8956" y="2805"/>
                  </a:cubicBezTo>
                  <a:cubicBezTo>
                    <a:pt x="9103" y="2745"/>
                    <a:pt x="9448" y="2691"/>
                    <a:pt x="9582" y="2849"/>
                  </a:cubicBezTo>
                  <a:cubicBezTo>
                    <a:pt x="9551" y="2913"/>
                    <a:pt x="8856" y="2882"/>
                    <a:pt x="8862" y="2949"/>
                  </a:cubicBezTo>
                  <a:cubicBezTo>
                    <a:pt x="8874" y="3177"/>
                    <a:pt x="9180" y="3102"/>
                    <a:pt x="9149" y="3199"/>
                  </a:cubicBezTo>
                  <a:cubicBezTo>
                    <a:pt x="9065" y="3472"/>
                    <a:pt x="9738" y="3231"/>
                    <a:pt x="9834" y="3203"/>
                  </a:cubicBezTo>
                  <a:cubicBezTo>
                    <a:pt x="9865" y="3194"/>
                    <a:pt x="10026" y="3043"/>
                    <a:pt x="10058" y="3095"/>
                  </a:cubicBezTo>
                  <a:cubicBezTo>
                    <a:pt x="10131" y="3210"/>
                    <a:pt x="10234" y="3208"/>
                    <a:pt x="10328" y="3224"/>
                  </a:cubicBezTo>
                  <a:cubicBezTo>
                    <a:pt x="10400" y="3254"/>
                    <a:pt x="10469" y="3241"/>
                    <a:pt x="10535" y="3183"/>
                  </a:cubicBezTo>
                  <a:cubicBezTo>
                    <a:pt x="10533" y="3091"/>
                    <a:pt x="10553" y="3026"/>
                    <a:pt x="10596" y="2990"/>
                  </a:cubicBezTo>
                  <a:cubicBezTo>
                    <a:pt x="10666" y="2990"/>
                    <a:pt x="10750" y="3100"/>
                    <a:pt x="10786" y="2926"/>
                  </a:cubicBezTo>
                  <a:cubicBezTo>
                    <a:pt x="10764" y="2916"/>
                    <a:pt x="10516" y="2683"/>
                    <a:pt x="10523" y="2679"/>
                  </a:cubicBezTo>
                  <a:cubicBezTo>
                    <a:pt x="10641" y="2630"/>
                    <a:pt x="10784" y="2190"/>
                    <a:pt x="10609" y="2151"/>
                  </a:cubicBezTo>
                  <a:cubicBezTo>
                    <a:pt x="10498" y="2126"/>
                    <a:pt x="10454" y="2148"/>
                    <a:pt x="10396" y="2332"/>
                  </a:cubicBezTo>
                  <a:cubicBezTo>
                    <a:pt x="10338" y="2519"/>
                    <a:pt x="10278" y="2435"/>
                    <a:pt x="10222" y="2522"/>
                  </a:cubicBezTo>
                  <a:cubicBezTo>
                    <a:pt x="10476" y="2095"/>
                    <a:pt x="10069" y="2345"/>
                    <a:pt x="10009" y="2333"/>
                  </a:cubicBezTo>
                  <a:cubicBezTo>
                    <a:pt x="10021" y="2307"/>
                    <a:pt x="10032" y="2281"/>
                    <a:pt x="10044" y="2255"/>
                  </a:cubicBezTo>
                  <a:cubicBezTo>
                    <a:pt x="10057" y="2163"/>
                    <a:pt x="9691" y="2285"/>
                    <a:pt x="9691" y="2285"/>
                  </a:cubicBezTo>
                  <a:cubicBezTo>
                    <a:pt x="9712" y="2219"/>
                    <a:pt x="9831" y="2217"/>
                    <a:pt x="9823" y="2128"/>
                  </a:cubicBezTo>
                  <a:cubicBezTo>
                    <a:pt x="9715" y="2115"/>
                    <a:pt x="9720" y="1894"/>
                    <a:pt x="9581" y="1939"/>
                  </a:cubicBezTo>
                  <a:cubicBezTo>
                    <a:pt x="9442" y="1983"/>
                    <a:pt x="9346" y="1886"/>
                    <a:pt x="9211" y="1897"/>
                  </a:cubicBezTo>
                  <a:cubicBezTo>
                    <a:pt x="9072" y="1909"/>
                    <a:pt x="8936" y="1863"/>
                    <a:pt x="8874" y="2049"/>
                  </a:cubicBezTo>
                  <a:cubicBezTo>
                    <a:pt x="8829" y="2186"/>
                    <a:pt x="8709" y="2205"/>
                    <a:pt x="8630" y="2247"/>
                  </a:cubicBezTo>
                  <a:cubicBezTo>
                    <a:pt x="8639" y="2268"/>
                    <a:pt x="8634" y="2283"/>
                    <a:pt x="8637" y="2305"/>
                  </a:cubicBezTo>
                  <a:cubicBezTo>
                    <a:pt x="8541" y="2315"/>
                    <a:pt x="8399" y="2404"/>
                    <a:pt x="8326" y="2501"/>
                  </a:cubicBezTo>
                  <a:cubicBezTo>
                    <a:pt x="8414" y="2519"/>
                    <a:pt x="8476" y="2553"/>
                    <a:pt x="8458" y="2722"/>
                  </a:cubicBezTo>
                  <a:cubicBezTo>
                    <a:pt x="8561" y="2693"/>
                    <a:pt x="8476" y="2553"/>
                    <a:pt x="8458" y="2722"/>
                  </a:cubicBezTo>
                  <a:close/>
                  <a:moveTo>
                    <a:pt x="10788" y="2920"/>
                  </a:moveTo>
                  <a:cubicBezTo>
                    <a:pt x="10788" y="2922"/>
                    <a:pt x="10787" y="2924"/>
                    <a:pt x="10786" y="2926"/>
                  </a:cubicBezTo>
                  <a:cubicBezTo>
                    <a:pt x="10787" y="2926"/>
                    <a:pt x="10788" y="2927"/>
                    <a:pt x="10788" y="2927"/>
                  </a:cubicBezTo>
                  <a:lnTo>
                    <a:pt x="10788" y="2920"/>
                  </a:lnTo>
                  <a:cubicBezTo>
                    <a:pt x="10788" y="2922"/>
                    <a:pt x="10788" y="2920"/>
                    <a:pt x="10788" y="2920"/>
                  </a:cubicBezTo>
                  <a:close/>
                  <a:moveTo>
                    <a:pt x="14845" y="3703"/>
                  </a:moveTo>
                  <a:cubicBezTo>
                    <a:pt x="14830" y="3644"/>
                    <a:pt x="14818" y="3583"/>
                    <a:pt x="14809" y="3521"/>
                  </a:cubicBezTo>
                  <a:cubicBezTo>
                    <a:pt x="14759" y="3396"/>
                    <a:pt x="14636" y="3491"/>
                    <a:pt x="14569" y="3423"/>
                  </a:cubicBezTo>
                  <a:cubicBezTo>
                    <a:pt x="14417" y="3268"/>
                    <a:pt x="14634" y="3177"/>
                    <a:pt x="14687" y="3172"/>
                  </a:cubicBezTo>
                  <a:cubicBezTo>
                    <a:pt x="14685" y="3065"/>
                    <a:pt x="14562" y="3082"/>
                    <a:pt x="14562" y="3077"/>
                  </a:cubicBezTo>
                  <a:cubicBezTo>
                    <a:pt x="14566" y="2987"/>
                    <a:pt x="14661" y="3020"/>
                    <a:pt x="14691" y="3017"/>
                  </a:cubicBezTo>
                  <a:cubicBezTo>
                    <a:pt x="14715" y="2752"/>
                    <a:pt x="14458" y="2797"/>
                    <a:pt x="14398" y="2674"/>
                  </a:cubicBezTo>
                  <a:cubicBezTo>
                    <a:pt x="14297" y="2466"/>
                    <a:pt x="14274" y="2638"/>
                    <a:pt x="14138" y="2603"/>
                  </a:cubicBezTo>
                  <a:cubicBezTo>
                    <a:pt x="14105" y="2594"/>
                    <a:pt x="14091" y="2278"/>
                    <a:pt x="13930" y="2278"/>
                  </a:cubicBezTo>
                  <a:cubicBezTo>
                    <a:pt x="14160" y="2286"/>
                    <a:pt x="13539" y="1693"/>
                    <a:pt x="13605" y="2213"/>
                  </a:cubicBezTo>
                  <a:cubicBezTo>
                    <a:pt x="13613" y="2280"/>
                    <a:pt x="13730" y="2294"/>
                    <a:pt x="13757" y="2284"/>
                  </a:cubicBezTo>
                  <a:cubicBezTo>
                    <a:pt x="13706" y="2303"/>
                    <a:pt x="13443" y="2317"/>
                    <a:pt x="13420" y="2417"/>
                  </a:cubicBezTo>
                  <a:cubicBezTo>
                    <a:pt x="13454" y="2272"/>
                    <a:pt x="13709" y="1960"/>
                    <a:pt x="13401" y="2025"/>
                  </a:cubicBezTo>
                  <a:cubicBezTo>
                    <a:pt x="13347" y="2036"/>
                    <a:pt x="12807" y="2150"/>
                    <a:pt x="12973" y="2372"/>
                  </a:cubicBezTo>
                  <a:cubicBezTo>
                    <a:pt x="12938" y="2360"/>
                    <a:pt x="12807" y="2406"/>
                    <a:pt x="12832" y="2524"/>
                  </a:cubicBezTo>
                  <a:cubicBezTo>
                    <a:pt x="12710" y="2551"/>
                    <a:pt x="12996" y="2011"/>
                    <a:pt x="13152" y="2009"/>
                  </a:cubicBezTo>
                  <a:cubicBezTo>
                    <a:pt x="12916" y="2012"/>
                    <a:pt x="12718" y="2051"/>
                    <a:pt x="12507" y="2247"/>
                  </a:cubicBezTo>
                  <a:cubicBezTo>
                    <a:pt x="12356" y="2388"/>
                    <a:pt x="12233" y="2628"/>
                    <a:pt x="12496" y="2640"/>
                  </a:cubicBezTo>
                  <a:cubicBezTo>
                    <a:pt x="12501" y="2651"/>
                    <a:pt x="12507" y="2672"/>
                    <a:pt x="12508" y="2684"/>
                  </a:cubicBezTo>
                  <a:cubicBezTo>
                    <a:pt x="12039" y="2720"/>
                    <a:pt x="12531" y="2917"/>
                    <a:pt x="12735" y="2949"/>
                  </a:cubicBezTo>
                  <a:cubicBezTo>
                    <a:pt x="12874" y="2971"/>
                    <a:pt x="13393" y="3167"/>
                    <a:pt x="13399" y="2806"/>
                  </a:cubicBezTo>
                  <a:cubicBezTo>
                    <a:pt x="13466" y="2814"/>
                    <a:pt x="13468" y="2945"/>
                    <a:pt x="13483" y="3002"/>
                  </a:cubicBezTo>
                  <a:cubicBezTo>
                    <a:pt x="13510" y="2983"/>
                    <a:pt x="13523" y="2978"/>
                    <a:pt x="13552" y="3004"/>
                  </a:cubicBezTo>
                  <a:cubicBezTo>
                    <a:pt x="13544" y="3015"/>
                    <a:pt x="13540" y="3024"/>
                    <a:pt x="13526" y="3022"/>
                  </a:cubicBezTo>
                  <a:cubicBezTo>
                    <a:pt x="13583" y="3103"/>
                    <a:pt x="13975" y="3558"/>
                    <a:pt x="13787" y="3676"/>
                  </a:cubicBezTo>
                  <a:cubicBezTo>
                    <a:pt x="13689" y="3737"/>
                    <a:pt x="13620" y="3857"/>
                    <a:pt x="13513" y="3899"/>
                  </a:cubicBezTo>
                  <a:cubicBezTo>
                    <a:pt x="13386" y="3949"/>
                    <a:pt x="13559" y="4129"/>
                    <a:pt x="13451" y="4130"/>
                  </a:cubicBezTo>
                  <a:cubicBezTo>
                    <a:pt x="13251" y="4132"/>
                    <a:pt x="13070" y="4129"/>
                    <a:pt x="12906" y="4244"/>
                  </a:cubicBezTo>
                  <a:cubicBezTo>
                    <a:pt x="12617" y="4449"/>
                    <a:pt x="13323" y="4431"/>
                    <a:pt x="13292" y="4325"/>
                  </a:cubicBezTo>
                  <a:cubicBezTo>
                    <a:pt x="13296" y="4354"/>
                    <a:pt x="13301" y="4384"/>
                    <a:pt x="13305" y="4414"/>
                  </a:cubicBezTo>
                  <a:cubicBezTo>
                    <a:pt x="13334" y="4386"/>
                    <a:pt x="13513" y="4535"/>
                    <a:pt x="13543" y="4612"/>
                  </a:cubicBezTo>
                  <a:cubicBezTo>
                    <a:pt x="13561" y="4658"/>
                    <a:pt x="13446" y="4615"/>
                    <a:pt x="13484" y="4762"/>
                  </a:cubicBezTo>
                  <a:cubicBezTo>
                    <a:pt x="13504" y="4844"/>
                    <a:pt x="13682" y="4932"/>
                    <a:pt x="13705" y="4822"/>
                  </a:cubicBezTo>
                  <a:cubicBezTo>
                    <a:pt x="13671" y="4983"/>
                    <a:pt x="13904" y="5050"/>
                    <a:pt x="13968" y="5073"/>
                  </a:cubicBezTo>
                  <a:cubicBezTo>
                    <a:pt x="14189" y="5151"/>
                    <a:pt x="13892" y="4680"/>
                    <a:pt x="13879" y="4622"/>
                  </a:cubicBezTo>
                  <a:cubicBezTo>
                    <a:pt x="14050" y="4744"/>
                    <a:pt x="14339" y="5017"/>
                    <a:pt x="14391" y="4535"/>
                  </a:cubicBezTo>
                  <a:cubicBezTo>
                    <a:pt x="14398" y="4469"/>
                    <a:pt x="14359" y="4290"/>
                    <a:pt x="14325" y="4275"/>
                  </a:cubicBezTo>
                  <a:cubicBezTo>
                    <a:pt x="14117" y="4185"/>
                    <a:pt x="14320" y="4031"/>
                    <a:pt x="14265" y="3892"/>
                  </a:cubicBezTo>
                  <a:cubicBezTo>
                    <a:pt x="14331" y="3906"/>
                    <a:pt x="14429" y="3807"/>
                    <a:pt x="14451" y="3995"/>
                  </a:cubicBezTo>
                  <a:cubicBezTo>
                    <a:pt x="14473" y="3993"/>
                    <a:pt x="14497" y="3999"/>
                    <a:pt x="14519" y="4006"/>
                  </a:cubicBezTo>
                  <a:cubicBezTo>
                    <a:pt x="14394" y="4217"/>
                    <a:pt x="14802" y="4398"/>
                    <a:pt x="14726" y="4048"/>
                  </a:cubicBezTo>
                  <a:cubicBezTo>
                    <a:pt x="14755" y="4180"/>
                    <a:pt x="14950" y="3962"/>
                    <a:pt x="14989" y="3922"/>
                  </a:cubicBezTo>
                  <a:cubicBezTo>
                    <a:pt x="15173" y="3728"/>
                    <a:pt x="14884" y="3767"/>
                    <a:pt x="14845" y="3703"/>
                  </a:cubicBezTo>
                  <a:cubicBezTo>
                    <a:pt x="14822" y="3666"/>
                    <a:pt x="14895" y="3785"/>
                    <a:pt x="14845" y="3703"/>
                  </a:cubicBezTo>
                  <a:close/>
                  <a:moveTo>
                    <a:pt x="14709" y="9160"/>
                  </a:moveTo>
                  <a:cubicBezTo>
                    <a:pt x="14617" y="9033"/>
                    <a:pt x="14757" y="8993"/>
                    <a:pt x="14735" y="8951"/>
                  </a:cubicBezTo>
                  <a:cubicBezTo>
                    <a:pt x="14705" y="8936"/>
                    <a:pt x="14678" y="8912"/>
                    <a:pt x="14654" y="8877"/>
                  </a:cubicBezTo>
                  <a:cubicBezTo>
                    <a:pt x="14645" y="8834"/>
                    <a:pt x="14712" y="8712"/>
                    <a:pt x="14720" y="8737"/>
                  </a:cubicBezTo>
                  <a:cubicBezTo>
                    <a:pt x="14673" y="8602"/>
                    <a:pt x="14427" y="8759"/>
                    <a:pt x="14423" y="8631"/>
                  </a:cubicBezTo>
                  <a:cubicBezTo>
                    <a:pt x="14420" y="8551"/>
                    <a:pt x="14494" y="8592"/>
                    <a:pt x="14491" y="8520"/>
                  </a:cubicBezTo>
                  <a:cubicBezTo>
                    <a:pt x="14489" y="8427"/>
                    <a:pt x="14265" y="8564"/>
                    <a:pt x="14263" y="8596"/>
                  </a:cubicBezTo>
                  <a:cubicBezTo>
                    <a:pt x="14276" y="8366"/>
                    <a:pt x="14607" y="8284"/>
                    <a:pt x="14588" y="8067"/>
                  </a:cubicBezTo>
                  <a:cubicBezTo>
                    <a:pt x="14565" y="8063"/>
                    <a:pt x="14543" y="8064"/>
                    <a:pt x="14521" y="8070"/>
                  </a:cubicBezTo>
                  <a:cubicBezTo>
                    <a:pt x="14776" y="7847"/>
                    <a:pt x="14659" y="7551"/>
                    <a:pt x="14538" y="7316"/>
                  </a:cubicBezTo>
                  <a:cubicBezTo>
                    <a:pt x="14743" y="7252"/>
                    <a:pt x="14251" y="6972"/>
                    <a:pt x="14256" y="6975"/>
                  </a:cubicBezTo>
                  <a:cubicBezTo>
                    <a:pt x="14276" y="6839"/>
                    <a:pt x="14185" y="6792"/>
                    <a:pt x="14146" y="6708"/>
                  </a:cubicBezTo>
                  <a:cubicBezTo>
                    <a:pt x="14293" y="6548"/>
                    <a:pt x="14221" y="6508"/>
                    <a:pt x="14189" y="6241"/>
                  </a:cubicBezTo>
                  <a:cubicBezTo>
                    <a:pt x="14155" y="6035"/>
                    <a:pt x="14161" y="5747"/>
                    <a:pt x="14078" y="5572"/>
                  </a:cubicBezTo>
                  <a:cubicBezTo>
                    <a:pt x="14009" y="5430"/>
                    <a:pt x="13720" y="5958"/>
                    <a:pt x="13655" y="6014"/>
                  </a:cubicBezTo>
                  <a:cubicBezTo>
                    <a:pt x="13467" y="6177"/>
                    <a:pt x="13538" y="5901"/>
                    <a:pt x="13365" y="5914"/>
                  </a:cubicBezTo>
                  <a:cubicBezTo>
                    <a:pt x="13393" y="5777"/>
                    <a:pt x="13582" y="5311"/>
                    <a:pt x="13382" y="5311"/>
                  </a:cubicBezTo>
                  <a:cubicBezTo>
                    <a:pt x="13337" y="5205"/>
                    <a:pt x="13181" y="4950"/>
                    <a:pt x="13074" y="4950"/>
                  </a:cubicBezTo>
                  <a:cubicBezTo>
                    <a:pt x="12932" y="4950"/>
                    <a:pt x="12559" y="4824"/>
                    <a:pt x="12498" y="5066"/>
                  </a:cubicBezTo>
                  <a:cubicBezTo>
                    <a:pt x="12436" y="5312"/>
                    <a:pt x="12366" y="5348"/>
                    <a:pt x="12232" y="5505"/>
                  </a:cubicBezTo>
                  <a:cubicBezTo>
                    <a:pt x="12278" y="5508"/>
                    <a:pt x="12342" y="5589"/>
                    <a:pt x="12376" y="5589"/>
                  </a:cubicBezTo>
                  <a:cubicBezTo>
                    <a:pt x="12386" y="5589"/>
                    <a:pt x="12082" y="5973"/>
                    <a:pt x="12079" y="5992"/>
                  </a:cubicBezTo>
                  <a:cubicBezTo>
                    <a:pt x="12065" y="6088"/>
                    <a:pt x="12148" y="6179"/>
                    <a:pt x="12170" y="6244"/>
                  </a:cubicBezTo>
                  <a:cubicBezTo>
                    <a:pt x="12230" y="6420"/>
                    <a:pt x="12126" y="6638"/>
                    <a:pt x="12052" y="6744"/>
                  </a:cubicBezTo>
                  <a:cubicBezTo>
                    <a:pt x="11913" y="6941"/>
                    <a:pt x="11636" y="6905"/>
                    <a:pt x="11529" y="7118"/>
                  </a:cubicBezTo>
                  <a:cubicBezTo>
                    <a:pt x="11488" y="7201"/>
                    <a:pt x="11474" y="7527"/>
                    <a:pt x="11462" y="7635"/>
                  </a:cubicBezTo>
                  <a:cubicBezTo>
                    <a:pt x="11441" y="7818"/>
                    <a:pt x="11395" y="7837"/>
                    <a:pt x="11343" y="7990"/>
                  </a:cubicBezTo>
                  <a:cubicBezTo>
                    <a:pt x="11289" y="7895"/>
                    <a:pt x="11238" y="8061"/>
                    <a:pt x="11184" y="8067"/>
                  </a:cubicBezTo>
                  <a:cubicBezTo>
                    <a:pt x="11057" y="8067"/>
                    <a:pt x="11066" y="7164"/>
                    <a:pt x="11251" y="7164"/>
                  </a:cubicBezTo>
                  <a:lnTo>
                    <a:pt x="11266" y="7164"/>
                  </a:lnTo>
                  <a:lnTo>
                    <a:pt x="11283" y="7016"/>
                  </a:lnTo>
                  <a:cubicBezTo>
                    <a:pt x="11094" y="6863"/>
                    <a:pt x="10853" y="6979"/>
                    <a:pt x="10681" y="6719"/>
                  </a:cubicBezTo>
                  <a:cubicBezTo>
                    <a:pt x="10511" y="6465"/>
                    <a:pt x="10435" y="6343"/>
                    <a:pt x="10189" y="6421"/>
                  </a:cubicBezTo>
                  <a:lnTo>
                    <a:pt x="10260" y="5959"/>
                  </a:lnTo>
                  <a:lnTo>
                    <a:pt x="10095" y="5959"/>
                  </a:lnTo>
                  <a:cubicBezTo>
                    <a:pt x="10151" y="5660"/>
                    <a:pt x="10333" y="5500"/>
                    <a:pt x="10477" y="5337"/>
                  </a:cubicBezTo>
                  <a:cubicBezTo>
                    <a:pt x="10523" y="5292"/>
                    <a:pt x="10894" y="4998"/>
                    <a:pt x="10896" y="4941"/>
                  </a:cubicBezTo>
                  <a:cubicBezTo>
                    <a:pt x="10959" y="4928"/>
                    <a:pt x="11163" y="4901"/>
                    <a:pt x="11122" y="4713"/>
                  </a:cubicBezTo>
                  <a:cubicBezTo>
                    <a:pt x="11227" y="4726"/>
                    <a:pt x="11873" y="4466"/>
                    <a:pt x="11831" y="4221"/>
                  </a:cubicBezTo>
                  <a:cubicBezTo>
                    <a:pt x="11864" y="4202"/>
                    <a:pt x="11899" y="4192"/>
                    <a:pt x="11931" y="4166"/>
                  </a:cubicBezTo>
                  <a:cubicBezTo>
                    <a:pt x="11885" y="4242"/>
                    <a:pt x="11632" y="4531"/>
                    <a:pt x="11610" y="4604"/>
                  </a:cubicBezTo>
                  <a:cubicBezTo>
                    <a:pt x="11666" y="4619"/>
                    <a:pt x="11731" y="4582"/>
                    <a:pt x="11790" y="4586"/>
                  </a:cubicBezTo>
                  <a:cubicBezTo>
                    <a:pt x="11799" y="4643"/>
                    <a:pt x="11765" y="4669"/>
                    <a:pt x="11764" y="4719"/>
                  </a:cubicBezTo>
                  <a:cubicBezTo>
                    <a:pt x="11882" y="4755"/>
                    <a:pt x="12100" y="4427"/>
                    <a:pt x="12194" y="4524"/>
                  </a:cubicBezTo>
                  <a:cubicBezTo>
                    <a:pt x="12189" y="4519"/>
                    <a:pt x="12517" y="4797"/>
                    <a:pt x="12468" y="4545"/>
                  </a:cubicBezTo>
                  <a:cubicBezTo>
                    <a:pt x="12458" y="4494"/>
                    <a:pt x="12362" y="4471"/>
                    <a:pt x="12346" y="4511"/>
                  </a:cubicBezTo>
                  <a:cubicBezTo>
                    <a:pt x="12443" y="4268"/>
                    <a:pt x="12176" y="4299"/>
                    <a:pt x="12160" y="4129"/>
                  </a:cubicBezTo>
                  <a:cubicBezTo>
                    <a:pt x="12135" y="4142"/>
                    <a:pt x="12110" y="4155"/>
                    <a:pt x="12086" y="4168"/>
                  </a:cubicBezTo>
                  <a:cubicBezTo>
                    <a:pt x="12088" y="4122"/>
                    <a:pt x="12095" y="4077"/>
                    <a:pt x="12108" y="4035"/>
                  </a:cubicBezTo>
                  <a:cubicBezTo>
                    <a:pt x="12091" y="4025"/>
                    <a:pt x="12073" y="4026"/>
                    <a:pt x="12055" y="4033"/>
                  </a:cubicBezTo>
                  <a:cubicBezTo>
                    <a:pt x="12064" y="4008"/>
                    <a:pt x="12065" y="3982"/>
                    <a:pt x="12058" y="3954"/>
                  </a:cubicBezTo>
                  <a:cubicBezTo>
                    <a:pt x="12123" y="3937"/>
                    <a:pt x="12112" y="4012"/>
                    <a:pt x="12172" y="4034"/>
                  </a:cubicBezTo>
                  <a:cubicBezTo>
                    <a:pt x="12209" y="4153"/>
                    <a:pt x="12359" y="4254"/>
                    <a:pt x="12315" y="4049"/>
                  </a:cubicBezTo>
                  <a:cubicBezTo>
                    <a:pt x="12331" y="4043"/>
                    <a:pt x="12343" y="4028"/>
                    <a:pt x="12350" y="4004"/>
                  </a:cubicBezTo>
                  <a:cubicBezTo>
                    <a:pt x="12448" y="4054"/>
                    <a:pt x="12868" y="3767"/>
                    <a:pt x="12772" y="3542"/>
                  </a:cubicBezTo>
                  <a:lnTo>
                    <a:pt x="12798" y="3528"/>
                  </a:lnTo>
                  <a:cubicBezTo>
                    <a:pt x="12795" y="3501"/>
                    <a:pt x="12790" y="3469"/>
                    <a:pt x="12782" y="3445"/>
                  </a:cubicBezTo>
                  <a:cubicBezTo>
                    <a:pt x="12837" y="3455"/>
                    <a:pt x="12967" y="3438"/>
                    <a:pt x="12958" y="3307"/>
                  </a:cubicBezTo>
                  <a:cubicBezTo>
                    <a:pt x="12957" y="3286"/>
                    <a:pt x="12912" y="3085"/>
                    <a:pt x="12912" y="3127"/>
                  </a:cubicBezTo>
                  <a:cubicBezTo>
                    <a:pt x="12847" y="2986"/>
                    <a:pt x="12622" y="2945"/>
                    <a:pt x="12525" y="3031"/>
                  </a:cubicBezTo>
                  <a:cubicBezTo>
                    <a:pt x="12489" y="3062"/>
                    <a:pt x="12429" y="3255"/>
                    <a:pt x="12447" y="3255"/>
                  </a:cubicBezTo>
                  <a:cubicBezTo>
                    <a:pt x="12403" y="3310"/>
                    <a:pt x="12326" y="3392"/>
                    <a:pt x="12276" y="3456"/>
                  </a:cubicBezTo>
                  <a:cubicBezTo>
                    <a:pt x="12218" y="3448"/>
                    <a:pt x="12089" y="3491"/>
                    <a:pt x="12104" y="3620"/>
                  </a:cubicBezTo>
                  <a:cubicBezTo>
                    <a:pt x="11972" y="3754"/>
                    <a:pt x="12055" y="3511"/>
                    <a:pt x="12053" y="3550"/>
                  </a:cubicBezTo>
                  <a:cubicBezTo>
                    <a:pt x="12194" y="3550"/>
                    <a:pt x="12175" y="2901"/>
                    <a:pt x="11880" y="3290"/>
                  </a:cubicBezTo>
                  <a:cubicBezTo>
                    <a:pt x="11885" y="3266"/>
                    <a:pt x="11886" y="3242"/>
                    <a:pt x="11883" y="3218"/>
                  </a:cubicBezTo>
                  <a:cubicBezTo>
                    <a:pt x="11937" y="3192"/>
                    <a:pt x="11962" y="3160"/>
                    <a:pt x="11962" y="3116"/>
                  </a:cubicBezTo>
                  <a:cubicBezTo>
                    <a:pt x="11960" y="3072"/>
                    <a:pt x="11940" y="3025"/>
                    <a:pt x="11890" y="3023"/>
                  </a:cubicBezTo>
                  <a:cubicBezTo>
                    <a:pt x="11973" y="2946"/>
                    <a:pt x="11928" y="2887"/>
                    <a:pt x="11897" y="2792"/>
                  </a:cubicBezTo>
                  <a:cubicBezTo>
                    <a:pt x="11923" y="2686"/>
                    <a:pt x="11966" y="2648"/>
                    <a:pt x="11896" y="2538"/>
                  </a:cubicBezTo>
                  <a:cubicBezTo>
                    <a:pt x="12155" y="2423"/>
                    <a:pt x="12414" y="2194"/>
                    <a:pt x="12683" y="2064"/>
                  </a:cubicBezTo>
                  <a:cubicBezTo>
                    <a:pt x="12497" y="1923"/>
                    <a:pt x="12275" y="1832"/>
                    <a:pt x="12074" y="1942"/>
                  </a:cubicBezTo>
                  <a:cubicBezTo>
                    <a:pt x="11870" y="2053"/>
                    <a:pt x="11809" y="2410"/>
                    <a:pt x="11617" y="2516"/>
                  </a:cubicBezTo>
                  <a:cubicBezTo>
                    <a:pt x="11637" y="2485"/>
                    <a:pt x="11711" y="2388"/>
                    <a:pt x="11713" y="2336"/>
                  </a:cubicBezTo>
                  <a:cubicBezTo>
                    <a:pt x="11702" y="2340"/>
                    <a:pt x="11686" y="2329"/>
                    <a:pt x="11677" y="2329"/>
                  </a:cubicBezTo>
                  <a:cubicBezTo>
                    <a:pt x="11686" y="2307"/>
                    <a:pt x="11682" y="2293"/>
                    <a:pt x="11685" y="2269"/>
                  </a:cubicBezTo>
                  <a:cubicBezTo>
                    <a:pt x="11662" y="2273"/>
                    <a:pt x="11644" y="2265"/>
                    <a:pt x="11630" y="2243"/>
                  </a:cubicBezTo>
                  <a:cubicBezTo>
                    <a:pt x="11658" y="2212"/>
                    <a:pt x="11851" y="2141"/>
                    <a:pt x="11835" y="2053"/>
                  </a:cubicBezTo>
                  <a:cubicBezTo>
                    <a:pt x="11814" y="1936"/>
                    <a:pt x="11510" y="2066"/>
                    <a:pt x="11468" y="2073"/>
                  </a:cubicBezTo>
                  <a:cubicBezTo>
                    <a:pt x="11212" y="2115"/>
                    <a:pt x="11441" y="2211"/>
                    <a:pt x="11298" y="2321"/>
                  </a:cubicBezTo>
                  <a:cubicBezTo>
                    <a:pt x="11252" y="2357"/>
                    <a:pt x="11067" y="2097"/>
                    <a:pt x="11074" y="2352"/>
                  </a:cubicBezTo>
                  <a:cubicBezTo>
                    <a:pt x="11077" y="2447"/>
                    <a:pt x="11215" y="2513"/>
                    <a:pt x="11244" y="2664"/>
                  </a:cubicBezTo>
                  <a:cubicBezTo>
                    <a:pt x="11346" y="2689"/>
                    <a:pt x="11433" y="2586"/>
                    <a:pt x="11533" y="2565"/>
                  </a:cubicBezTo>
                  <a:cubicBezTo>
                    <a:pt x="11355" y="2678"/>
                    <a:pt x="11253" y="2955"/>
                    <a:pt x="11404" y="3165"/>
                  </a:cubicBezTo>
                  <a:cubicBezTo>
                    <a:pt x="11351" y="3210"/>
                    <a:pt x="11314" y="3245"/>
                    <a:pt x="11310" y="3351"/>
                  </a:cubicBezTo>
                  <a:lnTo>
                    <a:pt x="11336" y="3364"/>
                  </a:lnTo>
                  <a:cubicBezTo>
                    <a:pt x="11179" y="3430"/>
                    <a:pt x="11147" y="3493"/>
                    <a:pt x="11033" y="3630"/>
                  </a:cubicBezTo>
                  <a:cubicBezTo>
                    <a:pt x="11033" y="3630"/>
                    <a:pt x="11033" y="3630"/>
                    <a:pt x="11033" y="3630"/>
                  </a:cubicBezTo>
                  <a:cubicBezTo>
                    <a:pt x="11061" y="3545"/>
                    <a:pt x="11117" y="3452"/>
                    <a:pt x="11050" y="3363"/>
                  </a:cubicBezTo>
                  <a:cubicBezTo>
                    <a:pt x="11125" y="3368"/>
                    <a:pt x="11195" y="3337"/>
                    <a:pt x="11259" y="3272"/>
                  </a:cubicBezTo>
                  <a:cubicBezTo>
                    <a:pt x="11272" y="3258"/>
                    <a:pt x="11117" y="3018"/>
                    <a:pt x="11091" y="3018"/>
                  </a:cubicBezTo>
                  <a:cubicBezTo>
                    <a:pt x="11053" y="3018"/>
                    <a:pt x="10830" y="3190"/>
                    <a:pt x="10806" y="3256"/>
                  </a:cubicBezTo>
                  <a:cubicBezTo>
                    <a:pt x="10845" y="3272"/>
                    <a:pt x="10884" y="3290"/>
                    <a:pt x="10923" y="3309"/>
                  </a:cubicBezTo>
                  <a:cubicBezTo>
                    <a:pt x="10787" y="3310"/>
                    <a:pt x="10724" y="3477"/>
                    <a:pt x="10581" y="3471"/>
                  </a:cubicBezTo>
                  <a:cubicBezTo>
                    <a:pt x="10453" y="3498"/>
                    <a:pt x="10173" y="3554"/>
                    <a:pt x="10078" y="3374"/>
                  </a:cubicBezTo>
                  <a:cubicBezTo>
                    <a:pt x="10185" y="3130"/>
                    <a:pt x="9473" y="3169"/>
                    <a:pt x="9617" y="3516"/>
                  </a:cubicBezTo>
                  <a:cubicBezTo>
                    <a:pt x="9529" y="3631"/>
                    <a:pt x="9460" y="3480"/>
                    <a:pt x="9368" y="3462"/>
                  </a:cubicBezTo>
                  <a:cubicBezTo>
                    <a:pt x="9213" y="3481"/>
                    <a:pt x="9060" y="3554"/>
                    <a:pt x="8904" y="3532"/>
                  </a:cubicBezTo>
                  <a:cubicBezTo>
                    <a:pt x="9137" y="3401"/>
                    <a:pt x="9054" y="3181"/>
                    <a:pt x="8833" y="3214"/>
                  </a:cubicBezTo>
                  <a:cubicBezTo>
                    <a:pt x="8716" y="3230"/>
                    <a:pt x="8605" y="3153"/>
                    <a:pt x="8498" y="3083"/>
                  </a:cubicBezTo>
                  <a:cubicBezTo>
                    <a:pt x="8301" y="2955"/>
                    <a:pt x="8276" y="3049"/>
                    <a:pt x="8098" y="3063"/>
                  </a:cubicBezTo>
                  <a:cubicBezTo>
                    <a:pt x="8243" y="2744"/>
                    <a:pt x="7844" y="3070"/>
                    <a:pt x="7824" y="3072"/>
                  </a:cubicBezTo>
                  <a:cubicBezTo>
                    <a:pt x="7802" y="3026"/>
                    <a:pt x="7857" y="2925"/>
                    <a:pt x="7822" y="2862"/>
                  </a:cubicBezTo>
                  <a:cubicBezTo>
                    <a:pt x="7765" y="2758"/>
                    <a:pt x="7615" y="2889"/>
                    <a:pt x="7553" y="2920"/>
                  </a:cubicBezTo>
                  <a:cubicBezTo>
                    <a:pt x="7482" y="2703"/>
                    <a:pt x="7200" y="3025"/>
                    <a:pt x="7120" y="3025"/>
                  </a:cubicBezTo>
                  <a:cubicBezTo>
                    <a:pt x="7038" y="3025"/>
                    <a:pt x="6962" y="3004"/>
                    <a:pt x="6879" y="3011"/>
                  </a:cubicBezTo>
                  <a:cubicBezTo>
                    <a:pt x="6761" y="3020"/>
                    <a:pt x="6643" y="3147"/>
                    <a:pt x="6540" y="3158"/>
                  </a:cubicBezTo>
                  <a:cubicBezTo>
                    <a:pt x="6435" y="3288"/>
                    <a:pt x="6241" y="2969"/>
                    <a:pt x="6102" y="3002"/>
                  </a:cubicBezTo>
                  <a:cubicBezTo>
                    <a:pt x="5987" y="2699"/>
                    <a:pt x="5301" y="2658"/>
                    <a:pt x="5108" y="2660"/>
                  </a:cubicBezTo>
                  <a:lnTo>
                    <a:pt x="5166" y="2595"/>
                  </a:lnTo>
                  <a:cubicBezTo>
                    <a:pt x="4385" y="2334"/>
                    <a:pt x="3526" y="2801"/>
                    <a:pt x="2781" y="3187"/>
                  </a:cubicBezTo>
                  <a:cubicBezTo>
                    <a:pt x="2790" y="3245"/>
                    <a:pt x="2794" y="3305"/>
                    <a:pt x="2794" y="3364"/>
                  </a:cubicBezTo>
                  <a:cubicBezTo>
                    <a:pt x="2821" y="3360"/>
                    <a:pt x="2846" y="3381"/>
                    <a:pt x="2861" y="3411"/>
                  </a:cubicBezTo>
                  <a:cubicBezTo>
                    <a:pt x="2895" y="3481"/>
                    <a:pt x="2847" y="3560"/>
                    <a:pt x="2808" y="3586"/>
                  </a:cubicBezTo>
                  <a:cubicBezTo>
                    <a:pt x="2807" y="3616"/>
                    <a:pt x="2818" y="3636"/>
                    <a:pt x="2843" y="3646"/>
                  </a:cubicBezTo>
                  <a:cubicBezTo>
                    <a:pt x="2669" y="3610"/>
                    <a:pt x="2511" y="3697"/>
                    <a:pt x="2346" y="3775"/>
                  </a:cubicBezTo>
                  <a:cubicBezTo>
                    <a:pt x="2313" y="3790"/>
                    <a:pt x="1788" y="3962"/>
                    <a:pt x="2020" y="4078"/>
                  </a:cubicBezTo>
                  <a:cubicBezTo>
                    <a:pt x="1791" y="4457"/>
                    <a:pt x="2405" y="4349"/>
                    <a:pt x="2510" y="4285"/>
                  </a:cubicBezTo>
                  <a:cubicBezTo>
                    <a:pt x="2433" y="4611"/>
                    <a:pt x="1900" y="4586"/>
                    <a:pt x="1737" y="4688"/>
                  </a:cubicBezTo>
                  <a:cubicBezTo>
                    <a:pt x="1610" y="4807"/>
                    <a:pt x="1325" y="4847"/>
                    <a:pt x="1294" y="5135"/>
                  </a:cubicBezTo>
                  <a:cubicBezTo>
                    <a:pt x="1271" y="5347"/>
                    <a:pt x="1078" y="5786"/>
                    <a:pt x="1423" y="5569"/>
                  </a:cubicBezTo>
                  <a:cubicBezTo>
                    <a:pt x="1382" y="5665"/>
                    <a:pt x="1288" y="5766"/>
                    <a:pt x="1232" y="5830"/>
                  </a:cubicBezTo>
                  <a:lnTo>
                    <a:pt x="1247" y="5941"/>
                  </a:lnTo>
                  <a:cubicBezTo>
                    <a:pt x="1305" y="5949"/>
                    <a:pt x="1373" y="5942"/>
                    <a:pt x="1427" y="5909"/>
                  </a:cubicBezTo>
                  <a:cubicBezTo>
                    <a:pt x="1582" y="5813"/>
                    <a:pt x="1505" y="5986"/>
                    <a:pt x="1616" y="6015"/>
                  </a:cubicBezTo>
                  <a:cubicBezTo>
                    <a:pt x="1625" y="6015"/>
                    <a:pt x="1632" y="6012"/>
                    <a:pt x="1639" y="6008"/>
                  </a:cubicBezTo>
                  <a:cubicBezTo>
                    <a:pt x="1268" y="6350"/>
                    <a:pt x="877" y="6521"/>
                    <a:pt x="478" y="6743"/>
                  </a:cubicBezTo>
                  <a:cubicBezTo>
                    <a:pt x="343" y="6818"/>
                    <a:pt x="175" y="6809"/>
                    <a:pt x="54" y="6949"/>
                  </a:cubicBezTo>
                  <a:cubicBezTo>
                    <a:pt x="-154" y="7190"/>
                    <a:pt x="297" y="7025"/>
                    <a:pt x="344" y="7001"/>
                  </a:cubicBezTo>
                  <a:cubicBezTo>
                    <a:pt x="703" y="6820"/>
                    <a:pt x="1068" y="6689"/>
                    <a:pt x="1424" y="6508"/>
                  </a:cubicBezTo>
                  <a:cubicBezTo>
                    <a:pt x="1621" y="6408"/>
                    <a:pt x="2420" y="6068"/>
                    <a:pt x="2420" y="5738"/>
                  </a:cubicBezTo>
                  <a:cubicBezTo>
                    <a:pt x="2564" y="5669"/>
                    <a:pt x="2545" y="5757"/>
                    <a:pt x="2664" y="5770"/>
                  </a:cubicBezTo>
                  <a:cubicBezTo>
                    <a:pt x="2775" y="5884"/>
                    <a:pt x="2982" y="5669"/>
                    <a:pt x="3099" y="5636"/>
                  </a:cubicBezTo>
                  <a:cubicBezTo>
                    <a:pt x="3270" y="5586"/>
                    <a:pt x="3354" y="5471"/>
                    <a:pt x="3497" y="5332"/>
                  </a:cubicBezTo>
                  <a:cubicBezTo>
                    <a:pt x="3592" y="5239"/>
                    <a:pt x="3675" y="5420"/>
                    <a:pt x="3762" y="5453"/>
                  </a:cubicBezTo>
                  <a:cubicBezTo>
                    <a:pt x="3787" y="5623"/>
                    <a:pt x="4109" y="5610"/>
                    <a:pt x="4206" y="5651"/>
                  </a:cubicBezTo>
                  <a:cubicBezTo>
                    <a:pt x="4425" y="5745"/>
                    <a:pt x="4511" y="6181"/>
                    <a:pt x="4283" y="6388"/>
                  </a:cubicBezTo>
                  <a:cubicBezTo>
                    <a:pt x="4312" y="6399"/>
                    <a:pt x="4341" y="6409"/>
                    <a:pt x="4370" y="6418"/>
                  </a:cubicBezTo>
                  <a:cubicBezTo>
                    <a:pt x="4406" y="6521"/>
                    <a:pt x="4318" y="6634"/>
                    <a:pt x="4422" y="6661"/>
                  </a:cubicBezTo>
                  <a:cubicBezTo>
                    <a:pt x="4430" y="6629"/>
                    <a:pt x="4441" y="6599"/>
                    <a:pt x="4455" y="6573"/>
                  </a:cubicBezTo>
                  <a:cubicBezTo>
                    <a:pt x="4440" y="6630"/>
                    <a:pt x="4444" y="6678"/>
                    <a:pt x="4466" y="6718"/>
                  </a:cubicBezTo>
                  <a:cubicBezTo>
                    <a:pt x="4402" y="6900"/>
                    <a:pt x="4481" y="7268"/>
                    <a:pt x="4600" y="6983"/>
                  </a:cubicBezTo>
                  <a:cubicBezTo>
                    <a:pt x="4616" y="7025"/>
                    <a:pt x="4647" y="7029"/>
                    <a:pt x="4668" y="7000"/>
                  </a:cubicBezTo>
                  <a:cubicBezTo>
                    <a:pt x="4695" y="7165"/>
                    <a:pt x="4383" y="7512"/>
                    <a:pt x="4572" y="7612"/>
                  </a:cubicBezTo>
                  <a:cubicBezTo>
                    <a:pt x="4561" y="7639"/>
                    <a:pt x="4537" y="8189"/>
                    <a:pt x="4549" y="8218"/>
                  </a:cubicBezTo>
                  <a:cubicBezTo>
                    <a:pt x="4218" y="8052"/>
                    <a:pt x="4499" y="8766"/>
                    <a:pt x="4612" y="8908"/>
                  </a:cubicBezTo>
                  <a:cubicBezTo>
                    <a:pt x="4469" y="9248"/>
                    <a:pt x="4405" y="9703"/>
                    <a:pt x="4249" y="10060"/>
                  </a:cubicBezTo>
                  <a:cubicBezTo>
                    <a:pt x="4231" y="10103"/>
                    <a:pt x="3863" y="10724"/>
                    <a:pt x="3931" y="10838"/>
                  </a:cubicBezTo>
                  <a:cubicBezTo>
                    <a:pt x="3904" y="10875"/>
                    <a:pt x="3884" y="11006"/>
                    <a:pt x="3866" y="11057"/>
                  </a:cubicBezTo>
                  <a:lnTo>
                    <a:pt x="3907" y="11057"/>
                  </a:lnTo>
                  <a:cubicBezTo>
                    <a:pt x="3683" y="11057"/>
                    <a:pt x="3673" y="12226"/>
                    <a:pt x="3784" y="12411"/>
                  </a:cubicBezTo>
                  <a:cubicBezTo>
                    <a:pt x="3713" y="12506"/>
                    <a:pt x="3776" y="12866"/>
                    <a:pt x="3821" y="12952"/>
                  </a:cubicBezTo>
                  <a:cubicBezTo>
                    <a:pt x="3779" y="13102"/>
                    <a:pt x="3952" y="13349"/>
                    <a:pt x="4063" y="13322"/>
                  </a:cubicBezTo>
                  <a:cubicBezTo>
                    <a:pt x="4060" y="13338"/>
                    <a:pt x="4058" y="13354"/>
                    <a:pt x="4057" y="13370"/>
                  </a:cubicBezTo>
                  <a:lnTo>
                    <a:pt x="4087" y="13380"/>
                  </a:lnTo>
                  <a:lnTo>
                    <a:pt x="4093" y="13414"/>
                  </a:lnTo>
                  <a:cubicBezTo>
                    <a:pt x="4290" y="13490"/>
                    <a:pt x="4102" y="14174"/>
                    <a:pt x="4227" y="14378"/>
                  </a:cubicBezTo>
                  <a:cubicBezTo>
                    <a:pt x="4190" y="14488"/>
                    <a:pt x="4544" y="15231"/>
                    <a:pt x="4228" y="15052"/>
                  </a:cubicBezTo>
                  <a:cubicBezTo>
                    <a:pt x="4228" y="15090"/>
                    <a:pt x="4220" y="15124"/>
                    <a:pt x="4204" y="15151"/>
                  </a:cubicBezTo>
                  <a:cubicBezTo>
                    <a:pt x="4266" y="15264"/>
                    <a:pt x="4305" y="15363"/>
                    <a:pt x="4335" y="15505"/>
                  </a:cubicBezTo>
                  <a:lnTo>
                    <a:pt x="4346" y="15505"/>
                  </a:lnTo>
                  <a:cubicBezTo>
                    <a:pt x="4387" y="15457"/>
                    <a:pt x="4394" y="15543"/>
                    <a:pt x="4468" y="15503"/>
                  </a:cubicBezTo>
                  <a:cubicBezTo>
                    <a:pt x="4571" y="15800"/>
                    <a:pt x="4536" y="15834"/>
                    <a:pt x="4468" y="16154"/>
                  </a:cubicBezTo>
                  <a:cubicBezTo>
                    <a:pt x="4643" y="16085"/>
                    <a:pt x="4765" y="16495"/>
                    <a:pt x="4806" y="16709"/>
                  </a:cubicBezTo>
                  <a:cubicBezTo>
                    <a:pt x="5029" y="16623"/>
                    <a:pt x="4935" y="16305"/>
                    <a:pt x="4856" y="16081"/>
                  </a:cubicBezTo>
                  <a:lnTo>
                    <a:pt x="4819" y="16090"/>
                  </a:lnTo>
                  <a:cubicBezTo>
                    <a:pt x="4853" y="16027"/>
                    <a:pt x="4845" y="15950"/>
                    <a:pt x="4813" y="15895"/>
                  </a:cubicBezTo>
                  <a:lnTo>
                    <a:pt x="4799" y="15901"/>
                  </a:lnTo>
                  <a:cubicBezTo>
                    <a:pt x="4773" y="15687"/>
                    <a:pt x="4711" y="15463"/>
                    <a:pt x="4695" y="15267"/>
                  </a:cubicBezTo>
                  <a:cubicBezTo>
                    <a:pt x="4682" y="15104"/>
                    <a:pt x="4607" y="15059"/>
                    <a:pt x="4654" y="14857"/>
                  </a:cubicBezTo>
                  <a:cubicBezTo>
                    <a:pt x="4643" y="14858"/>
                    <a:pt x="4632" y="14860"/>
                    <a:pt x="4621" y="14862"/>
                  </a:cubicBezTo>
                  <a:cubicBezTo>
                    <a:pt x="4621" y="14691"/>
                    <a:pt x="4335" y="14165"/>
                    <a:pt x="4542" y="14004"/>
                  </a:cubicBezTo>
                  <a:cubicBezTo>
                    <a:pt x="4568" y="14048"/>
                    <a:pt x="4597" y="14053"/>
                    <a:pt x="4633" y="14051"/>
                  </a:cubicBezTo>
                  <a:cubicBezTo>
                    <a:pt x="4649" y="14091"/>
                    <a:pt x="4668" y="14112"/>
                    <a:pt x="4694" y="14132"/>
                  </a:cubicBezTo>
                  <a:cubicBezTo>
                    <a:pt x="4606" y="14386"/>
                    <a:pt x="4732" y="15046"/>
                    <a:pt x="4888" y="15146"/>
                  </a:cubicBezTo>
                  <a:cubicBezTo>
                    <a:pt x="4868" y="15243"/>
                    <a:pt x="4898" y="15358"/>
                    <a:pt x="4958" y="15388"/>
                  </a:cubicBezTo>
                  <a:cubicBezTo>
                    <a:pt x="4954" y="15472"/>
                    <a:pt x="4978" y="15520"/>
                    <a:pt x="5030" y="15518"/>
                  </a:cubicBezTo>
                  <a:cubicBezTo>
                    <a:pt x="5042" y="15595"/>
                    <a:pt x="4993" y="15742"/>
                    <a:pt x="4986" y="15835"/>
                  </a:cubicBezTo>
                  <a:cubicBezTo>
                    <a:pt x="5221" y="15896"/>
                    <a:pt x="5644" y="17047"/>
                    <a:pt x="5374" y="17327"/>
                  </a:cubicBezTo>
                  <a:lnTo>
                    <a:pt x="5386" y="17327"/>
                  </a:lnTo>
                  <a:cubicBezTo>
                    <a:pt x="5363" y="17683"/>
                    <a:pt x="5700" y="18230"/>
                    <a:pt x="5921" y="18189"/>
                  </a:cubicBezTo>
                  <a:cubicBezTo>
                    <a:pt x="6093" y="18316"/>
                    <a:pt x="6360" y="18812"/>
                    <a:pt x="6568" y="18812"/>
                  </a:cubicBezTo>
                  <a:cubicBezTo>
                    <a:pt x="6707" y="18812"/>
                    <a:pt x="6794" y="18936"/>
                    <a:pt x="6933" y="18803"/>
                  </a:cubicBezTo>
                  <a:cubicBezTo>
                    <a:pt x="7112" y="18634"/>
                    <a:pt x="7225" y="18901"/>
                    <a:pt x="7338" y="19138"/>
                  </a:cubicBezTo>
                  <a:lnTo>
                    <a:pt x="7320" y="19233"/>
                  </a:lnTo>
                  <a:cubicBezTo>
                    <a:pt x="7452" y="19457"/>
                    <a:pt x="7609" y="19414"/>
                    <a:pt x="7752" y="19578"/>
                  </a:cubicBezTo>
                  <a:lnTo>
                    <a:pt x="7747" y="19554"/>
                  </a:lnTo>
                  <a:cubicBezTo>
                    <a:pt x="7831" y="19616"/>
                    <a:pt x="7966" y="19734"/>
                    <a:pt x="8058" y="19655"/>
                  </a:cubicBezTo>
                  <a:cubicBezTo>
                    <a:pt x="8068" y="19696"/>
                    <a:pt x="8082" y="19732"/>
                    <a:pt x="8102" y="19765"/>
                  </a:cubicBezTo>
                  <a:cubicBezTo>
                    <a:pt x="8201" y="19848"/>
                    <a:pt x="8249" y="20070"/>
                    <a:pt x="8332" y="20197"/>
                  </a:cubicBezTo>
                  <a:cubicBezTo>
                    <a:pt x="8328" y="20204"/>
                    <a:pt x="8318" y="20232"/>
                    <a:pt x="8307" y="20232"/>
                  </a:cubicBezTo>
                  <a:cubicBezTo>
                    <a:pt x="8248" y="20232"/>
                    <a:pt x="8242" y="20374"/>
                    <a:pt x="8290" y="20404"/>
                  </a:cubicBezTo>
                  <a:cubicBezTo>
                    <a:pt x="8224" y="20558"/>
                    <a:pt x="8335" y="20723"/>
                    <a:pt x="8404" y="20797"/>
                  </a:cubicBezTo>
                  <a:lnTo>
                    <a:pt x="8421" y="20768"/>
                  </a:lnTo>
                  <a:lnTo>
                    <a:pt x="8440" y="20786"/>
                  </a:lnTo>
                  <a:cubicBezTo>
                    <a:pt x="8440" y="20786"/>
                    <a:pt x="8460" y="20734"/>
                    <a:pt x="8463" y="20726"/>
                  </a:cubicBezTo>
                  <a:cubicBezTo>
                    <a:pt x="8481" y="20791"/>
                    <a:pt x="8506" y="20812"/>
                    <a:pt x="8544" y="20833"/>
                  </a:cubicBezTo>
                  <a:cubicBezTo>
                    <a:pt x="8631" y="20882"/>
                    <a:pt x="8572" y="21016"/>
                    <a:pt x="8625" y="21113"/>
                  </a:cubicBezTo>
                  <a:cubicBezTo>
                    <a:pt x="8670" y="21195"/>
                    <a:pt x="8728" y="21169"/>
                    <a:pt x="8774" y="21125"/>
                  </a:cubicBezTo>
                  <a:cubicBezTo>
                    <a:pt x="8819" y="21180"/>
                    <a:pt x="8955" y="21104"/>
                    <a:pt x="8977" y="21190"/>
                  </a:cubicBezTo>
                  <a:cubicBezTo>
                    <a:pt x="8994" y="21268"/>
                    <a:pt x="9007" y="21360"/>
                    <a:pt x="9074" y="21327"/>
                  </a:cubicBezTo>
                  <a:cubicBezTo>
                    <a:pt x="9087" y="21499"/>
                    <a:pt x="9387" y="21534"/>
                    <a:pt x="9242" y="21147"/>
                  </a:cubicBezTo>
                  <a:cubicBezTo>
                    <a:pt x="9322" y="21112"/>
                    <a:pt x="9334" y="20930"/>
                    <a:pt x="9399" y="20930"/>
                  </a:cubicBezTo>
                  <a:cubicBezTo>
                    <a:pt x="9476" y="20930"/>
                    <a:pt x="9464" y="21056"/>
                    <a:pt x="9512" y="21099"/>
                  </a:cubicBezTo>
                  <a:cubicBezTo>
                    <a:pt x="9489" y="21140"/>
                    <a:pt x="9481" y="21184"/>
                    <a:pt x="9489" y="21232"/>
                  </a:cubicBezTo>
                  <a:cubicBezTo>
                    <a:pt x="9530" y="21294"/>
                    <a:pt x="9567" y="21378"/>
                    <a:pt x="9594" y="21465"/>
                  </a:cubicBezTo>
                  <a:cubicBezTo>
                    <a:pt x="9613" y="21444"/>
                    <a:pt x="9635" y="21429"/>
                    <a:pt x="9658" y="21420"/>
                  </a:cubicBezTo>
                  <a:cubicBezTo>
                    <a:pt x="9651" y="21406"/>
                    <a:pt x="9651" y="21393"/>
                    <a:pt x="9656" y="21381"/>
                  </a:cubicBezTo>
                  <a:lnTo>
                    <a:pt x="9663" y="21393"/>
                  </a:lnTo>
                  <a:cubicBezTo>
                    <a:pt x="9703" y="21371"/>
                    <a:pt x="9728" y="21327"/>
                    <a:pt x="9733" y="21262"/>
                  </a:cubicBezTo>
                  <a:lnTo>
                    <a:pt x="9788" y="21239"/>
                  </a:lnTo>
                  <a:lnTo>
                    <a:pt x="9727" y="21036"/>
                  </a:lnTo>
                  <a:lnTo>
                    <a:pt x="9751" y="20983"/>
                  </a:lnTo>
                  <a:cubicBezTo>
                    <a:pt x="9690" y="20841"/>
                    <a:pt x="9591" y="20668"/>
                    <a:pt x="9478" y="20685"/>
                  </a:cubicBezTo>
                  <a:cubicBezTo>
                    <a:pt x="9386" y="20387"/>
                    <a:pt x="9023" y="21216"/>
                    <a:pt x="8905" y="20641"/>
                  </a:cubicBezTo>
                  <a:lnTo>
                    <a:pt x="8820" y="20643"/>
                  </a:lnTo>
                  <a:cubicBezTo>
                    <a:pt x="8820" y="20643"/>
                    <a:pt x="8682" y="20417"/>
                    <a:pt x="8717" y="20417"/>
                  </a:cubicBezTo>
                  <a:cubicBezTo>
                    <a:pt x="8717" y="20417"/>
                    <a:pt x="8717" y="20417"/>
                    <a:pt x="8717" y="20417"/>
                  </a:cubicBezTo>
                  <a:cubicBezTo>
                    <a:pt x="8719" y="20417"/>
                    <a:pt x="8885" y="19093"/>
                    <a:pt x="8901" y="18934"/>
                  </a:cubicBezTo>
                  <a:cubicBezTo>
                    <a:pt x="8865" y="18931"/>
                    <a:pt x="8824" y="18936"/>
                    <a:pt x="8790" y="18958"/>
                  </a:cubicBezTo>
                  <a:cubicBezTo>
                    <a:pt x="8665" y="18803"/>
                    <a:pt x="8556" y="18836"/>
                    <a:pt x="8451" y="18742"/>
                  </a:cubicBezTo>
                  <a:cubicBezTo>
                    <a:pt x="8417" y="18712"/>
                    <a:pt x="8071" y="18740"/>
                    <a:pt x="8035" y="18773"/>
                  </a:cubicBezTo>
                  <a:cubicBezTo>
                    <a:pt x="8032" y="18768"/>
                    <a:pt x="8029" y="18763"/>
                    <a:pt x="8025" y="18757"/>
                  </a:cubicBezTo>
                  <a:cubicBezTo>
                    <a:pt x="8109" y="18574"/>
                    <a:pt x="8142" y="18312"/>
                    <a:pt x="8200" y="18110"/>
                  </a:cubicBezTo>
                  <a:cubicBezTo>
                    <a:pt x="8274" y="17968"/>
                    <a:pt x="8508" y="16969"/>
                    <a:pt x="8384" y="16969"/>
                  </a:cubicBezTo>
                  <a:cubicBezTo>
                    <a:pt x="8284" y="16969"/>
                    <a:pt x="8160" y="16997"/>
                    <a:pt x="8055" y="17030"/>
                  </a:cubicBezTo>
                  <a:cubicBezTo>
                    <a:pt x="7708" y="17115"/>
                    <a:pt x="7858" y="17667"/>
                    <a:pt x="7599" y="17812"/>
                  </a:cubicBezTo>
                  <a:cubicBezTo>
                    <a:pt x="7601" y="17840"/>
                    <a:pt x="7595" y="17864"/>
                    <a:pt x="7583" y="17884"/>
                  </a:cubicBezTo>
                  <a:lnTo>
                    <a:pt x="7589" y="17850"/>
                  </a:lnTo>
                  <a:cubicBezTo>
                    <a:pt x="7313" y="17803"/>
                    <a:pt x="7206" y="18092"/>
                    <a:pt x="6955" y="17842"/>
                  </a:cubicBezTo>
                  <a:cubicBezTo>
                    <a:pt x="6928" y="17797"/>
                    <a:pt x="6940" y="17716"/>
                    <a:pt x="6902" y="17678"/>
                  </a:cubicBezTo>
                  <a:cubicBezTo>
                    <a:pt x="6909" y="17285"/>
                    <a:pt x="6745" y="17009"/>
                    <a:pt x="6787" y="16567"/>
                  </a:cubicBezTo>
                  <a:cubicBezTo>
                    <a:pt x="6799" y="16444"/>
                    <a:pt x="6795" y="15988"/>
                    <a:pt x="6892" y="15936"/>
                  </a:cubicBezTo>
                  <a:cubicBezTo>
                    <a:pt x="6964" y="15896"/>
                    <a:pt x="6970" y="15802"/>
                    <a:pt x="6989" y="15695"/>
                  </a:cubicBezTo>
                  <a:cubicBezTo>
                    <a:pt x="6960" y="15291"/>
                    <a:pt x="7099" y="15132"/>
                    <a:pt x="7297" y="14954"/>
                  </a:cubicBezTo>
                  <a:cubicBezTo>
                    <a:pt x="7407" y="14847"/>
                    <a:pt x="7530" y="14681"/>
                    <a:pt x="7658" y="14647"/>
                  </a:cubicBezTo>
                  <a:cubicBezTo>
                    <a:pt x="7726" y="14629"/>
                    <a:pt x="7890" y="14823"/>
                    <a:pt x="7918" y="14651"/>
                  </a:cubicBezTo>
                  <a:cubicBezTo>
                    <a:pt x="7929" y="14662"/>
                    <a:pt x="7940" y="14672"/>
                    <a:pt x="7951" y="14683"/>
                  </a:cubicBezTo>
                  <a:cubicBezTo>
                    <a:pt x="7964" y="14784"/>
                    <a:pt x="8062" y="14913"/>
                    <a:pt x="8119" y="14804"/>
                  </a:cubicBezTo>
                  <a:cubicBezTo>
                    <a:pt x="8158" y="14847"/>
                    <a:pt x="8205" y="14840"/>
                    <a:pt x="8218" y="14755"/>
                  </a:cubicBezTo>
                  <a:cubicBezTo>
                    <a:pt x="8226" y="14760"/>
                    <a:pt x="8233" y="14769"/>
                    <a:pt x="8237" y="14776"/>
                  </a:cubicBezTo>
                  <a:cubicBezTo>
                    <a:pt x="8243" y="14815"/>
                    <a:pt x="8236" y="14869"/>
                    <a:pt x="8238" y="14910"/>
                  </a:cubicBezTo>
                  <a:cubicBezTo>
                    <a:pt x="8321" y="14897"/>
                    <a:pt x="8431" y="14728"/>
                    <a:pt x="8309" y="14652"/>
                  </a:cubicBezTo>
                  <a:cubicBezTo>
                    <a:pt x="8336" y="14621"/>
                    <a:pt x="8354" y="14568"/>
                    <a:pt x="8341" y="14512"/>
                  </a:cubicBezTo>
                  <a:cubicBezTo>
                    <a:pt x="8478" y="14435"/>
                    <a:pt x="8881" y="14341"/>
                    <a:pt x="8891" y="14660"/>
                  </a:cubicBezTo>
                  <a:cubicBezTo>
                    <a:pt x="8953" y="14668"/>
                    <a:pt x="9017" y="14668"/>
                    <a:pt x="9071" y="14607"/>
                  </a:cubicBezTo>
                  <a:cubicBezTo>
                    <a:pt x="9213" y="14442"/>
                    <a:pt x="9157" y="14782"/>
                    <a:pt x="9269" y="14825"/>
                  </a:cubicBezTo>
                  <a:cubicBezTo>
                    <a:pt x="9274" y="14919"/>
                    <a:pt x="9158" y="15202"/>
                    <a:pt x="9231" y="15255"/>
                  </a:cubicBezTo>
                  <a:cubicBezTo>
                    <a:pt x="9194" y="15363"/>
                    <a:pt x="9245" y="15521"/>
                    <a:pt x="9291" y="15598"/>
                  </a:cubicBezTo>
                  <a:cubicBezTo>
                    <a:pt x="9303" y="15683"/>
                    <a:pt x="9312" y="15745"/>
                    <a:pt x="9294" y="15822"/>
                  </a:cubicBezTo>
                  <a:cubicBezTo>
                    <a:pt x="9320" y="15840"/>
                    <a:pt x="9347" y="15858"/>
                    <a:pt x="9373" y="15876"/>
                  </a:cubicBezTo>
                  <a:cubicBezTo>
                    <a:pt x="9376" y="15876"/>
                    <a:pt x="9389" y="16042"/>
                    <a:pt x="9392" y="16062"/>
                  </a:cubicBezTo>
                  <a:cubicBezTo>
                    <a:pt x="9891" y="16160"/>
                    <a:pt x="9504" y="14453"/>
                    <a:pt x="9669" y="14135"/>
                  </a:cubicBezTo>
                  <a:cubicBezTo>
                    <a:pt x="9801" y="13882"/>
                    <a:pt x="9965" y="13656"/>
                    <a:pt x="10125" y="13464"/>
                  </a:cubicBezTo>
                  <a:cubicBezTo>
                    <a:pt x="10212" y="13386"/>
                    <a:pt x="10656" y="13027"/>
                    <a:pt x="10592" y="12952"/>
                  </a:cubicBezTo>
                  <a:cubicBezTo>
                    <a:pt x="10811" y="12978"/>
                    <a:pt x="10712" y="12540"/>
                    <a:pt x="10767" y="12391"/>
                  </a:cubicBezTo>
                  <a:cubicBezTo>
                    <a:pt x="10824" y="12240"/>
                    <a:pt x="11053" y="12010"/>
                    <a:pt x="10986" y="11786"/>
                  </a:cubicBezTo>
                  <a:cubicBezTo>
                    <a:pt x="11080" y="11837"/>
                    <a:pt x="11274" y="11508"/>
                    <a:pt x="11267" y="11344"/>
                  </a:cubicBezTo>
                  <a:cubicBezTo>
                    <a:pt x="11357" y="11366"/>
                    <a:pt x="11513" y="11281"/>
                    <a:pt x="11556" y="11158"/>
                  </a:cubicBezTo>
                  <a:lnTo>
                    <a:pt x="11547" y="11137"/>
                  </a:lnTo>
                  <a:cubicBezTo>
                    <a:pt x="11604" y="11130"/>
                    <a:pt x="11673" y="11149"/>
                    <a:pt x="11708" y="11051"/>
                  </a:cubicBezTo>
                  <a:cubicBezTo>
                    <a:pt x="11862" y="11256"/>
                    <a:pt x="12051" y="10796"/>
                    <a:pt x="11864" y="10786"/>
                  </a:cubicBezTo>
                  <a:cubicBezTo>
                    <a:pt x="11862" y="10777"/>
                    <a:pt x="11858" y="10768"/>
                    <a:pt x="11853" y="10760"/>
                  </a:cubicBezTo>
                  <a:cubicBezTo>
                    <a:pt x="11890" y="10730"/>
                    <a:pt x="11924" y="10692"/>
                    <a:pt x="11955" y="10645"/>
                  </a:cubicBezTo>
                  <a:lnTo>
                    <a:pt x="11897" y="10613"/>
                  </a:lnTo>
                  <a:cubicBezTo>
                    <a:pt x="11984" y="10395"/>
                    <a:pt x="12164" y="10420"/>
                    <a:pt x="12245" y="10219"/>
                  </a:cubicBezTo>
                  <a:cubicBezTo>
                    <a:pt x="12330" y="10329"/>
                    <a:pt x="12661" y="10004"/>
                    <a:pt x="12737" y="9969"/>
                  </a:cubicBezTo>
                  <a:cubicBezTo>
                    <a:pt x="12664" y="10028"/>
                    <a:pt x="12408" y="10465"/>
                    <a:pt x="12631" y="10503"/>
                  </a:cubicBezTo>
                  <a:cubicBezTo>
                    <a:pt x="12789" y="10529"/>
                    <a:pt x="13042" y="10150"/>
                    <a:pt x="13212" y="10091"/>
                  </a:cubicBezTo>
                  <a:cubicBezTo>
                    <a:pt x="13387" y="9998"/>
                    <a:pt x="13656" y="9885"/>
                    <a:pt x="13625" y="9596"/>
                  </a:cubicBezTo>
                  <a:cubicBezTo>
                    <a:pt x="13619" y="9547"/>
                    <a:pt x="13631" y="9416"/>
                    <a:pt x="13642" y="9372"/>
                  </a:cubicBezTo>
                  <a:cubicBezTo>
                    <a:pt x="13542" y="9340"/>
                    <a:pt x="13492" y="9469"/>
                    <a:pt x="13428" y="9577"/>
                  </a:cubicBezTo>
                  <a:cubicBezTo>
                    <a:pt x="13210" y="9948"/>
                    <a:pt x="13126" y="9598"/>
                    <a:pt x="13005" y="9382"/>
                  </a:cubicBezTo>
                  <a:cubicBezTo>
                    <a:pt x="13043" y="9332"/>
                    <a:pt x="13094" y="9211"/>
                    <a:pt x="13035" y="9143"/>
                  </a:cubicBezTo>
                  <a:cubicBezTo>
                    <a:pt x="13114" y="9113"/>
                    <a:pt x="13246" y="8984"/>
                    <a:pt x="13198" y="8817"/>
                  </a:cubicBezTo>
                  <a:cubicBezTo>
                    <a:pt x="13133" y="8591"/>
                    <a:pt x="12921" y="8699"/>
                    <a:pt x="12820" y="8748"/>
                  </a:cubicBezTo>
                  <a:cubicBezTo>
                    <a:pt x="13042" y="8483"/>
                    <a:pt x="13227" y="8473"/>
                    <a:pt x="13514" y="8498"/>
                  </a:cubicBezTo>
                  <a:cubicBezTo>
                    <a:pt x="13879" y="8530"/>
                    <a:pt x="14067" y="8267"/>
                    <a:pt x="14414" y="8134"/>
                  </a:cubicBezTo>
                  <a:cubicBezTo>
                    <a:pt x="14179" y="8347"/>
                    <a:pt x="14080" y="8871"/>
                    <a:pt x="13864" y="9071"/>
                  </a:cubicBezTo>
                  <a:cubicBezTo>
                    <a:pt x="13717" y="9206"/>
                    <a:pt x="14405" y="9317"/>
                    <a:pt x="14423" y="9210"/>
                  </a:cubicBezTo>
                  <a:cubicBezTo>
                    <a:pt x="14405" y="9314"/>
                    <a:pt x="14297" y="9379"/>
                    <a:pt x="14243" y="9402"/>
                  </a:cubicBezTo>
                  <a:cubicBezTo>
                    <a:pt x="14313" y="9418"/>
                    <a:pt x="14553" y="9162"/>
                    <a:pt x="14568" y="9200"/>
                  </a:cubicBezTo>
                  <a:cubicBezTo>
                    <a:pt x="14597" y="9273"/>
                    <a:pt x="14503" y="9384"/>
                    <a:pt x="14488" y="9436"/>
                  </a:cubicBezTo>
                  <a:cubicBezTo>
                    <a:pt x="14575" y="9436"/>
                    <a:pt x="14865" y="9376"/>
                    <a:pt x="14709" y="9160"/>
                  </a:cubicBezTo>
                  <a:cubicBezTo>
                    <a:pt x="14686" y="9129"/>
                    <a:pt x="14726" y="9185"/>
                    <a:pt x="14709" y="9160"/>
                  </a:cubicBezTo>
                  <a:close/>
                  <a:moveTo>
                    <a:pt x="9292" y="15807"/>
                  </a:moveTo>
                  <a:cubicBezTo>
                    <a:pt x="9294" y="15804"/>
                    <a:pt x="9294" y="15801"/>
                    <a:pt x="9294" y="15797"/>
                  </a:cubicBezTo>
                  <a:lnTo>
                    <a:pt x="9292" y="15807"/>
                  </a:lnTo>
                  <a:cubicBezTo>
                    <a:pt x="9292" y="15807"/>
                    <a:pt x="9292" y="15807"/>
                    <a:pt x="9292" y="15807"/>
                  </a:cubicBezTo>
                  <a:close/>
                  <a:moveTo>
                    <a:pt x="10369" y="17468"/>
                  </a:moveTo>
                  <a:cubicBezTo>
                    <a:pt x="10335" y="17379"/>
                    <a:pt x="10167" y="17362"/>
                    <a:pt x="10156" y="17309"/>
                  </a:cubicBezTo>
                  <a:cubicBezTo>
                    <a:pt x="10131" y="17189"/>
                    <a:pt x="9829" y="16896"/>
                    <a:pt x="9715" y="16827"/>
                  </a:cubicBezTo>
                  <a:cubicBezTo>
                    <a:pt x="9533" y="16717"/>
                    <a:pt x="9375" y="16548"/>
                    <a:pt x="9156" y="16596"/>
                  </a:cubicBezTo>
                  <a:cubicBezTo>
                    <a:pt x="9072" y="16614"/>
                    <a:pt x="8717" y="16808"/>
                    <a:pt x="8728" y="16994"/>
                  </a:cubicBezTo>
                  <a:cubicBezTo>
                    <a:pt x="8730" y="17027"/>
                    <a:pt x="9190" y="16568"/>
                    <a:pt x="9247" y="16760"/>
                  </a:cubicBezTo>
                  <a:cubicBezTo>
                    <a:pt x="9236" y="16814"/>
                    <a:pt x="9210" y="16831"/>
                    <a:pt x="9167" y="16810"/>
                  </a:cubicBezTo>
                  <a:cubicBezTo>
                    <a:pt x="9239" y="16755"/>
                    <a:pt x="9536" y="17035"/>
                    <a:pt x="9629" y="17047"/>
                  </a:cubicBezTo>
                  <a:cubicBezTo>
                    <a:pt x="9753" y="17062"/>
                    <a:pt x="9684" y="17348"/>
                    <a:pt x="9814" y="17335"/>
                  </a:cubicBezTo>
                  <a:cubicBezTo>
                    <a:pt x="9981" y="17317"/>
                    <a:pt x="9882" y="17476"/>
                    <a:pt x="9811" y="17585"/>
                  </a:cubicBezTo>
                  <a:cubicBezTo>
                    <a:pt x="9811" y="17585"/>
                    <a:pt x="9811" y="17585"/>
                    <a:pt x="9811" y="17585"/>
                  </a:cubicBezTo>
                  <a:cubicBezTo>
                    <a:pt x="9811" y="17585"/>
                    <a:pt x="9811" y="17585"/>
                    <a:pt x="9811" y="17586"/>
                  </a:cubicBezTo>
                  <a:cubicBezTo>
                    <a:pt x="9831" y="17583"/>
                    <a:pt x="10404" y="17558"/>
                    <a:pt x="10369" y="17468"/>
                  </a:cubicBezTo>
                  <a:cubicBezTo>
                    <a:pt x="10361" y="17446"/>
                    <a:pt x="10394" y="17532"/>
                    <a:pt x="10369" y="17468"/>
                  </a:cubicBezTo>
                  <a:close/>
                  <a:moveTo>
                    <a:pt x="20788" y="376"/>
                  </a:moveTo>
                  <a:cubicBezTo>
                    <a:pt x="20661" y="393"/>
                    <a:pt x="20521" y="488"/>
                    <a:pt x="20397" y="482"/>
                  </a:cubicBezTo>
                  <a:cubicBezTo>
                    <a:pt x="20438" y="401"/>
                    <a:pt x="20552" y="165"/>
                    <a:pt x="20633" y="174"/>
                  </a:cubicBezTo>
                  <a:cubicBezTo>
                    <a:pt x="20175" y="121"/>
                    <a:pt x="19751" y="-20"/>
                    <a:pt x="19284" y="2"/>
                  </a:cubicBezTo>
                  <a:cubicBezTo>
                    <a:pt x="19105" y="10"/>
                    <a:pt x="18902" y="130"/>
                    <a:pt x="18728" y="59"/>
                  </a:cubicBezTo>
                  <a:cubicBezTo>
                    <a:pt x="18578" y="-2"/>
                    <a:pt x="18252" y="-5"/>
                    <a:pt x="18116" y="136"/>
                  </a:cubicBezTo>
                  <a:cubicBezTo>
                    <a:pt x="18175" y="75"/>
                    <a:pt x="18298" y="279"/>
                    <a:pt x="18361" y="285"/>
                  </a:cubicBezTo>
                  <a:cubicBezTo>
                    <a:pt x="18166" y="285"/>
                    <a:pt x="17974" y="110"/>
                    <a:pt x="17776" y="149"/>
                  </a:cubicBezTo>
                  <a:cubicBezTo>
                    <a:pt x="17789" y="245"/>
                    <a:pt x="17791" y="210"/>
                    <a:pt x="17833" y="259"/>
                  </a:cubicBezTo>
                  <a:cubicBezTo>
                    <a:pt x="17695" y="308"/>
                    <a:pt x="17442" y="191"/>
                    <a:pt x="17296" y="183"/>
                  </a:cubicBezTo>
                  <a:cubicBezTo>
                    <a:pt x="17097" y="171"/>
                    <a:pt x="16902" y="273"/>
                    <a:pt x="16703" y="270"/>
                  </a:cubicBezTo>
                  <a:cubicBezTo>
                    <a:pt x="16707" y="477"/>
                    <a:pt x="16045" y="464"/>
                    <a:pt x="15922" y="611"/>
                  </a:cubicBezTo>
                  <a:cubicBezTo>
                    <a:pt x="15984" y="642"/>
                    <a:pt x="16050" y="632"/>
                    <a:pt x="16114" y="633"/>
                  </a:cubicBezTo>
                  <a:cubicBezTo>
                    <a:pt x="16093" y="927"/>
                    <a:pt x="15244" y="969"/>
                    <a:pt x="15099" y="1007"/>
                  </a:cubicBezTo>
                  <a:cubicBezTo>
                    <a:pt x="15125" y="1148"/>
                    <a:pt x="15349" y="1197"/>
                    <a:pt x="15414" y="1212"/>
                  </a:cubicBezTo>
                  <a:cubicBezTo>
                    <a:pt x="15335" y="1285"/>
                    <a:pt x="15187" y="1268"/>
                    <a:pt x="15096" y="1309"/>
                  </a:cubicBezTo>
                  <a:cubicBezTo>
                    <a:pt x="15139" y="1389"/>
                    <a:pt x="15278" y="1390"/>
                    <a:pt x="15337" y="1395"/>
                  </a:cubicBezTo>
                  <a:cubicBezTo>
                    <a:pt x="15292" y="1423"/>
                    <a:pt x="15237" y="1423"/>
                    <a:pt x="15198" y="1474"/>
                  </a:cubicBezTo>
                  <a:cubicBezTo>
                    <a:pt x="15433" y="1544"/>
                    <a:pt x="15645" y="1461"/>
                    <a:pt x="15880" y="1474"/>
                  </a:cubicBezTo>
                  <a:cubicBezTo>
                    <a:pt x="15992" y="1480"/>
                    <a:pt x="16131" y="1500"/>
                    <a:pt x="16237" y="1562"/>
                  </a:cubicBezTo>
                  <a:cubicBezTo>
                    <a:pt x="16344" y="1623"/>
                    <a:pt x="16226" y="1664"/>
                    <a:pt x="16247" y="1717"/>
                  </a:cubicBezTo>
                  <a:cubicBezTo>
                    <a:pt x="16266" y="1765"/>
                    <a:pt x="16487" y="1880"/>
                    <a:pt x="16313" y="1959"/>
                  </a:cubicBezTo>
                  <a:cubicBezTo>
                    <a:pt x="16559" y="1847"/>
                    <a:pt x="16204" y="2758"/>
                    <a:pt x="16179" y="2583"/>
                  </a:cubicBezTo>
                  <a:cubicBezTo>
                    <a:pt x="16203" y="2748"/>
                    <a:pt x="16427" y="2568"/>
                    <a:pt x="16494" y="2630"/>
                  </a:cubicBezTo>
                  <a:cubicBezTo>
                    <a:pt x="16482" y="2669"/>
                    <a:pt x="16425" y="2638"/>
                    <a:pt x="16428" y="2695"/>
                  </a:cubicBezTo>
                  <a:cubicBezTo>
                    <a:pt x="16522" y="2661"/>
                    <a:pt x="16598" y="2870"/>
                    <a:pt x="16593" y="2871"/>
                  </a:cubicBezTo>
                  <a:cubicBezTo>
                    <a:pt x="16581" y="2874"/>
                    <a:pt x="16213" y="2799"/>
                    <a:pt x="16214" y="2802"/>
                  </a:cubicBezTo>
                  <a:cubicBezTo>
                    <a:pt x="16229" y="2835"/>
                    <a:pt x="16243" y="2868"/>
                    <a:pt x="16257" y="2900"/>
                  </a:cubicBezTo>
                  <a:cubicBezTo>
                    <a:pt x="16172" y="2904"/>
                    <a:pt x="16137" y="2977"/>
                    <a:pt x="16095" y="3092"/>
                  </a:cubicBezTo>
                  <a:cubicBezTo>
                    <a:pt x="16186" y="3140"/>
                    <a:pt x="16346" y="3277"/>
                    <a:pt x="16419" y="3092"/>
                  </a:cubicBezTo>
                  <a:cubicBezTo>
                    <a:pt x="16494" y="2902"/>
                    <a:pt x="16546" y="3028"/>
                    <a:pt x="16502" y="3209"/>
                  </a:cubicBezTo>
                  <a:cubicBezTo>
                    <a:pt x="16498" y="3224"/>
                    <a:pt x="15861" y="3720"/>
                    <a:pt x="16084" y="3791"/>
                  </a:cubicBezTo>
                  <a:cubicBezTo>
                    <a:pt x="16081" y="3912"/>
                    <a:pt x="15909" y="3871"/>
                    <a:pt x="15990" y="4074"/>
                  </a:cubicBezTo>
                  <a:cubicBezTo>
                    <a:pt x="16072" y="4282"/>
                    <a:pt x="15977" y="4328"/>
                    <a:pt x="16012" y="4522"/>
                  </a:cubicBezTo>
                  <a:cubicBezTo>
                    <a:pt x="16059" y="4791"/>
                    <a:pt x="16218" y="5190"/>
                    <a:pt x="16217" y="5459"/>
                  </a:cubicBezTo>
                  <a:cubicBezTo>
                    <a:pt x="16477" y="5346"/>
                    <a:pt x="16693" y="5934"/>
                    <a:pt x="16874" y="5492"/>
                  </a:cubicBezTo>
                  <a:cubicBezTo>
                    <a:pt x="16944" y="5323"/>
                    <a:pt x="17078" y="4978"/>
                    <a:pt x="17178" y="4863"/>
                  </a:cubicBezTo>
                  <a:cubicBezTo>
                    <a:pt x="17207" y="4830"/>
                    <a:pt x="17468" y="4537"/>
                    <a:pt x="17336" y="4506"/>
                  </a:cubicBezTo>
                  <a:cubicBezTo>
                    <a:pt x="17352" y="4429"/>
                    <a:pt x="17466" y="4461"/>
                    <a:pt x="17462" y="4414"/>
                  </a:cubicBezTo>
                  <a:cubicBezTo>
                    <a:pt x="17446" y="4185"/>
                    <a:pt x="17478" y="4318"/>
                    <a:pt x="17603" y="4179"/>
                  </a:cubicBezTo>
                  <a:cubicBezTo>
                    <a:pt x="17832" y="3924"/>
                    <a:pt x="18176" y="4100"/>
                    <a:pt x="18404" y="3748"/>
                  </a:cubicBezTo>
                  <a:cubicBezTo>
                    <a:pt x="18623" y="3408"/>
                    <a:pt x="18719" y="3579"/>
                    <a:pt x="18976" y="3474"/>
                  </a:cubicBezTo>
                  <a:cubicBezTo>
                    <a:pt x="19132" y="3410"/>
                    <a:pt x="19315" y="3416"/>
                    <a:pt x="19459" y="3294"/>
                  </a:cubicBezTo>
                  <a:cubicBezTo>
                    <a:pt x="19583" y="3189"/>
                    <a:pt x="19779" y="3004"/>
                    <a:pt x="19921" y="2998"/>
                  </a:cubicBezTo>
                  <a:cubicBezTo>
                    <a:pt x="19863" y="3000"/>
                    <a:pt x="19502" y="2839"/>
                    <a:pt x="19465" y="2948"/>
                  </a:cubicBezTo>
                  <a:cubicBezTo>
                    <a:pt x="19535" y="2744"/>
                    <a:pt x="19616" y="2666"/>
                    <a:pt x="19736" y="2808"/>
                  </a:cubicBezTo>
                  <a:cubicBezTo>
                    <a:pt x="19799" y="2882"/>
                    <a:pt x="20006" y="3044"/>
                    <a:pt x="20008" y="2762"/>
                  </a:cubicBezTo>
                  <a:cubicBezTo>
                    <a:pt x="20009" y="2563"/>
                    <a:pt x="19750" y="2306"/>
                    <a:pt x="19652" y="2240"/>
                  </a:cubicBezTo>
                  <a:cubicBezTo>
                    <a:pt x="19743" y="2177"/>
                    <a:pt x="20272" y="2315"/>
                    <a:pt x="20290" y="2066"/>
                  </a:cubicBezTo>
                  <a:cubicBezTo>
                    <a:pt x="20246" y="2069"/>
                    <a:pt x="20204" y="2042"/>
                    <a:pt x="20162" y="2024"/>
                  </a:cubicBezTo>
                  <a:cubicBezTo>
                    <a:pt x="20196" y="2013"/>
                    <a:pt x="20461" y="2053"/>
                    <a:pt x="20445" y="1920"/>
                  </a:cubicBezTo>
                  <a:cubicBezTo>
                    <a:pt x="20434" y="1826"/>
                    <a:pt x="20316" y="1823"/>
                    <a:pt x="20426" y="1726"/>
                  </a:cubicBezTo>
                  <a:cubicBezTo>
                    <a:pt x="20595" y="1578"/>
                    <a:pt x="20285" y="1472"/>
                    <a:pt x="20249" y="1409"/>
                  </a:cubicBezTo>
                  <a:cubicBezTo>
                    <a:pt x="20284" y="1409"/>
                    <a:pt x="20770" y="1373"/>
                    <a:pt x="20655" y="1204"/>
                  </a:cubicBezTo>
                  <a:cubicBezTo>
                    <a:pt x="20592" y="1111"/>
                    <a:pt x="20396" y="1087"/>
                    <a:pt x="20327" y="1171"/>
                  </a:cubicBezTo>
                  <a:cubicBezTo>
                    <a:pt x="20607" y="695"/>
                    <a:pt x="21060" y="526"/>
                    <a:pt x="21446" y="368"/>
                  </a:cubicBezTo>
                  <a:cubicBezTo>
                    <a:pt x="21259" y="170"/>
                    <a:pt x="20985" y="351"/>
                    <a:pt x="20788" y="376"/>
                  </a:cubicBezTo>
                  <a:cubicBezTo>
                    <a:pt x="20727" y="384"/>
                    <a:pt x="20985" y="351"/>
                    <a:pt x="20788" y="376"/>
                  </a:cubicBezTo>
                  <a:close/>
                  <a:moveTo>
                    <a:pt x="11250" y="17854"/>
                  </a:moveTo>
                  <a:cubicBezTo>
                    <a:pt x="11353" y="18121"/>
                    <a:pt x="10932" y="18149"/>
                    <a:pt x="10851" y="18066"/>
                  </a:cubicBezTo>
                  <a:cubicBezTo>
                    <a:pt x="10834" y="18070"/>
                    <a:pt x="10772" y="18267"/>
                    <a:pt x="10762" y="18295"/>
                  </a:cubicBezTo>
                  <a:lnTo>
                    <a:pt x="10744" y="18285"/>
                  </a:lnTo>
                  <a:lnTo>
                    <a:pt x="10730" y="18323"/>
                  </a:lnTo>
                  <a:cubicBezTo>
                    <a:pt x="10688" y="18281"/>
                    <a:pt x="10661" y="18211"/>
                    <a:pt x="10659" y="18127"/>
                  </a:cubicBezTo>
                  <a:cubicBezTo>
                    <a:pt x="10636" y="18121"/>
                    <a:pt x="10482" y="18109"/>
                    <a:pt x="10449" y="18132"/>
                  </a:cubicBezTo>
                  <a:cubicBezTo>
                    <a:pt x="10400" y="18160"/>
                    <a:pt x="10250" y="18170"/>
                    <a:pt x="10272" y="17972"/>
                  </a:cubicBezTo>
                  <a:cubicBezTo>
                    <a:pt x="10299" y="17723"/>
                    <a:pt x="10501" y="18031"/>
                    <a:pt x="10576" y="17927"/>
                  </a:cubicBezTo>
                  <a:cubicBezTo>
                    <a:pt x="10576" y="17927"/>
                    <a:pt x="10576" y="17927"/>
                    <a:pt x="10576" y="17927"/>
                  </a:cubicBezTo>
                  <a:cubicBezTo>
                    <a:pt x="10555" y="17927"/>
                    <a:pt x="10562" y="17743"/>
                    <a:pt x="10562" y="17738"/>
                  </a:cubicBezTo>
                  <a:lnTo>
                    <a:pt x="10412" y="17627"/>
                  </a:lnTo>
                  <a:cubicBezTo>
                    <a:pt x="10499" y="17485"/>
                    <a:pt x="10669" y="17484"/>
                    <a:pt x="10776" y="17484"/>
                  </a:cubicBezTo>
                  <a:cubicBezTo>
                    <a:pt x="10837" y="17484"/>
                    <a:pt x="10950" y="17493"/>
                    <a:pt x="11001" y="17546"/>
                  </a:cubicBezTo>
                  <a:cubicBezTo>
                    <a:pt x="11036" y="17584"/>
                    <a:pt x="11222" y="17784"/>
                    <a:pt x="11250" y="17854"/>
                  </a:cubicBezTo>
                  <a:cubicBezTo>
                    <a:pt x="11273" y="17915"/>
                    <a:pt x="11228" y="17798"/>
                    <a:pt x="11250" y="17854"/>
                  </a:cubicBezTo>
                  <a:close/>
                </a:path>
              </a:pathLst>
            </a:custGeom>
            <a:solidFill>
              <a:schemeClr val="bg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a:ln>
                  <a:noFill/>
                </a:ln>
                <a:solidFill>
                  <a:srgbClr val="171717"/>
                </a:solidFill>
                <a:effectLst/>
                <a:uLnTx/>
                <a:uFillTx/>
                <a:latin typeface="Lato Light" panose="020F0502020204030203" pitchFamily="34" charset="0"/>
                <a:ea typeface="+mn-ea"/>
                <a:cs typeface="+mn-cs"/>
              </a:endParaRPr>
            </a:p>
          </p:txBody>
        </p:sp>
        <p:sp>
          <p:nvSpPr>
            <p:cNvPr id="11" name="Shape 2800">
              <a:extLst>
                <a:ext uri="{FF2B5EF4-FFF2-40B4-BE49-F238E27FC236}">
                  <a16:creationId xmlns:a16="http://schemas.microsoft.com/office/drawing/2014/main" id="{4EB6A2BF-243D-E6F3-C13E-89A38560718A}"/>
                </a:ext>
              </a:extLst>
            </p:cNvPr>
            <p:cNvSpPr/>
            <p:nvPr/>
          </p:nvSpPr>
          <p:spPr>
            <a:xfrm>
              <a:off x="5029689" y="2715408"/>
              <a:ext cx="2312808" cy="2728542"/>
            </a:xfrm>
            <a:custGeom>
              <a:avLst/>
              <a:gdLst/>
              <a:ahLst/>
              <a:cxnLst>
                <a:cxn ang="0">
                  <a:pos x="wd2" y="hd2"/>
                </a:cxn>
                <a:cxn ang="5400000">
                  <a:pos x="wd2" y="hd2"/>
                </a:cxn>
                <a:cxn ang="10800000">
                  <a:pos x="wd2" y="hd2"/>
                </a:cxn>
                <a:cxn ang="16200000">
                  <a:pos x="wd2" y="hd2"/>
                </a:cxn>
              </a:cxnLst>
              <a:rect l="0" t="0" r="r" b="b"/>
              <a:pathLst>
                <a:path w="21494" h="21436" extrusionOk="0">
                  <a:moveTo>
                    <a:pt x="21150" y="15574"/>
                  </a:moveTo>
                  <a:cubicBezTo>
                    <a:pt x="21261" y="15717"/>
                    <a:pt x="21093" y="15952"/>
                    <a:pt x="20924" y="15784"/>
                  </a:cubicBezTo>
                  <a:cubicBezTo>
                    <a:pt x="20982" y="16021"/>
                    <a:pt x="20891" y="16384"/>
                    <a:pt x="20777" y="16596"/>
                  </a:cubicBezTo>
                  <a:cubicBezTo>
                    <a:pt x="20505" y="17107"/>
                    <a:pt x="20399" y="17680"/>
                    <a:pt x="20142" y="18190"/>
                  </a:cubicBezTo>
                  <a:cubicBezTo>
                    <a:pt x="20021" y="18451"/>
                    <a:pt x="19581" y="18883"/>
                    <a:pt x="19210" y="18697"/>
                  </a:cubicBezTo>
                  <a:cubicBezTo>
                    <a:pt x="19055" y="18620"/>
                    <a:pt x="18983" y="18564"/>
                    <a:pt x="18916" y="18429"/>
                  </a:cubicBezTo>
                  <a:cubicBezTo>
                    <a:pt x="18874" y="18346"/>
                    <a:pt x="18895" y="18082"/>
                    <a:pt x="18885" y="18073"/>
                  </a:cubicBezTo>
                  <a:cubicBezTo>
                    <a:pt x="18630" y="17743"/>
                    <a:pt x="18882" y="17612"/>
                    <a:pt x="18985" y="17344"/>
                  </a:cubicBezTo>
                  <a:cubicBezTo>
                    <a:pt x="19114" y="17002"/>
                    <a:pt x="19115" y="16913"/>
                    <a:pt x="19087" y="16545"/>
                  </a:cubicBezTo>
                  <a:cubicBezTo>
                    <a:pt x="19035" y="16414"/>
                    <a:pt x="19148" y="15981"/>
                    <a:pt x="19273" y="15913"/>
                  </a:cubicBezTo>
                  <a:cubicBezTo>
                    <a:pt x="19479" y="15800"/>
                    <a:pt x="19740" y="15772"/>
                    <a:pt x="19957" y="15653"/>
                  </a:cubicBezTo>
                  <a:cubicBezTo>
                    <a:pt x="20082" y="15574"/>
                    <a:pt x="20117" y="15501"/>
                    <a:pt x="20239" y="15479"/>
                  </a:cubicBezTo>
                  <a:cubicBezTo>
                    <a:pt x="20387" y="15448"/>
                    <a:pt x="20295" y="14983"/>
                    <a:pt x="20473" y="15143"/>
                  </a:cubicBezTo>
                  <a:cubicBezTo>
                    <a:pt x="20533" y="15027"/>
                    <a:pt x="20661" y="14865"/>
                    <a:pt x="20739" y="14731"/>
                  </a:cubicBezTo>
                  <a:cubicBezTo>
                    <a:pt x="20722" y="14552"/>
                    <a:pt x="20909" y="14739"/>
                    <a:pt x="20929" y="14819"/>
                  </a:cubicBezTo>
                  <a:cubicBezTo>
                    <a:pt x="20973" y="14985"/>
                    <a:pt x="21061" y="15461"/>
                    <a:pt x="21150" y="15574"/>
                  </a:cubicBezTo>
                  <a:cubicBezTo>
                    <a:pt x="21173" y="15603"/>
                    <a:pt x="21138" y="15559"/>
                    <a:pt x="21150" y="15574"/>
                  </a:cubicBezTo>
                  <a:close/>
                  <a:moveTo>
                    <a:pt x="21449" y="7942"/>
                  </a:moveTo>
                  <a:cubicBezTo>
                    <a:pt x="21344" y="7731"/>
                    <a:pt x="21600" y="7533"/>
                    <a:pt x="21152" y="7539"/>
                  </a:cubicBezTo>
                  <a:cubicBezTo>
                    <a:pt x="21008" y="7541"/>
                    <a:pt x="20754" y="7739"/>
                    <a:pt x="20526" y="7739"/>
                  </a:cubicBezTo>
                  <a:cubicBezTo>
                    <a:pt x="20244" y="7739"/>
                    <a:pt x="20016" y="7865"/>
                    <a:pt x="19729" y="7865"/>
                  </a:cubicBezTo>
                  <a:cubicBezTo>
                    <a:pt x="19565" y="7865"/>
                    <a:pt x="19469" y="8014"/>
                    <a:pt x="19302" y="7993"/>
                  </a:cubicBezTo>
                  <a:cubicBezTo>
                    <a:pt x="19093" y="7930"/>
                    <a:pt x="19070" y="7669"/>
                    <a:pt x="18908" y="7605"/>
                  </a:cubicBezTo>
                  <a:cubicBezTo>
                    <a:pt x="19001" y="7551"/>
                    <a:pt x="19025" y="7458"/>
                    <a:pt x="18981" y="7374"/>
                  </a:cubicBezTo>
                  <a:cubicBezTo>
                    <a:pt x="19062" y="7284"/>
                    <a:pt x="18938" y="7312"/>
                    <a:pt x="18896" y="7232"/>
                  </a:cubicBezTo>
                  <a:cubicBezTo>
                    <a:pt x="18780" y="7074"/>
                    <a:pt x="18298" y="6560"/>
                    <a:pt x="18034" y="6598"/>
                  </a:cubicBezTo>
                  <a:cubicBezTo>
                    <a:pt x="17984" y="6467"/>
                    <a:pt x="17855" y="6463"/>
                    <a:pt x="17803" y="6343"/>
                  </a:cubicBezTo>
                  <a:cubicBezTo>
                    <a:pt x="17753" y="6232"/>
                    <a:pt x="17703" y="5708"/>
                    <a:pt x="17456" y="5708"/>
                  </a:cubicBezTo>
                  <a:lnTo>
                    <a:pt x="17456" y="5708"/>
                  </a:lnTo>
                  <a:cubicBezTo>
                    <a:pt x="17148" y="5708"/>
                    <a:pt x="17061" y="5095"/>
                    <a:pt x="17029" y="4927"/>
                  </a:cubicBezTo>
                  <a:lnTo>
                    <a:pt x="17085" y="4930"/>
                  </a:lnTo>
                  <a:cubicBezTo>
                    <a:pt x="16985" y="4575"/>
                    <a:pt x="16629" y="4445"/>
                    <a:pt x="16480" y="4141"/>
                  </a:cubicBezTo>
                  <a:lnTo>
                    <a:pt x="16435" y="4152"/>
                  </a:lnTo>
                  <a:cubicBezTo>
                    <a:pt x="16428" y="4118"/>
                    <a:pt x="16411" y="4085"/>
                    <a:pt x="16410" y="4050"/>
                  </a:cubicBezTo>
                  <a:cubicBezTo>
                    <a:pt x="16418" y="4049"/>
                    <a:pt x="16577" y="4040"/>
                    <a:pt x="16577" y="4040"/>
                  </a:cubicBezTo>
                  <a:cubicBezTo>
                    <a:pt x="16561" y="4019"/>
                    <a:pt x="16373" y="3888"/>
                    <a:pt x="16373" y="3877"/>
                  </a:cubicBezTo>
                  <a:cubicBezTo>
                    <a:pt x="16140" y="3556"/>
                    <a:pt x="15927" y="3229"/>
                    <a:pt x="15764" y="2884"/>
                  </a:cubicBezTo>
                  <a:cubicBezTo>
                    <a:pt x="15810" y="2908"/>
                    <a:pt x="15860" y="2921"/>
                    <a:pt x="15913" y="2924"/>
                  </a:cubicBezTo>
                  <a:cubicBezTo>
                    <a:pt x="16212" y="2508"/>
                    <a:pt x="16034" y="2139"/>
                    <a:pt x="15828" y="1728"/>
                  </a:cubicBezTo>
                  <a:cubicBezTo>
                    <a:pt x="15663" y="1776"/>
                    <a:pt x="15487" y="1765"/>
                    <a:pt x="15320" y="1792"/>
                  </a:cubicBezTo>
                  <a:cubicBezTo>
                    <a:pt x="15262" y="1792"/>
                    <a:pt x="15004" y="1673"/>
                    <a:pt x="14939" y="1652"/>
                  </a:cubicBezTo>
                  <a:cubicBezTo>
                    <a:pt x="14877" y="1646"/>
                    <a:pt x="14703" y="1675"/>
                    <a:pt x="14673" y="1666"/>
                  </a:cubicBezTo>
                  <a:cubicBezTo>
                    <a:pt x="14649" y="1666"/>
                    <a:pt x="14604" y="1640"/>
                    <a:pt x="14583" y="1631"/>
                  </a:cubicBezTo>
                  <a:cubicBezTo>
                    <a:pt x="14579" y="1638"/>
                    <a:pt x="14541" y="1746"/>
                    <a:pt x="14548" y="1746"/>
                  </a:cubicBezTo>
                  <a:cubicBezTo>
                    <a:pt x="14314" y="1775"/>
                    <a:pt x="14213" y="1915"/>
                    <a:pt x="13949" y="1776"/>
                  </a:cubicBezTo>
                  <a:cubicBezTo>
                    <a:pt x="13737" y="1662"/>
                    <a:pt x="13370" y="1599"/>
                    <a:pt x="13126" y="1666"/>
                  </a:cubicBezTo>
                  <a:cubicBezTo>
                    <a:pt x="13114" y="1631"/>
                    <a:pt x="12362" y="1325"/>
                    <a:pt x="12311" y="1315"/>
                  </a:cubicBezTo>
                  <a:cubicBezTo>
                    <a:pt x="12058" y="1263"/>
                    <a:pt x="11585" y="1295"/>
                    <a:pt x="11468" y="1561"/>
                  </a:cubicBezTo>
                  <a:cubicBezTo>
                    <a:pt x="11405" y="1704"/>
                    <a:pt x="11546" y="1817"/>
                    <a:pt x="11493" y="1940"/>
                  </a:cubicBezTo>
                  <a:cubicBezTo>
                    <a:pt x="11411" y="2129"/>
                    <a:pt x="10260" y="1753"/>
                    <a:pt x="10229" y="1583"/>
                  </a:cubicBezTo>
                  <a:cubicBezTo>
                    <a:pt x="10181" y="1321"/>
                    <a:pt x="9285" y="1213"/>
                    <a:pt x="9029" y="1193"/>
                  </a:cubicBezTo>
                  <a:cubicBezTo>
                    <a:pt x="9018" y="1125"/>
                    <a:pt x="8978" y="1083"/>
                    <a:pt x="8892" y="1075"/>
                  </a:cubicBezTo>
                  <a:lnTo>
                    <a:pt x="8892" y="1071"/>
                  </a:lnTo>
                  <a:cubicBezTo>
                    <a:pt x="8848" y="1075"/>
                    <a:pt x="8690" y="1054"/>
                    <a:pt x="8710" y="986"/>
                  </a:cubicBezTo>
                  <a:cubicBezTo>
                    <a:pt x="8710" y="964"/>
                    <a:pt x="8994" y="767"/>
                    <a:pt x="9016" y="679"/>
                  </a:cubicBezTo>
                  <a:cubicBezTo>
                    <a:pt x="9056" y="517"/>
                    <a:pt x="8891" y="519"/>
                    <a:pt x="8901" y="450"/>
                  </a:cubicBezTo>
                  <a:cubicBezTo>
                    <a:pt x="8820" y="389"/>
                    <a:pt x="9205" y="-90"/>
                    <a:pt x="8780" y="124"/>
                  </a:cubicBezTo>
                  <a:cubicBezTo>
                    <a:pt x="8738" y="-14"/>
                    <a:pt x="7966" y="-25"/>
                    <a:pt x="7786" y="33"/>
                  </a:cubicBezTo>
                  <a:cubicBezTo>
                    <a:pt x="7755" y="33"/>
                    <a:pt x="7236" y="45"/>
                    <a:pt x="7284" y="112"/>
                  </a:cubicBezTo>
                  <a:cubicBezTo>
                    <a:pt x="6980" y="-39"/>
                    <a:pt x="6476" y="127"/>
                    <a:pt x="6182" y="191"/>
                  </a:cubicBezTo>
                  <a:cubicBezTo>
                    <a:pt x="5782" y="191"/>
                    <a:pt x="5357" y="466"/>
                    <a:pt x="4985" y="577"/>
                  </a:cubicBezTo>
                  <a:cubicBezTo>
                    <a:pt x="4968" y="561"/>
                    <a:pt x="4957" y="544"/>
                    <a:pt x="4950" y="523"/>
                  </a:cubicBezTo>
                  <a:lnTo>
                    <a:pt x="4918" y="529"/>
                  </a:lnTo>
                  <a:lnTo>
                    <a:pt x="4905" y="496"/>
                  </a:lnTo>
                  <a:cubicBezTo>
                    <a:pt x="4737" y="581"/>
                    <a:pt x="4445" y="574"/>
                    <a:pt x="4277" y="480"/>
                  </a:cubicBezTo>
                  <a:cubicBezTo>
                    <a:pt x="4282" y="423"/>
                    <a:pt x="4286" y="367"/>
                    <a:pt x="4279" y="311"/>
                  </a:cubicBezTo>
                  <a:cubicBezTo>
                    <a:pt x="3839" y="327"/>
                    <a:pt x="3931" y="706"/>
                    <a:pt x="3692" y="913"/>
                  </a:cubicBezTo>
                  <a:cubicBezTo>
                    <a:pt x="3463" y="1112"/>
                    <a:pt x="3139" y="1114"/>
                    <a:pt x="2935" y="1363"/>
                  </a:cubicBezTo>
                  <a:cubicBezTo>
                    <a:pt x="2899" y="1537"/>
                    <a:pt x="2704" y="1647"/>
                    <a:pt x="2717" y="1829"/>
                  </a:cubicBezTo>
                  <a:cubicBezTo>
                    <a:pt x="2734" y="2071"/>
                    <a:pt x="2718" y="2224"/>
                    <a:pt x="2488" y="2389"/>
                  </a:cubicBezTo>
                  <a:cubicBezTo>
                    <a:pt x="2217" y="2584"/>
                    <a:pt x="1913" y="2731"/>
                    <a:pt x="1546" y="2719"/>
                  </a:cubicBezTo>
                  <a:cubicBezTo>
                    <a:pt x="1507" y="2976"/>
                    <a:pt x="1199" y="3017"/>
                    <a:pt x="1132" y="3212"/>
                  </a:cubicBezTo>
                  <a:cubicBezTo>
                    <a:pt x="1025" y="3521"/>
                    <a:pt x="918" y="3677"/>
                    <a:pt x="641" y="3906"/>
                  </a:cubicBezTo>
                  <a:lnTo>
                    <a:pt x="670" y="3942"/>
                  </a:lnTo>
                  <a:cubicBezTo>
                    <a:pt x="508" y="4166"/>
                    <a:pt x="173" y="4557"/>
                    <a:pt x="339" y="4803"/>
                  </a:cubicBezTo>
                  <a:lnTo>
                    <a:pt x="391" y="4803"/>
                  </a:lnTo>
                  <a:cubicBezTo>
                    <a:pt x="467" y="4803"/>
                    <a:pt x="416" y="5040"/>
                    <a:pt x="558" y="5026"/>
                  </a:cubicBezTo>
                  <a:cubicBezTo>
                    <a:pt x="575" y="5060"/>
                    <a:pt x="612" y="5269"/>
                    <a:pt x="543" y="5269"/>
                  </a:cubicBezTo>
                  <a:lnTo>
                    <a:pt x="456" y="5299"/>
                  </a:lnTo>
                  <a:cubicBezTo>
                    <a:pt x="764" y="5604"/>
                    <a:pt x="582" y="5896"/>
                    <a:pt x="452" y="6228"/>
                  </a:cubicBezTo>
                  <a:cubicBezTo>
                    <a:pt x="401" y="6220"/>
                    <a:pt x="345" y="6229"/>
                    <a:pt x="297" y="6251"/>
                  </a:cubicBezTo>
                  <a:cubicBezTo>
                    <a:pt x="430" y="6424"/>
                    <a:pt x="154" y="6618"/>
                    <a:pt x="0" y="6730"/>
                  </a:cubicBezTo>
                  <a:cubicBezTo>
                    <a:pt x="249" y="6752"/>
                    <a:pt x="299" y="6978"/>
                    <a:pt x="276" y="7155"/>
                  </a:cubicBezTo>
                  <a:lnTo>
                    <a:pt x="307" y="7155"/>
                  </a:lnTo>
                  <a:cubicBezTo>
                    <a:pt x="294" y="7155"/>
                    <a:pt x="281" y="7155"/>
                    <a:pt x="268" y="7155"/>
                  </a:cubicBezTo>
                  <a:cubicBezTo>
                    <a:pt x="265" y="7167"/>
                    <a:pt x="258" y="7174"/>
                    <a:pt x="247" y="7177"/>
                  </a:cubicBezTo>
                  <a:cubicBezTo>
                    <a:pt x="206" y="7341"/>
                    <a:pt x="390" y="7647"/>
                    <a:pt x="654" y="7597"/>
                  </a:cubicBezTo>
                  <a:cubicBezTo>
                    <a:pt x="662" y="7714"/>
                    <a:pt x="780" y="7762"/>
                    <a:pt x="802" y="7878"/>
                  </a:cubicBezTo>
                  <a:cubicBezTo>
                    <a:pt x="873" y="7889"/>
                    <a:pt x="913" y="7864"/>
                    <a:pt x="946" y="7814"/>
                  </a:cubicBezTo>
                  <a:cubicBezTo>
                    <a:pt x="1016" y="8004"/>
                    <a:pt x="1264" y="8051"/>
                    <a:pt x="1309" y="8201"/>
                  </a:cubicBezTo>
                  <a:cubicBezTo>
                    <a:pt x="1426" y="8354"/>
                    <a:pt x="1416" y="8441"/>
                    <a:pt x="1473" y="8622"/>
                  </a:cubicBezTo>
                  <a:lnTo>
                    <a:pt x="1520" y="8622"/>
                  </a:lnTo>
                  <a:cubicBezTo>
                    <a:pt x="1569" y="8710"/>
                    <a:pt x="1975" y="9160"/>
                    <a:pt x="2133" y="9105"/>
                  </a:cubicBezTo>
                  <a:cubicBezTo>
                    <a:pt x="2414" y="9356"/>
                    <a:pt x="2674" y="9574"/>
                    <a:pt x="3086" y="9750"/>
                  </a:cubicBezTo>
                  <a:cubicBezTo>
                    <a:pt x="3082" y="9812"/>
                    <a:pt x="3079" y="9875"/>
                    <a:pt x="3077" y="9937"/>
                  </a:cubicBezTo>
                  <a:cubicBezTo>
                    <a:pt x="3152" y="9898"/>
                    <a:pt x="3229" y="9859"/>
                    <a:pt x="3307" y="9824"/>
                  </a:cubicBezTo>
                  <a:lnTo>
                    <a:pt x="3321" y="9829"/>
                  </a:lnTo>
                  <a:lnTo>
                    <a:pt x="3322" y="9817"/>
                  </a:lnTo>
                  <a:cubicBezTo>
                    <a:pt x="3580" y="9701"/>
                    <a:pt x="3830" y="9612"/>
                    <a:pt x="4125" y="9621"/>
                  </a:cubicBezTo>
                  <a:cubicBezTo>
                    <a:pt x="4261" y="9626"/>
                    <a:pt x="4581" y="9721"/>
                    <a:pt x="4686" y="9617"/>
                  </a:cubicBezTo>
                  <a:cubicBezTo>
                    <a:pt x="4748" y="9641"/>
                    <a:pt x="4808" y="9667"/>
                    <a:pt x="4866" y="9695"/>
                  </a:cubicBezTo>
                  <a:cubicBezTo>
                    <a:pt x="5080" y="9574"/>
                    <a:pt x="5871" y="9431"/>
                    <a:pt x="5918" y="9296"/>
                  </a:cubicBezTo>
                  <a:cubicBezTo>
                    <a:pt x="5972" y="9317"/>
                    <a:pt x="5995" y="9339"/>
                    <a:pt x="6016" y="9264"/>
                  </a:cubicBezTo>
                  <a:cubicBezTo>
                    <a:pt x="6022" y="9261"/>
                    <a:pt x="6045" y="9250"/>
                    <a:pt x="6080" y="9241"/>
                  </a:cubicBezTo>
                  <a:cubicBezTo>
                    <a:pt x="6162" y="9312"/>
                    <a:pt x="6375" y="9249"/>
                    <a:pt x="6476" y="9223"/>
                  </a:cubicBezTo>
                  <a:lnTo>
                    <a:pt x="6476" y="9214"/>
                  </a:lnTo>
                  <a:cubicBezTo>
                    <a:pt x="7144" y="9195"/>
                    <a:pt x="6984" y="9378"/>
                    <a:pt x="7304" y="9739"/>
                  </a:cubicBezTo>
                  <a:cubicBezTo>
                    <a:pt x="7475" y="9932"/>
                    <a:pt x="7980" y="9814"/>
                    <a:pt x="8200" y="9773"/>
                  </a:cubicBezTo>
                  <a:cubicBezTo>
                    <a:pt x="8223" y="9858"/>
                    <a:pt x="8315" y="9945"/>
                    <a:pt x="8426" y="9941"/>
                  </a:cubicBezTo>
                  <a:cubicBezTo>
                    <a:pt x="8418" y="9986"/>
                    <a:pt x="8482" y="10342"/>
                    <a:pt x="8493" y="10381"/>
                  </a:cubicBezTo>
                  <a:lnTo>
                    <a:pt x="8473" y="10381"/>
                  </a:lnTo>
                  <a:cubicBezTo>
                    <a:pt x="8451" y="10590"/>
                    <a:pt x="8231" y="10752"/>
                    <a:pt x="8455" y="10846"/>
                  </a:cubicBezTo>
                  <a:cubicBezTo>
                    <a:pt x="8424" y="11002"/>
                    <a:pt x="8415" y="11164"/>
                    <a:pt x="8205" y="11187"/>
                  </a:cubicBezTo>
                  <a:cubicBezTo>
                    <a:pt x="8322" y="11607"/>
                    <a:pt x="8608" y="11836"/>
                    <a:pt x="8916" y="12161"/>
                  </a:cubicBezTo>
                  <a:cubicBezTo>
                    <a:pt x="8896" y="12195"/>
                    <a:pt x="8883" y="12228"/>
                    <a:pt x="8856" y="12259"/>
                  </a:cubicBezTo>
                  <a:cubicBezTo>
                    <a:pt x="9007" y="12382"/>
                    <a:pt x="9103" y="12537"/>
                    <a:pt x="9233" y="12666"/>
                  </a:cubicBezTo>
                  <a:lnTo>
                    <a:pt x="9303" y="12614"/>
                  </a:lnTo>
                  <a:cubicBezTo>
                    <a:pt x="9334" y="12654"/>
                    <a:pt x="9303" y="12657"/>
                    <a:pt x="9301" y="12701"/>
                  </a:cubicBezTo>
                  <a:lnTo>
                    <a:pt x="9265" y="12704"/>
                  </a:lnTo>
                  <a:cubicBezTo>
                    <a:pt x="9269" y="12865"/>
                    <a:pt x="9736" y="13608"/>
                    <a:pt x="9628" y="13713"/>
                  </a:cubicBezTo>
                  <a:cubicBezTo>
                    <a:pt x="9399" y="13830"/>
                    <a:pt x="9559" y="14066"/>
                    <a:pt x="9672" y="14224"/>
                  </a:cubicBezTo>
                  <a:cubicBezTo>
                    <a:pt x="9958" y="14623"/>
                    <a:pt x="9535" y="14683"/>
                    <a:pt x="9477" y="14929"/>
                  </a:cubicBezTo>
                  <a:cubicBezTo>
                    <a:pt x="9422" y="15139"/>
                    <a:pt x="9270" y="15661"/>
                    <a:pt x="9117" y="15801"/>
                  </a:cubicBezTo>
                  <a:cubicBezTo>
                    <a:pt x="9132" y="15821"/>
                    <a:pt x="9142" y="15843"/>
                    <a:pt x="9148" y="15865"/>
                  </a:cubicBezTo>
                  <a:lnTo>
                    <a:pt x="9127" y="15871"/>
                  </a:lnTo>
                  <a:cubicBezTo>
                    <a:pt x="9147" y="15972"/>
                    <a:pt x="9127" y="16088"/>
                    <a:pt x="9127" y="16190"/>
                  </a:cubicBezTo>
                  <a:lnTo>
                    <a:pt x="9117" y="16197"/>
                  </a:lnTo>
                  <a:cubicBezTo>
                    <a:pt x="9045" y="16880"/>
                    <a:pt x="10051" y="17437"/>
                    <a:pt x="9956" y="18137"/>
                  </a:cubicBezTo>
                  <a:cubicBezTo>
                    <a:pt x="9907" y="18501"/>
                    <a:pt x="10103" y="19517"/>
                    <a:pt x="10608" y="19648"/>
                  </a:cubicBezTo>
                  <a:cubicBezTo>
                    <a:pt x="10711" y="19738"/>
                    <a:pt x="11215" y="20660"/>
                    <a:pt x="11120" y="20764"/>
                  </a:cubicBezTo>
                  <a:cubicBezTo>
                    <a:pt x="10785" y="20848"/>
                    <a:pt x="11116" y="20987"/>
                    <a:pt x="11144" y="21115"/>
                  </a:cubicBezTo>
                  <a:cubicBezTo>
                    <a:pt x="10968" y="21510"/>
                    <a:pt x="11967" y="21476"/>
                    <a:pt x="12221" y="21354"/>
                  </a:cubicBezTo>
                  <a:cubicBezTo>
                    <a:pt x="12519" y="21209"/>
                    <a:pt x="12813" y="21294"/>
                    <a:pt x="13150" y="21319"/>
                  </a:cubicBezTo>
                  <a:cubicBezTo>
                    <a:pt x="13150" y="21319"/>
                    <a:pt x="13164" y="21264"/>
                    <a:pt x="13165" y="21262"/>
                  </a:cubicBezTo>
                  <a:cubicBezTo>
                    <a:pt x="13768" y="21285"/>
                    <a:pt x="14233" y="20805"/>
                    <a:pt x="14641" y="20497"/>
                  </a:cubicBezTo>
                  <a:cubicBezTo>
                    <a:pt x="14854" y="20335"/>
                    <a:pt x="14941" y="20135"/>
                    <a:pt x="15093" y="19938"/>
                  </a:cubicBezTo>
                  <a:cubicBezTo>
                    <a:pt x="15177" y="19827"/>
                    <a:pt x="15387" y="19750"/>
                    <a:pt x="15454" y="19635"/>
                  </a:cubicBezTo>
                  <a:cubicBezTo>
                    <a:pt x="15552" y="19463"/>
                    <a:pt x="15640" y="19307"/>
                    <a:pt x="15688" y="19094"/>
                  </a:cubicBezTo>
                  <a:lnTo>
                    <a:pt x="15697" y="19094"/>
                  </a:lnTo>
                  <a:cubicBezTo>
                    <a:pt x="15716" y="18996"/>
                    <a:pt x="15724" y="18898"/>
                    <a:pt x="15722" y="18799"/>
                  </a:cubicBezTo>
                  <a:lnTo>
                    <a:pt x="15659" y="18795"/>
                  </a:lnTo>
                  <a:cubicBezTo>
                    <a:pt x="15712" y="18611"/>
                    <a:pt x="15867" y="18624"/>
                    <a:pt x="16053" y="18537"/>
                  </a:cubicBezTo>
                  <a:cubicBezTo>
                    <a:pt x="16371" y="18385"/>
                    <a:pt x="16454" y="18365"/>
                    <a:pt x="16521" y="18076"/>
                  </a:cubicBezTo>
                  <a:cubicBezTo>
                    <a:pt x="16544" y="17824"/>
                    <a:pt x="16568" y="17645"/>
                    <a:pt x="16480" y="17400"/>
                  </a:cubicBezTo>
                  <a:cubicBezTo>
                    <a:pt x="16325" y="16977"/>
                    <a:pt x="16456" y="16954"/>
                    <a:pt x="16829" y="16691"/>
                  </a:cubicBezTo>
                  <a:cubicBezTo>
                    <a:pt x="17122" y="16484"/>
                    <a:pt x="17222" y="16348"/>
                    <a:pt x="17594" y="16182"/>
                  </a:cubicBezTo>
                  <a:cubicBezTo>
                    <a:pt x="17872" y="16057"/>
                    <a:pt x="18450" y="15634"/>
                    <a:pt x="18274" y="15310"/>
                  </a:cubicBezTo>
                  <a:cubicBezTo>
                    <a:pt x="18221" y="15211"/>
                    <a:pt x="18282" y="14088"/>
                    <a:pt x="18165" y="14103"/>
                  </a:cubicBezTo>
                  <a:cubicBezTo>
                    <a:pt x="18141" y="14052"/>
                    <a:pt x="18023" y="13987"/>
                    <a:pt x="17958" y="13987"/>
                  </a:cubicBezTo>
                  <a:cubicBezTo>
                    <a:pt x="17817" y="13835"/>
                    <a:pt x="17931" y="13505"/>
                    <a:pt x="17832" y="13353"/>
                  </a:cubicBezTo>
                  <a:cubicBezTo>
                    <a:pt x="17796" y="13301"/>
                    <a:pt x="17878" y="13216"/>
                    <a:pt x="17887" y="13166"/>
                  </a:cubicBezTo>
                  <a:cubicBezTo>
                    <a:pt x="17915" y="13016"/>
                    <a:pt x="17749" y="13031"/>
                    <a:pt x="17690" y="12936"/>
                  </a:cubicBezTo>
                  <a:cubicBezTo>
                    <a:pt x="17639" y="12798"/>
                    <a:pt x="17991" y="12016"/>
                    <a:pt x="18132" y="11894"/>
                  </a:cubicBezTo>
                  <a:cubicBezTo>
                    <a:pt x="18256" y="11861"/>
                    <a:pt x="18334" y="11800"/>
                    <a:pt x="18421" y="11719"/>
                  </a:cubicBezTo>
                  <a:lnTo>
                    <a:pt x="18439" y="11748"/>
                  </a:lnTo>
                  <a:cubicBezTo>
                    <a:pt x="18933" y="11102"/>
                    <a:pt x="19669" y="10727"/>
                    <a:pt x="20222" y="10146"/>
                  </a:cubicBezTo>
                  <a:cubicBezTo>
                    <a:pt x="20487" y="9868"/>
                    <a:pt x="20746" y="9587"/>
                    <a:pt x="20861" y="9234"/>
                  </a:cubicBezTo>
                  <a:cubicBezTo>
                    <a:pt x="20916" y="9067"/>
                    <a:pt x="21026" y="8908"/>
                    <a:pt x="21115" y="8753"/>
                  </a:cubicBezTo>
                  <a:cubicBezTo>
                    <a:pt x="21241" y="8534"/>
                    <a:pt x="21257" y="8322"/>
                    <a:pt x="21357" y="8120"/>
                  </a:cubicBezTo>
                  <a:cubicBezTo>
                    <a:pt x="21369" y="8126"/>
                    <a:pt x="21377" y="8136"/>
                    <a:pt x="21381" y="8150"/>
                  </a:cubicBezTo>
                  <a:cubicBezTo>
                    <a:pt x="21416" y="8150"/>
                    <a:pt x="21450" y="8149"/>
                    <a:pt x="21485" y="8146"/>
                  </a:cubicBezTo>
                  <a:cubicBezTo>
                    <a:pt x="21506" y="8073"/>
                    <a:pt x="21488" y="8022"/>
                    <a:pt x="21449" y="7942"/>
                  </a:cubicBezTo>
                  <a:cubicBezTo>
                    <a:pt x="21441" y="7926"/>
                    <a:pt x="21477" y="7998"/>
                    <a:pt x="21449" y="7942"/>
                  </a:cubicBezTo>
                  <a:close/>
                </a:path>
              </a:pathLst>
            </a:custGeom>
            <a:solidFill>
              <a:schemeClr val="bg1">
                <a:lumMod val="8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a:ln>
                  <a:noFill/>
                </a:ln>
                <a:solidFill>
                  <a:srgbClr val="171717"/>
                </a:solidFill>
                <a:effectLst/>
                <a:uLnTx/>
                <a:uFillTx/>
                <a:latin typeface="Lato Light" panose="020F0502020204030203" pitchFamily="34" charset="0"/>
                <a:ea typeface="+mn-ea"/>
                <a:cs typeface="+mn-cs"/>
              </a:endParaRPr>
            </a:p>
          </p:txBody>
        </p:sp>
        <p:sp>
          <p:nvSpPr>
            <p:cNvPr id="12" name="Shape 2801">
              <a:extLst>
                <a:ext uri="{FF2B5EF4-FFF2-40B4-BE49-F238E27FC236}">
                  <a16:creationId xmlns:a16="http://schemas.microsoft.com/office/drawing/2014/main" id="{32A75221-14C3-659B-1119-C41210E08FA8}"/>
                </a:ext>
              </a:extLst>
            </p:cNvPr>
            <p:cNvSpPr/>
            <p:nvPr/>
          </p:nvSpPr>
          <p:spPr>
            <a:xfrm>
              <a:off x="6392459" y="1241838"/>
              <a:ext cx="4117976" cy="3251267"/>
            </a:xfrm>
            <a:custGeom>
              <a:avLst/>
              <a:gdLst/>
              <a:ahLst/>
              <a:cxnLst>
                <a:cxn ang="0">
                  <a:pos x="wd2" y="hd2"/>
                </a:cxn>
                <a:cxn ang="5400000">
                  <a:pos x="wd2" y="hd2"/>
                </a:cxn>
                <a:cxn ang="10800000">
                  <a:pos x="wd2" y="hd2"/>
                </a:cxn>
                <a:cxn ang="16200000">
                  <a:pos x="wd2" y="hd2"/>
                </a:cxn>
              </a:cxnLst>
              <a:rect l="0" t="0" r="r" b="b"/>
              <a:pathLst>
                <a:path w="21591" h="21535" extrusionOk="0">
                  <a:moveTo>
                    <a:pt x="16904" y="15081"/>
                  </a:moveTo>
                  <a:cubicBezTo>
                    <a:pt x="16878" y="15144"/>
                    <a:pt x="16987" y="15511"/>
                    <a:pt x="17048" y="15519"/>
                  </a:cubicBezTo>
                  <a:cubicBezTo>
                    <a:pt x="17083" y="15524"/>
                    <a:pt x="17047" y="15382"/>
                    <a:pt x="17101" y="15439"/>
                  </a:cubicBezTo>
                  <a:cubicBezTo>
                    <a:pt x="17151" y="15490"/>
                    <a:pt x="17019" y="15711"/>
                    <a:pt x="17203" y="15682"/>
                  </a:cubicBezTo>
                  <a:cubicBezTo>
                    <a:pt x="17259" y="15674"/>
                    <a:pt x="17432" y="15703"/>
                    <a:pt x="17464" y="15758"/>
                  </a:cubicBezTo>
                  <a:cubicBezTo>
                    <a:pt x="17452" y="15727"/>
                    <a:pt x="17442" y="15696"/>
                    <a:pt x="17435" y="15663"/>
                  </a:cubicBezTo>
                  <a:cubicBezTo>
                    <a:pt x="17516" y="15683"/>
                    <a:pt x="17654" y="15992"/>
                    <a:pt x="17725" y="15946"/>
                  </a:cubicBezTo>
                  <a:cubicBezTo>
                    <a:pt x="17786" y="15905"/>
                    <a:pt x="17633" y="15755"/>
                    <a:pt x="17633" y="15702"/>
                  </a:cubicBezTo>
                  <a:cubicBezTo>
                    <a:pt x="17660" y="15714"/>
                    <a:pt x="17766" y="15737"/>
                    <a:pt x="17745" y="15652"/>
                  </a:cubicBezTo>
                  <a:cubicBezTo>
                    <a:pt x="17729" y="15587"/>
                    <a:pt x="17567" y="15597"/>
                    <a:pt x="17540" y="15580"/>
                  </a:cubicBezTo>
                  <a:cubicBezTo>
                    <a:pt x="17349" y="15455"/>
                    <a:pt x="17283" y="15635"/>
                    <a:pt x="17202" y="15310"/>
                  </a:cubicBezTo>
                  <a:cubicBezTo>
                    <a:pt x="17153" y="15112"/>
                    <a:pt x="17295" y="15098"/>
                    <a:pt x="17324" y="14930"/>
                  </a:cubicBezTo>
                  <a:cubicBezTo>
                    <a:pt x="17333" y="14883"/>
                    <a:pt x="17282" y="14574"/>
                    <a:pt x="17261" y="14508"/>
                  </a:cubicBezTo>
                  <a:cubicBezTo>
                    <a:pt x="17172" y="14517"/>
                    <a:pt x="16955" y="14428"/>
                    <a:pt x="16945" y="14587"/>
                  </a:cubicBezTo>
                  <a:cubicBezTo>
                    <a:pt x="16940" y="14669"/>
                    <a:pt x="17033" y="15040"/>
                    <a:pt x="16988" y="15085"/>
                  </a:cubicBezTo>
                  <a:cubicBezTo>
                    <a:pt x="16958" y="15115"/>
                    <a:pt x="16927" y="15024"/>
                    <a:pt x="16904" y="15081"/>
                  </a:cubicBezTo>
                  <a:close/>
                  <a:moveTo>
                    <a:pt x="16904" y="15081"/>
                  </a:moveTo>
                  <a:cubicBezTo>
                    <a:pt x="16926" y="15025"/>
                    <a:pt x="16888" y="15121"/>
                    <a:pt x="16904" y="15081"/>
                  </a:cubicBezTo>
                  <a:cubicBezTo>
                    <a:pt x="16904" y="15081"/>
                    <a:pt x="16904" y="15081"/>
                    <a:pt x="16904" y="15081"/>
                  </a:cubicBezTo>
                  <a:close/>
                  <a:moveTo>
                    <a:pt x="17709" y="16709"/>
                  </a:moveTo>
                  <a:cubicBezTo>
                    <a:pt x="17708" y="16802"/>
                    <a:pt x="17805" y="16839"/>
                    <a:pt x="17834" y="16746"/>
                  </a:cubicBezTo>
                  <a:cubicBezTo>
                    <a:pt x="17843" y="16718"/>
                    <a:pt x="17726" y="16544"/>
                    <a:pt x="17722" y="16461"/>
                  </a:cubicBezTo>
                  <a:cubicBezTo>
                    <a:pt x="17724" y="16510"/>
                    <a:pt x="17344" y="16224"/>
                    <a:pt x="17341" y="16255"/>
                  </a:cubicBezTo>
                  <a:cubicBezTo>
                    <a:pt x="17337" y="16305"/>
                    <a:pt x="17337" y="16436"/>
                    <a:pt x="17350" y="16498"/>
                  </a:cubicBezTo>
                  <a:cubicBezTo>
                    <a:pt x="17373" y="16614"/>
                    <a:pt x="17515" y="16528"/>
                    <a:pt x="17520" y="16668"/>
                  </a:cubicBezTo>
                  <a:cubicBezTo>
                    <a:pt x="17522" y="16697"/>
                    <a:pt x="17426" y="16700"/>
                    <a:pt x="17444" y="16766"/>
                  </a:cubicBezTo>
                  <a:cubicBezTo>
                    <a:pt x="17455" y="16807"/>
                    <a:pt x="17578" y="16963"/>
                    <a:pt x="17612" y="16917"/>
                  </a:cubicBezTo>
                  <a:cubicBezTo>
                    <a:pt x="17662" y="16850"/>
                    <a:pt x="17544" y="16759"/>
                    <a:pt x="17614" y="16682"/>
                  </a:cubicBezTo>
                  <a:cubicBezTo>
                    <a:pt x="17616" y="16704"/>
                    <a:pt x="17611" y="16808"/>
                    <a:pt x="17633" y="16819"/>
                  </a:cubicBezTo>
                  <a:cubicBezTo>
                    <a:pt x="17628" y="16817"/>
                    <a:pt x="17623" y="16814"/>
                    <a:pt x="17634" y="16819"/>
                  </a:cubicBezTo>
                  <a:cubicBezTo>
                    <a:pt x="17645" y="16824"/>
                    <a:pt x="17640" y="16822"/>
                    <a:pt x="17634" y="16819"/>
                  </a:cubicBezTo>
                  <a:cubicBezTo>
                    <a:pt x="17657" y="16828"/>
                    <a:pt x="17680" y="16724"/>
                    <a:pt x="17709" y="16709"/>
                  </a:cubicBezTo>
                  <a:close/>
                  <a:moveTo>
                    <a:pt x="17710" y="15961"/>
                  </a:moveTo>
                  <a:cubicBezTo>
                    <a:pt x="17692" y="16058"/>
                    <a:pt x="17961" y="16228"/>
                    <a:pt x="17733" y="16237"/>
                  </a:cubicBezTo>
                  <a:cubicBezTo>
                    <a:pt x="17725" y="16290"/>
                    <a:pt x="17863" y="16620"/>
                    <a:pt x="17917" y="16605"/>
                  </a:cubicBezTo>
                  <a:cubicBezTo>
                    <a:pt x="17920" y="16528"/>
                    <a:pt x="17845" y="16422"/>
                    <a:pt x="17860" y="16351"/>
                  </a:cubicBezTo>
                  <a:cubicBezTo>
                    <a:pt x="17876" y="16273"/>
                    <a:pt x="17948" y="16350"/>
                    <a:pt x="17980" y="16311"/>
                  </a:cubicBezTo>
                  <a:cubicBezTo>
                    <a:pt x="17973" y="16319"/>
                    <a:pt x="17965" y="16329"/>
                    <a:pt x="17980" y="16310"/>
                  </a:cubicBezTo>
                  <a:cubicBezTo>
                    <a:pt x="17991" y="16297"/>
                    <a:pt x="17986" y="16303"/>
                    <a:pt x="17980" y="16310"/>
                  </a:cubicBezTo>
                  <a:cubicBezTo>
                    <a:pt x="18077" y="16188"/>
                    <a:pt x="17806" y="15955"/>
                    <a:pt x="17710" y="15961"/>
                  </a:cubicBezTo>
                  <a:close/>
                  <a:moveTo>
                    <a:pt x="18167" y="17453"/>
                  </a:moveTo>
                  <a:cubicBezTo>
                    <a:pt x="18167" y="17440"/>
                    <a:pt x="18167" y="17446"/>
                    <a:pt x="18167" y="17453"/>
                  </a:cubicBezTo>
                  <a:cubicBezTo>
                    <a:pt x="18167" y="17453"/>
                    <a:pt x="18167" y="17453"/>
                    <a:pt x="18167" y="17453"/>
                  </a:cubicBezTo>
                  <a:close/>
                  <a:moveTo>
                    <a:pt x="18083" y="17581"/>
                  </a:moveTo>
                  <a:cubicBezTo>
                    <a:pt x="18118" y="17811"/>
                    <a:pt x="18000" y="17620"/>
                    <a:pt x="18003" y="17620"/>
                  </a:cubicBezTo>
                  <a:cubicBezTo>
                    <a:pt x="17800" y="17636"/>
                    <a:pt x="17817" y="17533"/>
                    <a:pt x="17813" y="17287"/>
                  </a:cubicBezTo>
                  <a:cubicBezTo>
                    <a:pt x="17810" y="17128"/>
                    <a:pt x="17608" y="17239"/>
                    <a:pt x="17535" y="17194"/>
                  </a:cubicBezTo>
                  <a:cubicBezTo>
                    <a:pt x="17492" y="17167"/>
                    <a:pt x="17488" y="17406"/>
                    <a:pt x="17436" y="17391"/>
                  </a:cubicBezTo>
                  <a:cubicBezTo>
                    <a:pt x="17357" y="17368"/>
                    <a:pt x="17569" y="16871"/>
                    <a:pt x="17719" y="16991"/>
                  </a:cubicBezTo>
                  <a:cubicBezTo>
                    <a:pt x="17721" y="16992"/>
                    <a:pt x="17793" y="17215"/>
                    <a:pt x="17812" y="17062"/>
                  </a:cubicBezTo>
                  <a:cubicBezTo>
                    <a:pt x="17825" y="16959"/>
                    <a:pt x="17826" y="16988"/>
                    <a:pt x="17894" y="16996"/>
                  </a:cubicBezTo>
                  <a:cubicBezTo>
                    <a:pt x="17909" y="16893"/>
                    <a:pt x="17880" y="16906"/>
                    <a:pt x="17983" y="16886"/>
                  </a:cubicBezTo>
                  <a:cubicBezTo>
                    <a:pt x="18091" y="16865"/>
                    <a:pt x="17957" y="16726"/>
                    <a:pt x="18000" y="16693"/>
                  </a:cubicBezTo>
                  <a:cubicBezTo>
                    <a:pt x="18101" y="16614"/>
                    <a:pt x="18130" y="16965"/>
                    <a:pt x="18133" y="16978"/>
                  </a:cubicBezTo>
                  <a:cubicBezTo>
                    <a:pt x="18131" y="16970"/>
                    <a:pt x="18211" y="17160"/>
                    <a:pt x="18200" y="17128"/>
                  </a:cubicBezTo>
                  <a:cubicBezTo>
                    <a:pt x="18258" y="17300"/>
                    <a:pt x="18153" y="17341"/>
                    <a:pt x="18174" y="17494"/>
                  </a:cubicBezTo>
                  <a:lnTo>
                    <a:pt x="18168" y="17460"/>
                  </a:lnTo>
                  <a:cubicBezTo>
                    <a:pt x="18167" y="17449"/>
                    <a:pt x="18120" y="17319"/>
                    <a:pt x="18100" y="17304"/>
                  </a:cubicBezTo>
                  <a:cubicBezTo>
                    <a:pt x="17981" y="17215"/>
                    <a:pt x="18085" y="17594"/>
                    <a:pt x="18083" y="17581"/>
                  </a:cubicBezTo>
                  <a:close/>
                  <a:moveTo>
                    <a:pt x="18592" y="19309"/>
                  </a:moveTo>
                  <a:cubicBezTo>
                    <a:pt x="18592" y="19309"/>
                    <a:pt x="18587" y="19307"/>
                    <a:pt x="18585" y="19305"/>
                  </a:cubicBezTo>
                  <a:cubicBezTo>
                    <a:pt x="18586" y="19306"/>
                    <a:pt x="18588" y="19307"/>
                    <a:pt x="18592" y="19309"/>
                  </a:cubicBezTo>
                  <a:close/>
                  <a:moveTo>
                    <a:pt x="18592" y="19309"/>
                  </a:moveTo>
                  <a:lnTo>
                    <a:pt x="18598" y="19309"/>
                  </a:lnTo>
                  <a:cubicBezTo>
                    <a:pt x="18615" y="19134"/>
                    <a:pt x="18425" y="19063"/>
                    <a:pt x="18628" y="18989"/>
                  </a:cubicBezTo>
                  <a:cubicBezTo>
                    <a:pt x="18655" y="18947"/>
                    <a:pt x="18648" y="18911"/>
                    <a:pt x="18607" y="18881"/>
                  </a:cubicBezTo>
                  <a:cubicBezTo>
                    <a:pt x="18642" y="18813"/>
                    <a:pt x="18683" y="18803"/>
                    <a:pt x="18669" y="18696"/>
                  </a:cubicBezTo>
                  <a:cubicBezTo>
                    <a:pt x="18643" y="18690"/>
                    <a:pt x="18459" y="18728"/>
                    <a:pt x="18561" y="18611"/>
                  </a:cubicBezTo>
                  <a:cubicBezTo>
                    <a:pt x="18564" y="18608"/>
                    <a:pt x="18724" y="18381"/>
                    <a:pt x="18601" y="18449"/>
                  </a:cubicBezTo>
                  <a:cubicBezTo>
                    <a:pt x="18400" y="18560"/>
                    <a:pt x="18393" y="19197"/>
                    <a:pt x="18592" y="19309"/>
                  </a:cubicBezTo>
                  <a:close/>
                  <a:moveTo>
                    <a:pt x="18103" y="19991"/>
                  </a:moveTo>
                  <a:cubicBezTo>
                    <a:pt x="18100" y="19960"/>
                    <a:pt x="18096" y="19927"/>
                    <a:pt x="18103" y="19992"/>
                  </a:cubicBezTo>
                  <a:cubicBezTo>
                    <a:pt x="18109" y="20049"/>
                    <a:pt x="18106" y="20022"/>
                    <a:pt x="18103" y="19992"/>
                  </a:cubicBezTo>
                  <a:cubicBezTo>
                    <a:pt x="18116" y="20110"/>
                    <a:pt x="18306" y="20161"/>
                    <a:pt x="18306" y="20039"/>
                  </a:cubicBezTo>
                  <a:lnTo>
                    <a:pt x="18306" y="20017"/>
                  </a:lnTo>
                  <a:cubicBezTo>
                    <a:pt x="18306" y="19930"/>
                    <a:pt x="18091" y="19867"/>
                    <a:pt x="18103" y="19991"/>
                  </a:cubicBezTo>
                  <a:close/>
                  <a:moveTo>
                    <a:pt x="18904" y="19884"/>
                  </a:moveTo>
                  <a:cubicBezTo>
                    <a:pt x="18917" y="19893"/>
                    <a:pt x="18937" y="19906"/>
                    <a:pt x="18903" y="19884"/>
                  </a:cubicBezTo>
                  <a:cubicBezTo>
                    <a:pt x="18890" y="19876"/>
                    <a:pt x="18895" y="19879"/>
                    <a:pt x="18902" y="19883"/>
                  </a:cubicBezTo>
                  <a:cubicBezTo>
                    <a:pt x="18853" y="19853"/>
                    <a:pt x="18538" y="19779"/>
                    <a:pt x="18518" y="19896"/>
                  </a:cubicBezTo>
                  <a:cubicBezTo>
                    <a:pt x="18509" y="19950"/>
                    <a:pt x="18935" y="20067"/>
                    <a:pt x="18988" y="20089"/>
                  </a:cubicBezTo>
                  <a:cubicBezTo>
                    <a:pt x="19014" y="20004"/>
                    <a:pt x="18985" y="19937"/>
                    <a:pt x="18904" y="19884"/>
                  </a:cubicBezTo>
                  <a:close/>
                  <a:moveTo>
                    <a:pt x="16263" y="21201"/>
                  </a:moveTo>
                  <a:cubicBezTo>
                    <a:pt x="16276" y="21209"/>
                    <a:pt x="16293" y="21218"/>
                    <a:pt x="16262" y="21201"/>
                  </a:cubicBezTo>
                  <a:cubicBezTo>
                    <a:pt x="16243" y="21190"/>
                    <a:pt x="16250" y="21195"/>
                    <a:pt x="16261" y="21200"/>
                  </a:cubicBezTo>
                  <a:cubicBezTo>
                    <a:pt x="16178" y="21156"/>
                    <a:pt x="15894" y="21117"/>
                    <a:pt x="15839" y="21038"/>
                  </a:cubicBezTo>
                  <a:cubicBezTo>
                    <a:pt x="15766" y="20931"/>
                    <a:pt x="16060" y="20952"/>
                    <a:pt x="16033" y="20890"/>
                  </a:cubicBezTo>
                  <a:cubicBezTo>
                    <a:pt x="16015" y="20847"/>
                    <a:pt x="15631" y="20892"/>
                    <a:pt x="15548" y="20827"/>
                  </a:cubicBezTo>
                  <a:cubicBezTo>
                    <a:pt x="15431" y="20733"/>
                    <a:pt x="15383" y="20954"/>
                    <a:pt x="15185" y="20881"/>
                  </a:cubicBezTo>
                  <a:cubicBezTo>
                    <a:pt x="15030" y="20824"/>
                    <a:pt x="14638" y="20421"/>
                    <a:pt x="14549" y="20854"/>
                  </a:cubicBezTo>
                  <a:cubicBezTo>
                    <a:pt x="14678" y="20857"/>
                    <a:pt x="14825" y="21025"/>
                    <a:pt x="14961" y="21071"/>
                  </a:cubicBezTo>
                  <a:cubicBezTo>
                    <a:pt x="15189" y="21147"/>
                    <a:pt x="15472" y="21216"/>
                    <a:pt x="15706" y="21244"/>
                  </a:cubicBezTo>
                  <a:cubicBezTo>
                    <a:pt x="15768" y="21252"/>
                    <a:pt x="16095" y="21365"/>
                    <a:pt x="16116" y="21306"/>
                  </a:cubicBezTo>
                  <a:cubicBezTo>
                    <a:pt x="16108" y="21329"/>
                    <a:pt x="16443" y="21301"/>
                    <a:pt x="16263" y="21201"/>
                  </a:cubicBezTo>
                  <a:close/>
                  <a:moveTo>
                    <a:pt x="14587" y="20535"/>
                  </a:moveTo>
                  <a:cubicBezTo>
                    <a:pt x="14613" y="20480"/>
                    <a:pt x="14595" y="20518"/>
                    <a:pt x="14587" y="20535"/>
                  </a:cubicBezTo>
                  <a:cubicBezTo>
                    <a:pt x="14615" y="20477"/>
                    <a:pt x="14667" y="19955"/>
                    <a:pt x="14646" y="19893"/>
                  </a:cubicBezTo>
                  <a:cubicBezTo>
                    <a:pt x="14672" y="19912"/>
                    <a:pt x="14704" y="19916"/>
                    <a:pt x="14725" y="19942"/>
                  </a:cubicBezTo>
                  <a:cubicBezTo>
                    <a:pt x="14719" y="19826"/>
                    <a:pt x="14724" y="19684"/>
                    <a:pt x="14625" y="19570"/>
                  </a:cubicBezTo>
                  <a:cubicBezTo>
                    <a:pt x="14582" y="19521"/>
                    <a:pt x="14466" y="19573"/>
                    <a:pt x="14476" y="19656"/>
                  </a:cubicBezTo>
                  <a:cubicBezTo>
                    <a:pt x="14484" y="19728"/>
                    <a:pt x="14595" y="19726"/>
                    <a:pt x="14612" y="19833"/>
                  </a:cubicBezTo>
                  <a:cubicBezTo>
                    <a:pt x="14544" y="19734"/>
                    <a:pt x="14504" y="19734"/>
                    <a:pt x="14410" y="19686"/>
                  </a:cubicBezTo>
                  <a:cubicBezTo>
                    <a:pt x="14334" y="19438"/>
                    <a:pt x="14184" y="19343"/>
                    <a:pt x="14241" y="19116"/>
                  </a:cubicBezTo>
                  <a:cubicBezTo>
                    <a:pt x="14265" y="19025"/>
                    <a:pt x="13866" y="18581"/>
                    <a:pt x="13773" y="18564"/>
                  </a:cubicBezTo>
                  <a:cubicBezTo>
                    <a:pt x="13610" y="18532"/>
                    <a:pt x="13314" y="18143"/>
                    <a:pt x="13239" y="17978"/>
                  </a:cubicBezTo>
                  <a:cubicBezTo>
                    <a:pt x="13175" y="17835"/>
                    <a:pt x="12614" y="17619"/>
                    <a:pt x="12740" y="17868"/>
                  </a:cubicBezTo>
                  <a:cubicBezTo>
                    <a:pt x="12804" y="17994"/>
                    <a:pt x="12911" y="18099"/>
                    <a:pt x="12993" y="18204"/>
                  </a:cubicBezTo>
                  <a:cubicBezTo>
                    <a:pt x="13074" y="18306"/>
                    <a:pt x="13143" y="18547"/>
                    <a:pt x="13247" y="18604"/>
                  </a:cubicBezTo>
                  <a:cubicBezTo>
                    <a:pt x="13343" y="18657"/>
                    <a:pt x="13391" y="18728"/>
                    <a:pt x="13410" y="18867"/>
                  </a:cubicBezTo>
                  <a:cubicBezTo>
                    <a:pt x="13435" y="19052"/>
                    <a:pt x="13571" y="19187"/>
                    <a:pt x="13642" y="19345"/>
                  </a:cubicBezTo>
                  <a:cubicBezTo>
                    <a:pt x="13726" y="19532"/>
                    <a:pt x="13738" y="19854"/>
                    <a:pt x="13898" y="19967"/>
                  </a:cubicBezTo>
                  <a:cubicBezTo>
                    <a:pt x="13999" y="20039"/>
                    <a:pt x="14049" y="20239"/>
                    <a:pt x="14159" y="20332"/>
                  </a:cubicBezTo>
                  <a:cubicBezTo>
                    <a:pt x="14218" y="20381"/>
                    <a:pt x="14320" y="20591"/>
                    <a:pt x="14373" y="20604"/>
                  </a:cubicBezTo>
                  <a:cubicBezTo>
                    <a:pt x="14369" y="20571"/>
                    <a:pt x="14355" y="20530"/>
                    <a:pt x="14378" y="20503"/>
                  </a:cubicBezTo>
                  <a:cubicBezTo>
                    <a:pt x="14413" y="20525"/>
                    <a:pt x="14560" y="20593"/>
                    <a:pt x="14587" y="20535"/>
                  </a:cubicBezTo>
                  <a:cubicBezTo>
                    <a:pt x="14584" y="20542"/>
                    <a:pt x="14582" y="20546"/>
                    <a:pt x="14587" y="20535"/>
                  </a:cubicBezTo>
                  <a:close/>
                  <a:moveTo>
                    <a:pt x="18008" y="18723"/>
                  </a:moveTo>
                  <a:cubicBezTo>
                    <a:pt x="17983" y="18750"/>
                    <a:pt x="17963" y="18782"/>
                    <a:pt x="17947" y="18819"/>
                  </a:cubicBezTo>
                  <a:cubicBezTo>
                    <a:pt x="17734" y="19148"/>
                    <a:pt x="17442" y="18778"/>
                    <a:pt x="17197" y="18912"/>
                  </a:cubicBezTo>
                  <a:cubicBezTo>
                    <a:pt x="17066" y="18984"/>
                    <a:pt x="16845" y="19897"/>
                    <a:pt x="16936" y="20034"/>
                  </a:cubicBezTo>
                  <a:cubicBezTo>
                    <a:pt x="16988" y="20112"/>
                    <a:pt x="17002" y="20686"/>
                    <a:pt x="17101" y="20570"/>
                  </a:cubicBezTo>
                  <a:cubicBezTo>
                    <a:pt x="17213" y="20440"/>
                    <a:pt x="17177" y="20077"/>
                    <a:pt x="17157" y="19905"/>
                  </a:cubicBezTo>
                  <a:cubicBezTo>
                    <a:pt x="17424" y="19728"/>
                    <a:pt x="17188" y="20552"/>
                    <a:pt x="17558" y="20246"/>
                  </a:cubicBezTo>
                  <a:cubicBezTo>
                    <a:pt x="17629" y="20187"/>
                    <a:pt x="17419" y="19764"/>
                    <a:pt x="17386" y="19700"/>
                  </a:cubicBezTo>
                  <a:cubicBezTo>
                    <a:pt x="17326" y="19586"/>
                    <a:pt x="17694" y="19451"/>
                    <a:pt x="17705" y="19360"/>
                  </a:cubicBezTo>
                  <a:cubicBezTo>
                    <a:pt x="17715" y="19275"/>
                    <a:pt x="16935" y="19751"/>
                    <a:pt x="17124" y="19135"/>
                  </a:cubicBezTo>
                  <a:cubicBezTo>
                    <a:pt x="17171" y="18983"/>
                    <a:pt x="17519" y="19053"/>
                    <a:pt x="17608" y="19065"/>
                  </a:cubicBezTo>
                  <a:cubicBezTo>
                    <a:pt x="17718" y="19079"/>
                    <a:pt x="17835" y="19134"/>
                    <a:pt x="17920" y="19006"/>
                  </a:cubicBezTo>
                  <a:cubicBezTo>
                    <a:pt x="17927" y="18996"/>
                    <a:pt x="18090" y="18686"/>
                    <a:pt x="18008" y="18723"/>
                  </a:cubicBezTo>
                  <a:close/>
                  <a:moveTo>
                    <a:pt x="16704" y="13082"/>
                  </a:moveTo>
                  <a:cubicBezTo>
                    <a:pt x="16613" y="13312"/>
                    <a:pt x="16783" y="13423"/>
                    <a:pt x="16840" y="13609"/>
                  </a:cubicBezTo>
                  <a:cubicBezTo>
                    <a:pt x="16841" y="13609"/>
                    <a:pt x="16850" y="13609"/>
                    <a:pt x="16852" y="13609"/>
                  </a:cubicBezTo>
                  <a:cubicBezTo>
                    <a:pt x="16855" y="13521"/>
                    <a:pt x="17025" y="12818"/>
                    <a:pt x="16888" y="12816"/>
                  </a:cubicBezTo>
                  <a:cubicBezTo>
                    <a:pt x="16888" y="12816"/>
                    <a:pt x="16888" y="12816"/>
                    <a:pt x="16888" y="12816"/>
                  </a:cubicBezTo>
                  <a:cubicBezTo>
                    <a:pt x="16848" y="12816"/>
                    <a:pt x="16878" y="12816"/>
                    <a:pt x="16888" y="12816"/>
                  </a:cubicBezTo>
                  <a:cubicBezTo>
                    <a:pt x="16771" y="12816"/>
                    <a:pt x="16747" y="12972"/>
                    <a:pt x="16704" y="13082"/>
                  </a:cubicBezTo>
                  <a:close/>
                  <a:moveTo>
                    <a:pt x="17712" y="10844"/>
                  </a:moveTo>
                  <a:cubicBezTo>
                    <a:pt x="17703" y="10863"/>
                    <a:pt x="17708" y="10853"/>
                    <a:pt x="17712" y="10844"/>
                  </a:cubicBezTo>
                  <a:cubicBezTo>
                    <a:pt x="17692" y="10887"/>
                    <a:pt x="17822" y="11096"/>
                    <a:pt x="17838" y="11109"/>
                  </a:cubicBezTo>
                  <a:cubicBezTo>
                    <a:pt x="17849" y="11118"/>
                    <a:pt x="17865" y="11124"/>
                    <a:pt x="17877" y="11126"/>
                  </a:cubicBezTo>
                  <a:cubicBezTo>
                    <a:pt x="17878" y="11096"/>
                    <a:pt x="17839" y="10886"/>
                    <a:pt x="17827" y="10899"/>
                  </a:cubicBezTo>
                  <a:cubicBezTo>
                    <a:pt x="17897" y="10821"/>
                    <a:pt x="17903" y="11539"/>
                    <a:pt x="18077" y="11380"/>
                  </a:cubicBezTo>
                  <a:cubicBezTo>
                    <a:pt x="18170" y="11297"/>
                    <a:pt x="18111" y="11168"/>
                    <a:pt x="18118" y="11055"/>
                  </a:cubicBezTo>
                  <a:cubicBezTo>
                    <a:pt x="18128" y="10876"/>
                    <a:pt x="18099" y="10972"/>
                    <a:pt x="18021" y="10859"/>
                  </a:cubicBezTo>
                  <a:cubicBezTo>
                    <a:pt x="18036" y="10845"/>
                    <a:pt x="17825" y="10607"/>
                    <a:pt x="17712" y="10844"/>
                  </a:cubicBezTo>
                  <a:cubicBezTo>
                    <a:pt x="17714" y="10841"/>
                    <a:pt x="17715" y="10839"/>
                    <a:pt x="17716" y="10837"/>
                  </a:cubicBezTo>
                  <a:cubicBezTo>
                    <a:pt x="17715" y="10838"/>
                    <a:pt x="17714" y="10841"/>
                    <a:pt x="17712" y="10844"/>
                  </a:cubicBezTo>
                  <a:close/>
                  <a:moveTo>
                    <a:pt x="18155" y="10981"/>
                  </a:moveTo>
                  <a:cubicBezTo>
                    <a:pt x="18156" y="10983"/>
                    <a:pt x="18156" y="10984"/>
                    <a:pt x="18157" y="10986"/>
                  </a:cubicBezTo>
                  <a:lnTo>
                    <a:pt x="18157" y="10980"/>
                  </a:lnTo>
                  <a:cubicBezTo>
                    <a:pt x="18156" y="10981"/>
                    <a:pt x="18156" y="10981"/>
                    <a:pt x="18155" y="10981"/>
                  </a:cubicBezTo>
                  <a:close/>
                  <a:moveTo>
                    <a:pt x="18494" y="10870"/>
                  </a:moveTo>
                  <a:cubicBezTo>
                    <a:pt x="18495" y="10871"/>
                    <a:pt x="18495" y="10871"/>
                    <a:pt x="18494" y="10870"/>
                  </a:cubicBezTo>
                  <a:cubicBezTo>
                    <a:pt x="18471" y="10838"/>
                    <a:pt x="18547" y="10731"/>
                    <a:pt x="18554" y="10729"/>
                  </a:cubicBezTo>
                  <a:cubicBezTo>
                    <a:pt x="18453" y="10479"/>
                    <a:pt x="18199" y="10696"/>
                    <a:pt x="18150" y="10851"/>
                  </a:cubicBezTo>
                  <a:cubicBezTo>
                    <a:pt x="18209" y="10805"/>
                    <a:pt x="18269" y="11010"/>
                    <a:pt x="18342" y="10999"/>
                  </a:cubicBezTo>
                  <a:cubicBezTo>
                    <a:pt x="18354" y="10871"/>
                    <a:pt x="18377" y="10711"/>
                    <a:pt x="18494" y="10870"/>
                  </a:cubicBezTo>
                  <a:close/>
                  <a:moveTo>
                    <a:pt x="18925" y="10455"/>
                  </a:moveTo>
                  <a:cubicBezTo>
                    <a:pt x="19074" y="10535"/>
                    <a:pt x="18998" y="10353"/>
                    <a:pt x="19082" y="10331"/>
                  </a:cubicBezTo>
                  <a:cubicBezTo>
                    <a:pt x="19143" y="10315"/>
                    <a:pt x="19102" y="10429"/>
                    <a:pt x="19140" y="10453"/>
                  </a:cubicBezTo>
                  <a:cubicBezTo>
                    <a:pt x="19161" y="10466"/>
                    <a:pt x="19182" y="10192"/>
                    <a:pt x="19268" y="10229"/>
                  </a:cubicBezTo>
                  <a:cubicBezTo>
                    <a:pt x="19270" y="10283"/>
                    <a:pt x="19281" y="10332"/>
                    <a:pt x="19303" y="10378"/>
                  </a:cubicBezTo>
                  <a:cubicBezTo>
                    <a:pt x="19331" y="10411"/>
                    <a:pt x="19368" y="10180"/>
                    <a:pt x="19390" y="10163"/>
                  </a:cubicBezTo>
                  <a:cubicBezTo>
                    <a:pt x="19189" y="10042"/>
                    <a:pt x="19220" y="9561"/>
                    <a:pt x="19213" y="9410"/>
                  </a:cubicBezTo>
                  <a:cubicBezTo>
                    <a:pt x="19203" y="9250"/>
                    <a:pt x="18945" y="8663"/>
                    <a:pt x="18789" y="8793"/>
                  </a:cubicBezTo>
                  <a:cubicBezTo>
                    <a:pt x="18688" y="8878"/>
                    <a:pt x="18903" y="9380"/>
                    <a:pt x="18921" y="9513"/>
                  </a:cubicBezTo>
                  <a:cubicBezTo>
                    <a:pt x="18942" y="9666"/>
                    <a:pt x="18831" y="9812"/>
                    <a:pt x="18747" y="9883"/>
                  </a:cubicBezTo>
                  <a:cubicBezTo>
                    <a:pt x="18578" y="10022"/>
                    <a:pt x="18681" y="9752"/>
                    <a:pt x="18616" y="9737"/>
                  </a:cubicBezTo>
                  <a:cubicBezTo>
                    <a:pt x="18570" y="9727"/>
                    <a:pt x="18579" y="10013"/>
                    <a:pt x="18565" y="10058"/>
                  </a:cubicBezTo>
                  <a:cubicBezTo>
                    <a:pt x="18497" y="10271"/>
                    <a:pt x="18631" y="10204"/>
                    <a:pt x="18427" y="10176"/>
                  </a:cubicBezTo>
                  <a:cubicBezTo>
                    <a:pt x="18351" y="10166"/>
                    <a:pt x="18089" y="10234"/>
                    <a:pt x="18044" y="10303"/>
                  </a:cubicBezTo>
                  <a:cubicBezTo>
                    <a:pt x="18047" y="10299"/>
                    <a:pt x="17883" y="10560"/>
                    <a:pt x="17858" y="10523"/>
                  </a:cubicBezTo>
                  <a:cubicBezTo>
                    <a:pt x="17899" y="10754"/>
                    <a:pt x="18464" y="10422"/>
                    <a:pt x="18580" y="10472"/>
                  </a:cubicBezTo>
                  <a:cubicBezTo>
                    <a:pt x="18585" y="10596"/>
                    <a:pt x="18609" y="10680"/>
                    <a:pt x="18703" y="10735"/>
                  </a:cubicBezTo>
                  <a:cubicBezTo>
                    <a:pt x="18753" y="10764"/>
                    <a:pt x="18816" y="10592"/>
                    <a:pt x="18840" y="10543"/>
                  </a:cubicBezTo>
                  <a:cubicBezTo>
                    <a:pt x="18865" y="10494"/>
                    <a:pt x="18720" y="10465"/>
                    <a:pt x="18769" y="10389"/>
                  </a:cubicBezTo>
                  <a:cubicBezTo>
                    <a:pt x="18797" y="10347"/>
                    <a:pt x="18905" y="10444"/>
                    <a:pt x="18925" y="10455"/>
                  </a:cubicBezTo>
                  <a:close/>
                  <a:moveTo>
                    <a:pt x="19160" y="8116"/>
                  </a:moveTo>
                  <a:lnTo>
                    <a:pt x="19146" y="8111"/>
                  </a:lnTo>
                  <a:cubicBezTo>
                    <a:pt x="19036" y="8151"/>
                    <a:pt x="19089" y="8247"/>
                    <a:pt x="18906" y="8142"/>
                  </a:cubicBezTo>
                  <a:cubicBezTo>
                    <a:pt x="18847" y="8108"/>
                    <a:pt x="18485" y="7762"/>
                    <a:pt x="18443" y="7857"/>
                  </a:cubicBezTo>
                  <a:cubicBezTo>
                    <a:pt x="18479" y="7928"/>
                    <a:pt x="18697" y="8296"/>
                    <a:pt x="18646" y="8380"/>
                  </a:cubicBezTo>
                  <a:cubicBezTo>
                    <a:pt x="18629" y="8381"/>
                    <a:pt x="18520" y="8340"/>
                    <a:pt x="18499" y="8358"/>
                  </a:cubicBezTo>
                  <a:cubicBezTo>
                    <a:pt x="18498" y="8393"/>
                    <a:pt x="18522" y="8403"/>
                    <a:pt x="18547" y="8410"/>
                  </a:cubicBezTo>
                  <a:cubicBezTo>
                    <a:pt x="18531" y="8460"/>
                    <a:pt x="18513" y="8509"/>
                    <a:pt x="18493" y="8557"/>
                  </a:cubicBezTo>
                  <a:cubicBezTo>
                    <a:pt x="18527" y="8619"/>
                    <a:pt x="18568" y="8674"/>
                    <a:pt x="18615" y="8721"/>
                  </a:cubicBezTo>
                  <a:cubicBezTo>
                    <a:pt x="18661" y="8865"/>
                    <a:pt x="18800" y="8728"/>
                    <a:pt x="18795" y="8712"/>
                  </a:cubicBezTo>
                  <a:cubicBezTo>
                    <a:pt x="18774" y="8635"/>
                    <a:pt x="18622" y="8687"/>
                    <a:pt x="18587" y="8598"/>
                  </a:cubicBezTo>
                  <a:cubicBezTo>
                    <a:pt x="18565" y="8543"/>
                    <a:pt x="18779" y="8529"/>
                    <a:pt x="18804" y="8536"/>
                  </a:cubicBezTo>
                  <a:cubicBezTo>
                    <a:pt x="18831" y="8543"/>
                    <a:pt x="19142" y="8756"/>
                    <a:pt x="19097" y="8609"/>
                  </a:cubicBezTo>
                  <a:cubicBezTo>
                    <a:pt x="19047" y="8447"/>
                    <a:pt x="19219" y="8414"/>
                    <a:pt x="19316" y="8366"/>
                  </a:cubicBezTo>
                  <a:cubicBezTo>
                    <a:pt x="19247" y="8378"/>
                    <a:pt x="19154" y="8192"/>
                    <a:pt x="19160" y="8116"/>
                  </a:cubicBezTo>
                  <a:close/>
                  <a:moveTo>
                    <a:pt x="17646" y="6274"/>
                  </a:moveTo>
                  <a:cubicBezTo>
                    <a:pt x="17799" y="6419"/>
                    <a:pt x="17943" y="6645"/>
                    <a:pt x="18027" y="6862"/>
                  </a:cubicBezTo>
                  <a:cubicBezTo>
                    <a:pt x="18080" y="6997"/>
                    <a:pt x="18171" y="7189"/>
                    <a:pt x="18248" y="7303"/>
                  </a:cubicBezTo>
                  <a:cubicBezTo>
                    <a:pt x="18298" y="7378"/>
                    <a:pt x="18389" y="7663"/>
                    <a:pt x="18474" y="7676"/>
                  </a:cubicBezTo>
                  <a:cubicBezTo>
                    <a:pt x="18421" y="7470"/>
                    <a:pt x="18534" y="7473"/>
                    <a:pt x="18607" y="7547"/>
                  </a:cubicBezTo>
                  <a:cubicBezTo>
                    <a:pt x="18461" y="7353"/>
                    <a:pt x="18082" y="7060"/>
                    <a:pt x="18198" y="6858"/>
                  </a:cubicBezTo>
                  <a:cubicBezTo>
                    <a:pt x="18255" y="6759"/>
                    <a:pt x="18499" y="7018"/>
                    <a:pt x="18519" y="7049"/>
                  </a:cubicBezTo>
                  <a:cubicBezTo>
                    <a:pt x="18357" y="6801"/>
                    <a:pt x="18126" y="6627"/>
                    <a:pt x="17961" y="6378"/>
                  </a:cubicBezTo>
                  <a:cubicBezTo>
                    <a:pt x="17806" y="6144"/>
                    <a:pt x="17586" y="5734"/>
                    <a:pt x="17350" y="5619"/>
                  </a:cubicBezTo>
                  <a:cubicBezTo>
                    <a:pt x="17325" y="5663"/>
                    <a:pt x="17472" y="5827"/>
                    <a:pt x="17478" y="5878"/>
                  </a:cubicBezTo>
                  <a:cubicBezTo>
                    <a:pt x="17465" y="5877"/>
                    <a:pt x="17376" y="5743"/>
                    <a:pt x="17378" y="5856"/>
                  </a:cubicBezTo>
                  <a:cubicBezTo>
                    <a:pt x="17378" y="5852"/>
                    <a:pt x="17378" y="5849"/>
                    <a:pt x="17378" y="5857"/>
                  </a:cubicBezTo>
                  <a:cubicBezTo>
                    <a:pt x="17378" y="5869"/>
                    <a:pt x="17378" y="5863"/>
                    <a:pt x="17378" y="5857"/>
                  </a:cubicBezTo>
                  <a:cubicBezTo>
                    <a:pt x="17381" y="5928"/>
                    <a:pt x="17603" y="6232"/>
                    <a:pt x="17646" y="6274"/>
                  </a:cubicBezTo>
                  <a:close/>
                  <a:moveTo>
                    <a:pt x="18607" y="7547"/>
                  </a:moveTo>
                  <a:cubicBezTo>
                    <a:pt x="18635" y="7584"/>
                    <a:pt x="18654" y="7616"/>
                    <a:pt x="18660" y="7644"/>
                  </a:cubicBezTo>
                  <a:cubicBezTo>
                    <a:pt x="18653" y="7607"/>
                    <a:pt x="18633" y="7573"/>
                    <a:pt x="18607" y="7547"/>
                  </a:cubicBezTo>
                  <a:close/>
                  <a:moveTo>
                    <a:pt x="12796" y="1135"/>
                  </a:moveTo>
                  <a:cubicBezTo>
                    <a:pt x="12751" y="1122"/>
                    <a:pt x="12895" y="1166"/>
                    <a:pt x="12796" y="1135"/>
                  </a:cubicBezTo>
                  <a:cubicBezTo>
                    <a:pt x="12796" y="1135"/>
                    <a:pt x="12796" y="1135"/>
                    <a:pt x="12796" y="1135"/>
                  </a:cubicBezTo>
                  <a:close/>
                  <a:moveTo>
                    <a:pt x="12796" y="1135"/>
                  </a:moveTo>
                  <a:cubicBezTo>
                    <a:pt x="12907" y="1169"/>
                    <a:pt x="13566" y="1269"/>
                    <a:pt x="13631" y="1102"/>
                  </a:cubicBezTo>
                  <a:cubicBezTo>
                    <a:pt x="13663" y="1018"/>
                    <a:pt x="12743" y="910"/>
                    <a:pt x="12645" y="914"/>
                  </a:cubicBezTo>
                  <a:cubicBezTo>
                    <a:pt x="12600" y="1062"/>
                    <a:pt x="12710" y="1110"/>
                    <a:pt x="12796" y="1135"/>
                  </a:cubicBezTo>
                  <a:close/>
                  <a:moveTo>
                    <a:pt x="6624" y="191"/>
                  </a:moveTo>
                  <a:cubicBezTo>
                    <a:pt x="6624" y="192"/>
                    <a:pt x="6625" y="195"/>
                    <a:pt x="6626" y="199"/>
                  </a:cubicBezTo>
                  <a:cubicBezTo>
                    <a:pt x="6626" y="196"/>
                    <a:pt x="6625" y="194"/>
                    <a:pt x="6624" y="191"/>
                  </a:cubicBezTo>
                  <a:cubicBezTo>
                    <a:pt x="6624" y="191"/>
                    <a:pt x="6624" y="191"/>
                    <a:pt x="6624" y="191"/>
                  </a:cubicBezTo>
                  <a:close/>
                  <a:moveTo>
                    <a:pt x="6637" y="229"/>
                  </a:moveTo>
                  <a:cubicBezTo>
                    <a:pt x="6645" y="251"/>
                    <a:pt x="6651" y="268"/>
                    <a:pt x="6637" y="229"/>
                  </a:cubicBezTo>
                  <a:cubicBezTo>
                    <a:pt x="6637" y="229"/>
                    <a:pt x="6637" y="229"/>
                    <a:pt x="6637" y="229"/>
                  </a:cubicBezTo>
                  <a:close/>
                  <a:moveTo>
                    <a:pt x="6637" y="229"/>
                  </a:moveTo>
                  <a:cubicBezTo>
                    <a:pt x="6637" y="228"/>
                    <a:pt x="6636" y="225"/>
                    <a:pt x="6635" y="224"/>
                  </a:cubicBezTo>
                  <a:cubicBezTo>
                    <a:pt x="6636" y="225"/>
                    <a:pt x="6637" y="227"/>
                    <a:pt x="6637" y="229"/>
                  </a:cubicBezTo>
                  <a:close/>
                  <a:moveTo>
                    <a:pt x="6626" y="199"/>
                  </a:moveTo>
                  <a:cubicBezTo>
                    <a:pt x="6629" y="205"/>
                    <a:pt x="6632" y="215"/>
                    <a:pt x="6635" y="224"/>
                  </a:cubicBezTo>
                  <a:cubicBezTo>
                    <a:pt x="6633" y="217"/>
                    <a:pt x="6630" y="209"/>
                    <a:pt x="6626" y="199"/>
                  </a:cubicBezTo>
                  <a:close/>
                  <a:moveTo>
                    <a:pt x="6639" y="191"/>
                  </a:moveTo>
                  <a:cubicBezTo>
                    <a:pt x="6700" y="344"/>
                    <a:pt x="6882" y="206"/>
                    <a:pt x="6974" y="224"/>
                  </a:cubicBezTo>
                  <a:cubicBezTo>
                    <a:pt x="6891" y="274"/>
                    <a:pt x="7101" y="361"/>
                    <a:pt x="7127" y="364"/>
                  </a:cubicBezTo>
                  <a:cubicBezTo>
                    <a:pt x="7319" y="388"/>
                    <a:pt x="7515" y="426"/>
                    <a:pt x="7709" y="415"/>
                  </a:cubicBezTo>
                  <a:cubicBezTo>
                    <a:pt x="7714" y="407"/>
                    <a:pt x="7716" y="403"/>
                    <a:pt x="7718" y="393"/>
                  </a:cubicBezTo>
                  <a:cubicBezTo>
                    <a:pt x="7615" y="349"/>
                    <a:pt x="7588" y="217"/>
                    <a:pt x="7471" y="203"/>
                  </a:cubicBezTo>
                  <a:cubicBezTo>
                    <a:pt x="7304" y="184"/>
                    <a:pt x="7240" y="132"/>
                    <a:pt x="7094" y="42"/>
                  </a:cubicBezTo>
                  <a:cubicBezTo>
                    <a:pt x="7017" y="-6"/>
                    <a:pt x="6518" y="-65"/>
                    <a:pt x="6639" y="191"/>
                  </a:cubicBezTo>
                  <a:cubicBezTo>
                    <a:pt x="6639" y="191"/>
                    <a:pt x="6639" y="191"/>
                    <a:pt x="6639" y="191"/>
                  </a:cubicBezTo>
                  <a:close/>
                  <a:moveTo>
                    <a:pt x="3049" y="1821"/>
                  </a:moveTo>
                  <a:cubicBezTo>
                    <a:pt x="3097" y="1824"/>
                    <a:pt x="3068" y="1822"/>
                    <a:pt x="3049" y="1821"/>
                  </a:cubicBezTo>
                  <a:cubicBezTo>
                    <a:pt x="3259" y="1833"/>
                    <a:pt x="3444" y="2105"/>
                    <a:pt x="3693" y="1983"/>
                  </a:cubicBezTo>
                  <a:cubicBezTo>
                    <a:pt x="3695" y="1975"/>
                    <a:pt x="3695" y="1959"/>
                    <a:pt x="3693" y="1951"/>
                  </a:cubicBezTo>
                  <a:cubicBezTo>
                    <a:pt x="3378" y="1819"/>
                    <a:pt x="3267" y="1534"/>
                    <a:pt x="3575" y="1251"/>
                  </a:cubicBezTo>
                  <a:cubicBezTo>
                    <a:pt x="3878" y="973"/>
                    <a:pt x="4250" y="1072"/>
                    <a:pt x="4563" y="873"/>
                  </a:cubicBezTo>
                  <a:cubicBezTo>
                    <a:pt x="4434" y="627"/>
                    <a:pt x="4069" y="857"/>
                    <a:pt x="3881" y="855"/>
                  </a:cubicBezTo>
                  <a:cubicBezTo>
                    <a:pt x="3631" y="853"/>
                    <a:pt x="3298" y="977"/>
                    <a:pt x="3102" y="1185"/>
                  </a:cubicBezTo>
                  <a:cubicBezTo>
                    <a:pt x="3040" y="1251"/>
                    <a:pt x="3027" y="1414"/>
                    <a:pt x="3008" y="1500"/>
                  </a:cubicBezTo>
                  <a:cubicBezTo>
                    <a:pt x="2968" y="1677"/>
                    <a:pt x="2751" y="1804"/>
                    <a:pt x="3049" y="1821"/>
                  </a:cubicBezTo>
                  <a:close/>
                  <a:moveTo>
                    <a:pt x="10216" y="16862"/>
                  </a:moveTo>
                  <a:cubicBezTo>
                    <a:pt x="10007" y="16414"/>
                    <a:pt x="9990" y="17186"/>
                    <a:pt x="10036" y="17376"/>
                  </a:cubicBezTo>
                  <a:cubicBezTo>
                    <a:pt x="10092" y="17606"/>
                    <a:pt x="10129" y="17705"/>
                    <a:pt x="10318" y="17537"/>
                  </a:cubicBezTo>
                  <a:cubicBezTo>
                    <a:pt x="10499" y="17376"/>
                    <a:pt x="10291" y="17023"/>
                    <a:pt x="10216" y="16863"/>
                  </a:cubicBezTo>
                  <a:cubicBezTo>
                    <a:pt x="10225" y="16883"/>
                    <a:pt x="10244" y="16922"/>
                    <a:pt x="10216" y="16862"/>
                  </a:cubicBezTo>
                  <a:close/>
                  <a:moveTo>
                    <a:pt x="10216" y="16862"/>
                  </a:moveTo>
                  <a:cubicBezTo>
                    <a:pt x="10216" y="16862"/>
                    <a:pt x="10216" y="16862"/>
                    <a:pt x="10216" y="16863"/>
                  </a:cubicBezTo>
                  <a:cubicBezTo>
                    <a:pt x="10211" y="16852"/>
                    <a:pt x="10209" y="16847"/>
                    <a:pt x="10216" y="16862"/>
                  </a:cubicBezTo>
                  <a:close/>
                  <a:moveTo>
                    <a:pt x="17680" y="20444"/>
                  </a:moveTo>
                  <a:cubicBezTo>
                    <a:pt x="17677" y="20432"/>
                    <a:pt x="17678" y="20435"/>
                    <a:pt x="17679" y="20439"/>
                  </a:cubicBezTo>
                  <a:cubicBezTo>
                    <a:pt x="17647" y="20338"/>
                    <a:pt x="17562" y="20187"/>
                    <a:pt x="17562" y="20438"/>
                  </a:cubicBezTo>
                  <a:cubicBezTo>
                    <a:pt x="17562" y="20640"/>
                    <a:pt x="17719" y="20588"/>
                    <a:pt x="17681" y="20445"/>
                  </a:cubicBezTo>
                  <a:cubicBezTo>
                    <a:pt x="17681" y="20446"/>
                    <a:pt x="17681" y="20446"/>
                    <a:pt x="17680" y="20444"/>
                  </a:cubicBezTo>
                  <a:close/>
                  <a:moveTo>
                    <a:pt x="20845" y="19801"/>
                  </a:moveTo>
                  <a:cubicBezTo>
                    <a:pt x="20845" y="19756"/>
                    <a:pt x="20831" y="19752"/>
                    <a:pt x="20720" y="19722"/>
                  </a:cubicBezTo>
                  <a:cubicBezTo>
                    <a:pt x="20484" y="19667"/>
                    <a:pt x="20309" y="19366"/>
                    <a:pt x="20078" y="19540"/>
                  </a:cubicBezTo>
                  <a:lnTo>
                    <a:pt x="20083" y="19581"/>
                  </a:lnTo>
                  <a:lnTo>
                    <a:pt x="20066" y="19592"/>
                  </a:lnTo>
                  <a:cubicBezTo>
                    <a:pt x="20073" y="19603"/>
                    <a:pt x="20078" y="19616"/>
                    <a:pt x="20080" y="19629"/>
                  </a:cubicBezTo>
                  <a:cubicBezTo>
                    <a:pt x="19967" y="19665"/>
                    <a:pt x="19867" y="19933"/>
                    <a:pt x="19784" y="19933"/>
                  </a:cubicBezTo>
                  <a:cubicBezTo>
                    <a:pt x="19806" y="19933"/>
                    <a:pt x="19649" y="19674"/>
                    <a:pt x="19649" y="19726"/>
                  </a:cubicBezTo>
                  <a:cubicBezTo>
                    <a:pt x="19591" y="19599"/>
                    <a:pt x="19738" y="19263"/>
                    <a:pt x="19533" y="19263"/>
                  </a:cubicBezTo>
                  <a:cubicBezTo>
                    <a:pt x="19510" y="19243"/>
                    <a:pt x="19395" y="19210"/>
                    <a:pt x="19371" y="19200"/>
                  </a:cubicBezTo>
                  <a:cubicBezTo>
                    <a:pt x="19228" y="19141"/>
                    <a:pt x="19205" y="19326"/>
                    <a:pt x="19144" y="19326"/>
                  </a:cubicBezTo>
                  <a:cubicBezTo>
                    <a:pt x="19123" y="19314"/>
                    <a:pt x="19057" y="19299"/>
                    <a:pt x="19047" y="19341"/>
                  </a:cubicBezTo>
                  <a:cubicBezTo>
                    <a:pt x="18878" y="19223"/>
                    <a:pt x="19194" y="19742"/>
                    <a:pt x="19275" y="19766"/>
                  </a:cubicBezTo>
                  <a:cubicBezTo>
                    <a:pt x="19141" y="19798"/>
                    <a:pt x="19298" y="20026"/>
                    <a:pt x="19315" y="20115"/>
                  </a:cubicBezTo>
                  <a:cubicBezTo>
                    <a:pt x="19376" y="20426"/>
                    <a:pt x="19468" y="20101"/>
                    <a:pt x="19519" y="20101"/>
                  </a:cubicBezTo>
                  <a:cubicBezTo>
                    <a:pt x="19605" y="20101"/>
                    <a:pt x="19914" y="20363"/>
                    <a:pt x="20018" y="20411"/>
                  </a:cubicBezTo>
                  <a:cubicBezTo>
                    <a:pt x="20127" y="20461"/>
                    <a:pt x="20181" y="20479"/>
                    <a:pt x="20248" y="20607"/>
                  </a:cubicBezTo>
                  <a:cubicBezTo>
                    <a:pt x="20277" y="20661"/>
                    <a:pt x="20274" y="20778"/>
                    <a:pt x="20326" y="20815"/>
                  </a:cubicBezTo>
                  <a:cubicBezTo>
                    <a:pt x="20319" y="20858"/>
                    <a:pt x="20311" y="20886"/>
                    <a:pt x="20321" y="20928"/>
                  </a:cubicBezTo>
                  <a:cubicBezTo>
                    <a:pt x="20186" y="20961"/>
                    <a:pt x="20099" y="21117"/>
                    <a:pt x="20109" y="21286"/>
                  </a:cubicBezTo>
                  <a:cubicBezTo>
                    <a:pt x="20228" y="21294"/>
                    <a:pt x="20372" y="21234"/>
                    <a:pt x="20433" y="21234"/>
                  </a:cubicBezTo>
                  <a:lnTo>
                    <a:pt x="20433" y="21233"/>
                  </a:lnTo>
                  <a:cubicBezTo>
                    <a:pt x="20433" y="21142"/>
                    <a:pt x="20719" y="21510"/>
                    <a:pt x="20736" y="21535"/>
                  </a:cubicBezTo>
                  <a:cubicBezTo>
                    <a:pt x="20771" y="21316"/>
                    <a:pt x="20771" y="21081"/>
                    <a:pt x="20799" y="20857"/>
                  </a:cubicBezTo>
                  <a:lnTo>
                    <a:pt x="20771" y="20809"/>
                  </a:lnTo>
                  <a:cubicBezTo>
                    <a:pt x="20895" y="20557"/>
                    <a:pt x="20831" y="20091"/>
                    <a:pt x="20845" y="19801"/>
                  </a:cubicBezTo>
                  <a:close/>
                  <a:moveTo>
                    <a:pt x="21482" y="3136"/>
                  </a:moveTo>
                  <a:cubicBezTo>
                    <a:pt x="21484" y="3136"/>
                    <a:pt x="21512" y="3136"/>
                    <a:pt x="21512" y="3136"/>
                  </a:cubicBezTo>
                  <a:cubicBezTo>
                    <a:pt x="21524" y="3110"/>
                    <a:pt x="21544" y="3089"/>
                    <a:pt x="21567" y="3075"/>
                  </a:cubicBezTo>
                  <a:cubicBezTo>
                    <a:pt x="21432" y="2793"/>
                    <a:pt x="21025" y="2732"/>
                    <a:pt x="20788" y="2699"/>
                  </a:cubicBezTo>
                  <a:cubicBezTo>
                    <a:pt x="20424" y="2699"/>
                    <a:pt x="20032" y="2429"/>
                    <a:pt x="19669" y="2355"/>
                  </a:cubicBezTo>
                  <a:cubicBezTo>
                    <a:pt x="19252" y="2271"/>
                    <a:pt x="18850" y="2097"/>
                    <a:pt x="18423" y="2086"/>
                  </a:cubicBezTo>
                  <a:cubicBezTo>
                    <a:pt x="18281" y="2082"/>
                    <a:pt x="18025" y="1964"/>
                    <a:pt x="17928" y="2085"/>
                  </a:cubicBezTo>
                  <a:cubicBezTo>
                    <a:pt x="17787" y="1963"/>
                    <a:pt x="17753" y="2111"/>
                    <a:pt x="17640" y="2116"/>
                  </a:cubicBezTo>
                  <a:cubicBezTo>
                    <a:pt x="17589" y="2193"/>
                    <a:pt x="17369" y="2124"/>
                    <a:pt x="17309" y="2114"/>
                  </a:cubicBezTo>
                  <a:cubicBezTo>
                    <a:pt x="17131" y="2085"/>
                    <a:pt x="16946" y="2126"/>
                    <a:pt x="16770" y="2090"/>
                  </a:cubicBezTo>
                  <a:cubicBezTo>
                    <a:pt x="16661" y="2068"/>
                    <a:pt x="16615" y="1921"/>
                    <a:pt x="16498" y="1897"/>
                  </a:cubicBezTo>
                  <a:cubicBezTo>
                    <a:pt x="16256" y="1847"/>
                    <a:pt x="15932" y="1733"/>
                    <a:pt x="15687" y="1852"/>
                  </a:cubicBezTo>
                  <a:cubicBezTo>
                    <a:pt x="15505" y="1940"/>
                    <a:pt x="15223" y="1766"/>
                    <a:pt x="15033" y="1732"/>
                  </a:cubicBezTo>
                  <a:cubicBezTo>
                    <a:pt x="15028" y="1585"/>
                    <a:pt x="14601" y="1491"/>
                    <a:pt x="14524" y="1604"/>
                  </a:cubicBezTo>
                  <a:cubicBezTo>
                    <a:pt x="14389" y="1489"/>
                    <a:pt x="14096" y="1512"/>
                    <a:pt x="13941" y="1503"/>
                  </a:cubicBezTo>
                  <a:lnTo>
                    <a:pt x="13941" y="1502"/>
                  </a:lnTo>
                  <a:cubicBezTo>
                    <a:pt x="13859" y="1397"/>
                    <a:pt x="13713" y="1363"/>
                    <a:pt x="13601" y="1377"/>
                  </a:cubicBezTo>
                  <a:cubicBezTo>
                    <a:pt x="13463" y="1395"/>
                    <a:pt x="13552" y="1500"/>
                    <a:pt x="13642" y="1496"/>
                  </a:cubicBezTo>
                  <a:cubicBezTo>
                    <a:pt x="13538" y="1516"/>
                    <a:pt x="13426" y="1657"/>
                    <a:pt x="13589" y="1732"/>
                  </a:cubicBezTo>
                  <a:cubicBezTo>
                    <a:pt x="13432" y="1749"/>
                    <a:pt x="13289" y="1736"/>
                    <a:pt x="13132" y="1770"/>
                  </a:cubicBezTo>
                  <a:cubicBezTo>
                    <a:pt x="13010" y="1796"/>
                    <a:pt x="12688" y="1530"/>
                    <a:pt x="12823" y="1894"/>
                  </a:cubicBezTo>
                  <a:cubicBezTo>
                    <a:pt x="12699" y="1866"/>
                    <a:pt x="12578" y="1803"/>
                    <a:pt x="12462" y="1744"/>
                  </a:cubicBezTo>
                  <a:lnTo>
                    <a:pt x="12468" y="1739"/>
                  </a:lnTo>
                  <a:lnTo>
                    <a:pt x="12445" y="1651"/>
                  </a:lnTo>
                  <a:cubicBezTo>
                    <a:pt x="12201" y="1356"/>
                    <a:pt x="11570" y="1196"/>
                    <a:pt x="11249" y="1384"/>
                  </a:cubicBezTo>
                  <a:cubicBezTo>
                    <a:pt x="11292" y="1402"/>
                    <a:pt x="11339" y="1419"/>
                    <a:pt x="11379" y="1446"/>
                  </a:cubicBezTo>
                  <a:cubicBezTo>
                    <a:pt x="11235" y="1453"/>
                    <a:pt x="11040" y="1498"/>
                    <a:pt x="10902" y="1435"/>
                  </a:cubicBezTo>
                  <a:cubicBezTo>
                    <a:pt x="10924" y="1410"/>
                    <a:pt x="10943" y="1372"/>
                    <a:pt x="10960" y="1341"/>
                  </a:cubicBezTo>
                  <a:cubicBezTo>
                    <a:pt x="10707" y="1338"/>
                    <a:pt x="10460" y="1329"/>
                    <a:pt x="10209" y="1352"/>
                  </a:cubicBezTo>
                  <a:cubicBezTo>
                    <a:pt x="10151" y="1292"/>
                    <a:pt x="10082" y="1254"/>
                    <a:pt x="10017" y="1207"/>
                  </a:cubicBezTo>
                  <a:cubicBezTo>
                    <a:pt x="10017" y="1207"/>
                    <a:pt x="10014" y="1302"/>
                    <a:pt x="10014" y="1302"/>
                  </a:cubicBezTo>
                  <a:cubicBezTo>
                    <a:pt x="9917" y="1297"/>
                    <a:pt x="9781" y="1215"/>
                    <a:pt x="9686" y="1274"/>
                  </a:cubicBezTo>
                  <a:cubicBezTo>
                    <a:pt x="10299" y="771"/>
                    <a:pt x="9202" y="741"/>
                    <a:pt x="8912" y="764"/>
                  </a:cubicBezTo>
                  <a:cubicBezTo>
                    <a:pt x="8912" y="763"/>
                    <a:pt x="8942" y="682"/>
                    <a:pt x="8942" y="682"/>
                  </a:cubicBezTo>
                  <a:cubicBezTo>
                    <a:pt x="8857" y="692"/>
                    <a:pt x="8774" y="674"/>
                    <a:pt x="8690" y="667"/>
                  </a:cubicBezTo>
                  <a:cubicBezTo>
                    <a:pt x="8692" y="666"/>
                    <a:pt x="8711" y="652"/>
                    <a:pt x="8711" y="652"/>
                  </a:cubicBezTo>
                  <a:lnTo>
                    <a:pt x="8680" y="562"/>
                  </a:lnTo>
                  <a:cubicBezTo>
                    <a:pt x="8568" y="569"/>
                    <a:pt x="8454" y="542"/>
                    <a:pt x="8339" y="545"/>
                  </a:cubicBezTo>
                  <a:cubicBezTo>
                    <a:pt x="8372" y="543"/>
                    <a:pt x="8389" y="524"/>
                    <a:pt x="8390" y="487"/>
                  </a:cubicBezTo>
                  <a:cubicBezTo>
                    <a:pt x="8348" y="373"/>
                    <a:pt x="8029" y="432"/>
                    <a:pt x="7984" y="380"/>
                  </a:cubicBezTo>
                  <a:cubicBezTo>
                    <a:pt x="7880" y="261"/>
                    <a:pt x="7809" y="457"/>
                    <a:pt x="7733" y="455"/>
                  </a:cubicBezTo>
                  <a:cubicBezTo>
                    <a:pt x="7767" y="710"/>
                    <a:pt x="8058" y="574"/>
                    <a:pt x="8203" y="565"/>
                  </a:cubicBezTo>
                  <a:cubicBezTo>
                    <a:pt x="8141" y="586"/>
                    <a:pt x="8043" y="670"/>
                    <a:pt x="8093" y="768"/>
                  </a:cubicBezTo>
                  <a:cubicBezTo>
                    <a:pt x="8012" y="760"/>
                    <a:pt x="7931" y="780"/>
                    <a:pt x="7859" y="828"/>
                  </a:cubicBezTo>
                  <a:lnTo>
                    <a:pt x="7899" y="850"/>
                  </a:lnTo>
                  <a:cubicBezTo>
                    <a:pt x="7761" y="924"/>
                    <a:pt x="7599" y="792"/>
                    <a:pt x="7453" y="841"/>
                  </a:cubicBezTo>
                  <a:cubicBezTo>
                    <a:pt x="7359" y="872"/>
                    <a:pt x="7267" y="899"/>
                    <a:pt x="7171" y="911"/>
                  </a:cubicBezTo>
                  <a:cubicBezTo>
                    <a:pt x="6973" y="936"/>
                    <a:pt x="6832" y="1042"/>
                    <a:pt x="6697" y="1218"/>
                  </a:cubicBezTo>
                  <a:lnTo>
                    <a:pt x="6715" y="1300"/>
                  </a:lnTo>
                  <a:cubicBezTo>
                    <a:pt x="6595" y="1317"/>
                    <a:pt x="5933" y="1282"/>
                    <a:pt x="6309" y="1601"/>
                  </a:cubicBezTo>
                  <a:cubicBezTo>
                    <a:pt x="6139" y="1560"/>
                    <a:pt x="5956" y="1546"/>
                    <a:pt x="5807" y="1683"/>
                  </a:cubicBezTo>
                  <a:cubicBezTo>
                    <a:pt x="5762" y="1559"/>
                    <a:pt x="5703" y="1466"/>
                    <a:pt x="5588" y="1483"/>
                  </a:cubicBezTo>
                  <a:lnTo>
                    <a:pt x="5593" y="1581"/>
                  </a:lnTo>
                  <a:lnTo>
                    <a:pt x="5611" y="1582"/>
                  </a:lnTo>
                  <a:cubicBezTo>
                    <a:pt x="5618" y="1583"/>
                    <a:pt x="5633" y="1606"/>
                    <a:pt x="5635" y="1626"/>
                  </a:cubicBezTo>
                  <a:cubicBezTo>
                    <a:pt x="5565" y="1686"/>
                    <a:pt x="5488" y="1670"/>
                    <a:pt x="5467" y="1800"/>
                  </a:cubicBezTo>
                  <a:cubicBezTo>
                    <a:pt x="5452" y="1798"/>
                    <a:pt x="5437" y="1795"/>
                    <a:pt x="5422" y="1791"/>
                  </a:cubicBezTo>
                  <a:cubicBezTo>
                    <a:pt x="5363" y="1613"/>
                    <a:pt x="5452" y="1463"/>
                    <a:pt x="5208" y="1445"/>
                  </a:cubicBezTo>
                  <a:cubicBezTo>
                    <a:pt x="5135" y="1440"/>
                    <a:pt x="5060" y="1440"/>
                    <a:pt x="4988" y="1440"/>
                  </a:cubicBezTo>
                  <a:cubicBezTo>
                    <a:pt x="4835" y="1440"/>
                    <a:pt x="4896" y="1580"/>
                    <a:pt x="4862" y="1697"/>
                  </a:cubicBezTo>
                  <a:cubicBezTo>
                    <a:pt x="4835" y="1790"/>
                    <a:pt x="4726" y="1733"/>
                    <a:pt x="4708" y="1846"/>
                  </a:cubicBezTo>
                  <a:cubicBezTo>
                    <a:pt x="4689" y="1970"/>
                    <a:pt x="4799" y="1948"/>
                    <a:pt x="4812" y="1996"/>
                  </a:cubicBezTo>
                  <a:cubicBezTo>
                    <a:pt x="4844" y="2077"/>
                    <a:pt x="4824" y="2151"/>
                    <a:pt x="4867" y="2245"/>
                  </a:cubicBezTo>
                  <a:cubicBezTo>
                    <a:pt x="4713" y="2182"/>
                    <a:pt x="4560" y="2145"/>
                    <a:pt x="4400" y="2112"/>
                  </a:cubicBezTo>
                  <a:cubicBezTo>
                    <a:pt x="4221" y="2086"/>
                    <a:pt x="4015" y="1954"/>
                    <a:pt x="3841" y="1954"/>
                  </a:cubicBezTo>
                  <a:cubicBezTo>
                    <a:pt x="3573" y="1954"/>
                    <a:pt x="4110" y="2290"/>
                    <a:pt x="4127" y="2309"/>
                  </a:cubicBezTo>
                  <a:cubicBezTo>
                    <a:pt x="4105" y="2315"/>
                    <a:pt x="4083" y="2320"/>
                    <a:pt x="4060" y="2324"/>
                  </a:cubicBezTo>
                  <a:lnTo>
                    <a:pt x="4065" y="2298"/>
                  </a:lnTo>
                  <a:cubicBezTo>
                    <a:pt x="3852" y="2201"/>
                    <a:pt x="3571" y="2399"/>
                    <a:pt x="3372" y="2425"/>
                  </a:cubicBezTo>
                  <a:cubicBezTo>
                    <a:pt x="3370" y="2381"/>
                    <a:pt x="3421" y="2299"/>
                    <a:pt x="3432" y="2250"/>
                  </a:cubicBezTo>
                  <a:cubicBezTo>
                    <a:pt x="3242" y="2226"/>
                    <a:pt x="3075" y="2344"/>
                    <a:pt x="2898" y="2413"/>
                  </a:cubicBezTo>
                  <a:cubicBezTo>
                    <a:pt x="2804" y="2450"/>
                    <a:pt x="2559" y="2500"/>
                    <a:pt x="2574" y="2674"/>
                  </a:cubicBezTo>
                  <a:cubicBezTo>
                    <a:pt x="2584" y="2801"/>
                    <a:pt x="2315" y="2630"/>
                    <a:pt x="2302" y="2618"/>
                  </a:cubicBezTo>
                  <a:cubicBezTo>
                    <a:pt x="2377" y="2566"/>
                    <a:pt x="2604" y="2549"/>
                    <a:pt x="2395" y="2412"/>
                  </a:cubicBezTo>
                  <a:cubicBezTo>
                    <a:pt x="2245" y="2314"/>
                    <a:pt x="2091" y="2321"/>
                    <a:pt x="1929" y="2318"/>
                  </a:cubicBezTo>
                  <a:cubicBezTo>
                    <a:pt x="1937" y="2433"/>
                    <a:pt x="1993" y="2432"/>
                    <a:pt x="2055" y="2493"/>
                  </a:cubicBezTo>
                  <a:cubicBezTo>
                    <a:pt x="2046" y="2478"/>
                    <a:pt x="2074" y="2893"/>
                    <a:pt x="2169" y="2758"/>
                  </a:cubicBezTo>
                  <a:cubicBezTo>
                    <a:pt x="2163" y="2794"/>
                    <a:pt x="2158" y="2830"/>
                    <a:pt x="2156" y="2867"/>
                  </a:cubicBezTo>
                  <a:cubicBezTo>
                    <a:pt x="1969" y="2739"/>
                    <a:pt x="1862" y="2828"/>
                    <a:pt x="1686" y="2928"/>
                  </a:cubicBezTo>
                  <a:cubicBezTo>
                    <a:pt x="1500" y="3032"/>
                    <a:pt x="1637" y="3097"/>
                    <a:pt x="1707" y="3188"/>
                  </a:cubicBezTo>
                  <a:cubicBezTo>
                    <a:pt x="1680" y="3244"/>
                    <a:pt x="1425" y="3107"/>
                    <a:pt x="1395" y="3091"/>
                  </a:cubicBezTo>
                  <a:cubicBezTo>
                    <a:pt x="1324" y="3053"/>
                    <a:pt x="1217" y="3102"/>
                    <a:pt x="1148" y="3140"/>
                  </a:cubicBezTo>
                  <a:cubicBezTo>
                    <a:pt x="1225" y="3269"/>
                    <a:pt x="1313" y="3308"/>
                    <a:pt x="1425" y="3357"/>
                  </a:cubicBezTo>
                  <a:cubicBezTo>
                    <a:pt x="1277" y="3479"/>
                    <a:pt x="1067" y="3145"/>
                    <a:pt x="988" y="3080"/>
                  </a:cubicBezTo>
                  <a:cubicBezTo>
                    <a:pt x="1015" y="3019"/>
                    <a:pt x="1044" y="2956"/>
                    <a:pt x="990" y="2892"/>
                  </a:cubicBezTo>
                  <a:cubicBezTo>
                    <a:pt x="1164" y="2934"/>
                    <a:pt x="2149" y="3013"/>
                    <a:pt x="1702" y="2525"/>
                  </a:cubicBezTo>
                  <a:cubicBezTo>
                    <a:pt x="1515" y="2321"/>
                    <a:pt x="920" y="2139"/>
                    <a:pt x="679" y="2180"/>
                  </a:cubicBezTo>
                  <a:cubicBezTo>
                    <a:pt x="673" y="2165"/>
                    <a:pt x="662" y="2161"/>
                    <a:pt x="647" y="2169"/>
                  </a:cubicBezTo>
                  <a:cubicBezTo>
                    <a:pt x="682" y="2169"/>
                    <a:pt x="559" y="2063"/>
                    <a:pt x="524" y="2055"/>
                  </a:cubicBezTo>
                  <a:cubicBezTo>
                    <a:pt x="469" y="2042"/>
                    <a:pt x="389" y="2064"/>
                    <a:pt x="328" y="2064"/>
                  </a:cubicBezTo>
                  <a:cubicBezTo>
                    <a:pt x="303" y="2062"/>
                    <a:pt x="285" y="2082"/>
                    <a:pt x="285" y="2118"/>
                  </a:cubicBezTo>
                  <a:cubicBezTo>
                    <a:pt x="266" y="2111"/>
                    <a:pt x="247" y="2104"/>
                    <a:pt x="228" y="2096"/>
                  </a:cubicBezTo>
                  <a:lnTo>
                    <a:pt x="222" y="2118"/>
                  </a:lnTo>
                  <a:lnTo>
                    <a:pt x="216" y="2112"/>
                  </a:lnTo>
                  <a:cubicBezTo>
                    <a:pt x="127" y="2182"/>
                    <a:pt x="72" y="2289"/>
                    <a:pt x="1" y="2385"/>
                  </a:cubicBezTo>
                  <a:cubicBezTo>
                    <a:pt x="38" y="2448"/>
                    <a:pt x="247" y="2553"/>
                    <a:pt x="193" y="2625"/>
                  </a:cubicBezTo>
                  <a:cubicBezTo>
                    <a:pt x="81" y="2777"/>
                    <a:pt x="241" y="2837"/>
                    <a:pt x="293" y="2954"/>
                  </a:cubicBezTo>
                  <a:cubicBezTo>
                    <a:pt x="170" y="3047"/>
                    <a:pt x="319" y="3299"/>
                    <a:pt x="399" y="3343"/>
                  </a:cubicBezTo>
                  <a:cubicBezTo>
                    <a:pt x="293" y="3475"/>
                    <a:pt x="513" y="3547"/>
                    <a:pt x="565" y="3597"/>
                  </a:cubicBezTo>
                  <a:cubicBezTo>
                    <a:pt x="607" y="3637"/>
                    <a:pt x="411" y="3845"/>
                    <a:pt x="390" y="3866"/>
                  </a:cubicBezTo>
                  <a:cubicBezTo>
                    <a:pt x="245" y="4011"/>
                    <a:pt x="119" y="4126"/>
                    <a:pt x="0" y="4306"/>
                  </a:cubicBezTo>
                  <a:cubicBezTo>
                    <a:pt x="85" y="4284"/>
                    <a:pt x="190" y="4172"/>
                    <a:pt x="266" y="4167"/>
                  </a:cubicBezTo>
                  <a:cubicBezTo>
                    <a:pt x="283" y="4197"/>
                    <a:pt x="302" y="4226"/>
                    <a:pt x="323" y="4253"/>
                  </a:cubicBezTo>
                  <a:cubicBezTo>
                    <a:pt x="222" y="4199"/>
                    <a:pt x="162" y="4293"/>
                    <a:pt x="201" y="4411"/>
                  </a:cubicBezTo>
                  <a:cubicBezTo>
                    <a:pt x="162" y="4553"/>
                    <a:pt x="82" y="4589"/>
                    <a:pt x="175" y="4758"/>
                  </a:cubicBezTo>
                  <a:cubicBezTo>
                    <a:pt x="78" y="4850"/>
                    <a:pt x="345" y="5225"/>
                    <a:pt x="406" y="5296"/>
                  </a:cubicBezTo>
                  <a:cubicBezTo>
                    <a:pt x="430" y="5300"/>
                    <a:pt x="451" y="5290"/>
                    <a:pt x="470" y="5265"/>
                  </a:cubicBezTo>
                  <a:cubicBezTo>
                    <a:pt x="470" y="5264"/>
                    <a:pt x="471" y="5244"/>
                    <a:pt x="471" y="5244"/>
                  </a:cubicBezTo>
                  <a:cubicBezTo>
                    <a:pt x="468" y="5227"/>
                    <a:pt x="693" y="5374"/>
                    <a:pt x="723" y="5409"/>
                  </a:cubicBezTo>
                  <a:cubicBezTo>
                    <a:pt x="683" y="5491"/>
                    <a:pt x="819" y="5677"/>
                    <a:pt x="881" y="5677"/>
                  </a:cubicBezTo>
                  <a:cubicBezTo>
                    <a:pt x="881" y="5776"/>
                    <a:pt x="983" y="5725"/>
                    <a:pt x="1012" y="5801"/>
                  </a:cubicBezTo>
                  <a:cubicBezTo>
                    <a:pt x="1013" y="5803"/>
                    <a:pt x="840" y="5849"/>
                    <a:pt x="814" y="5864"/>
                  </a:cubicBezTo>
                  <a:cubicBezTo>
                    <a:pt x="850" y="5933"/>
                    <a:pt x="902" y="6106"/>
                    <a:pt x="948" y="6152"/>
                  </a:cubicBezTo>
                  <a:cubicBezTo>
                    <a:pt x="1062" y="6265"/>
                    <a:pt x="1164" y="6069"/>
                    <a:pt x="1293" y="6203"/>
                  </a:cubicBezTo>
                  <a:cubicBezTo>
                    <a:pt x="1286" y="6211"/>
                    <a:pt x="1265" y="6237"/>
                    <a:pt x="1265" y="6237"/>
                  </a:cubicBezTo>
                  <a:cubicBezTo>
                    <a:pt x="1317" y="6354"/>
                    <a:pt x="1446" y="6350"/>
                    <a:pt x="1481" y="6450"/>
                  </a:cubicBezTo>
                  <a:cubicBezTo>
                    <a:pt x="1563" y="6681"/>
                    <a:pt x="1653" y="6696"/>
                    <a:pt x="1848" y="6592"/>
                  </a:cubicBezTo>
                  <a:cubicBezTo>
                    <a:pt x="1905" y="6655"/>
                    <a:pt x="1926" y="6720"/>
                    <a:pt x="2004" y="6723"/>
                  </a:cubicBezTo>
                  <a:lnTo>
                    <a:pt x="2009" y="6693"/>
                  </a:lnTo>
                  <a:cubicBezTo>
                    <a:pt x="2095" y="6686"/>
                    <a:pt x="2174" y="6765"/>
                    <a:pt x="2257" y="6780"/>
                  </a:cubicBezTo>
                  <a:cubicBezTo>
                    <a:pt x="2237" y="6906"/>
                    <a:pt x="2273" y="6983"/>
                    <a:pt x="2267" y="7093"/>
                  </a:cubicBezTo>
                  <a:cubicBezTo>
                    <a:pt x="2263" y="7128"/>
                    <a:pt x="2226" y="7132"/>
                    <a:pt x="2204" y="7126"/>
                  </a:cubicBezTo>
                  <a:lnTo>
                    <a:pt x="2204" y="7098"/>
                  </a:lnTo>
                  <a:cubicBezTo>
                    <a:pt x="2092" y="7098"/>
                    <a:pt x="1997" y="7275"/>
                    <a:pt x="2085" y="7391"/>
                  </a:cubicBezTo>
                  <a:cubicBezTo>
                    <a:pt x="2053" y="7403"/>
                    <a:pt x="2020" y="7412"/>
                    <a:pt x="1986" y="7420"/>
                  </a:cubicBezTo>
                  <a:cubicBezTo>
                    <a:pt x="1976" y="7486"/>
                    <a:pt x="2003" y="7524"/>
                    <a:pt x="2047" y="7561"/>
                  </a:cubicBezTo>
                  <a:cubicBezTo>
                    <a:pt x="2027" y="7581"/>
                    <a:pt x="2018" y="7606"/>
                    <a:pt x="2021" y="7635"/>
                  </a:cubicBezTo>
                  <a:cubicBezTo>
                    <a:pt x="2021" y="7661"/>
                    <a:pt x="1989" y="7660"/>
                    <a:pt x="1990" y="7711"/>
                  </a:cubicBezTo>
                  <a:cubicBezTo>
                    <a:pt x="1945" y="7720"/>
                    <a:pt x="1898" y="7715"/>
                    <a:pt x="1853" y="7703"/>
                  </a:cubicBezTo>
                  <a:cubicBezTo>
                    <a:pt x="1856" y="7754"/>
                    <a:pt x="1852" y="7802"/>
                    <a:pt x="1841" y="7849"/>
                  </a:cubicBezTo>
                  <a:cubicBezTo>
                    <a:pt x="2028" y="7973"/>
                    <a:pt x="2205" y="8066"/>
                    <a:pt x="2363" y="8238"/>
                  </a:cubicBezTo>
                  <a:cubicBezTo>
                    <a:pt x="2296" y="8346"/>
                    <a:pt x="2888" y="8477"/>
                    <a:pt x="2736" y="8789"/>
                  </a:cubicBezTo>
                  <a:cubicBezTo>
                    <a:pt x="2487" y="8980"/>
                    <a:pt x="2231" y="8785"/>
                    <a:pt x="1999" y="8788"/>
                  </a:cubicBezTo>
                  <a:cubicBezTo>
                    <a:pt x="1930" y="8781"/>
                    <a:pt x="1954" y="8678"/>
                    <a:pt x="1835" y="8708"/>
                  </a:cubicBezTo>
                  <a:cubicBezTo>
                    <a:pt x="1704" y="8534"/>
                    <a:pt x="1349" y="8634"/>
                    <a:pt x="1224" y="8736"/>
                  </a:cubicBezTo>
                  <a:cubicBezTo>
                    <a:pt x="1102" y="8835"/>
                    <a:pt x="682" y="8887"/>
                    <a:pt x="661" y="8607"/>
                  </a:cubicBezTo>
                  <a:cubicBezTo>
                    <a:pt x="631" y="8603"/>
                    <a:pt x="588" y="8600"/>
                    <a:pt x="561" y="8615"/>
                  </a:cubicBezTo>
                  <a:cubicBezTo>
                    <a:pt x="559" y="8612"/>
                    <a:pt x="535" y="8572"/>
                    <a:pt x="535" y="8572"/>
                  </a:cubicBezTo>
                  <a:cubicBezTo>
                    <a:pt x="414" y="8571"/>
                    <a:pt x="318" y="8636"/>
                    <a:pt x="375" y="8778"/>
                  </a:cubicBezTo>
                  <a:cubicBezTo>
                    <a:pt x="343" y="8806"/>
                    <a:pt x="256" y="9007"/>
                    <a:pt x="329" y="9043"/>
                  </a:cubicBezTo>
                  <a:cubicBezTo>
                    <a:pt x="249" y="9165"/>
                    <a:pt x="305" y="9330"/>
                    <a:pt x="421" y="9335"/>
                  </a:cubicBezTo>
                  <a:cubicBezTo>
                    <a:pt x="437" y="9593"/>
                    <a:pt x="540" y="10027"/>
                    <a:pt x="785" y="10022"/>
                  </a:cubicBezTo>
                  <a:cubicBezTo>
                    <a:pt x="850" y="10027"/>
                    <a:pt x="1167" y="10311"/>
                    <a:pt x="1169" y="10017"/>
                  </a:cubicBezTo>
                  <a:cubicBezTo>
                    <a:pt x="1171" y="9906"/>
                    <a:pt x="1447" y="10181"/>
                    <a:pt x="1452" y="10184"/>
                  </a:cubicBezTo>
                  <a:cubicBezTo>
                    <a:pt x="1603" y="10274"/>
                    <a:pt x="1696" y="10029"/>
                    <a:pt x="1800" y="10012"/>
                  </a:cubicBezTo>
                  <a:cubicBezTo>
                    <a:pt x="1854" y="10012"/>
                    <a:pt x="1899" y="10096"/>
                    <a:pt x="1959" y="10058"/>
                  </a:cubicBezTo>
                  <a:cubicBezTo>
                    <a:pt x="1947" y="10128"/>
                    <a:pt x="1993" y="10195"/>
                    <a:pt x="1984" y="10276"/>
                  </a:cubicBezTo>
                  <a:cubicBezTo>
                    <a:pt x="1984" y="10276"/>
                    <a:pt x="2022" y="10292"/>
                    <a:pt x="2025" y="10293"/>
                  </a:cubicBezTo>
                  <a:cubicBezTo>
                    <a:pt x="2030" y="10351"/>
                    <a:pt x="2017" y="10414"/>
                    <a:pt x="2045" y="10467"/>
                  </a:cubicBezTo>
                  <a:cubicBezTo>
                    <a:pt x="1964" y="10561"/>
                    <a:pt x="1951" y="10674"/>
                    <a:pt x="1927" y="10801"/>
                  </a:cubicBezTo>
                  <a:cubicBezTo>
                    <a:pt x="1848" y="10835"/>
                    <a:pt x="1834" y="11184"/>
                    <a:pt x="1763" y="11286"/>
                  </a:cubicBezTo>
                  <a:cubicBezTo>
                    <a:pt x="1769" y="11302"/>
                    <a:pt x="2052" y="12076"/>
                    <a:pt x="1847" y="12076"/>
                  </a:cubicBezTo>
                  <a:cubicBezTo>
                    <a:pt x="1847" y="12076"/>
                    <a:pt x="1847" y="12076"/>
                    <a:pt x="1847" y="12076"/>
                  </a:cubicBezTo>
                  <a:lnTo>
                    <a:pt x="1837" y="12090"/>
                  </a:lnTo>
                  <a:cubicBezTo>
                    <a:pt x="1850" y="12113"/>
                    <a:pt x="1854" y="12139"/>
                    <a:pt x="1849" y="12168"/>
                  </a:cubicBezTo>
                  <a:lnTo>
                    <a:pt x="1968" y="12175"/>
                  </a:lnTo>
                  <a:cubicBezTo>
                    <a:pt x="2045" y="12306"/>
                    <a:pt x="2361" y="12799"/>
                    <a:pt x="2334" y="12928"/>
                  </a:cubicBezTo>
                  <a:cubicBezTo>
                    <a:pt x="2299" y="13089"/>
                    <a:pt x="2510" y="13140"/>
                    <a:pt x="2556" y="13229"/>
                  </a:cubicBezTo>
                  <a:cubicBezTo>
                    <a:pt x="2628" y="13365"/>
                    <a:pt x="2637" y="13466"/>
                    <a:pt x="2665" y="13606"/>
                  </a:cubicBezTo>
                  <a:cubicBezTo>
                    <a:pt x="2622" y="13995"/>
                    <a:pt x="2974" y="14177"/>
                    <a:pt x="3079" y="14465"/>
                  </a:cubicBezTo>
                  <a:cubicBezTo>
                    <a:pt x="3147" y="14644"/>
                    <a:pt x="3352" y="14818"/>
                    <a:pt x="3369" y="15010"/>
                  </a:cubicBezTo>
                  <a:cubicBezTo>
                    <a:pt x="3389" y="15237"/>
                    <a:pt x="3410" y="15717"/>
                    <a:pt x="3527" y="15914"/>
                  </a:cubicBezTo>
                  <a:cubicBezTo>
                    <a:pt x="3685" y="16178"/>
                    <a:pt x="3909" y="15819"/>
                    <a:pt x="4050" y="15819"/>
                  </a:cubicBezTo>
                  <a:cubicBezTo>
                    <a:pt x="4318" y="15819"/>
                    <a:pt x="4521" y="15540"/>
                    <a:pt x="4746" y="15429"/>
                  </a:cubicBezTo>
                  <a:cubicBezTo>
                    <a:pt x="4904" y="15350"/>
                    <a:pt x="5142" y="15358"/>
                    <a:pt x="5113" y="15092"/>
                  </a:cubicBezTo>
                  <a:cubicBezTo>
                    <a:pt x="5108" y="15051"/>
                    <a:pt x="5191" y="15049"/>
                    <a:pt x="5224" y="15056"/>
                  </a:cubicBezTo>
                  <a:cubicBezTo>
                    <a:pt x="5227" y="15026"/>
                    <a:pt x="5232" y="14996"/>
                    <a:pt x="5238" y="14967"/>
                  </a:cubicBezTo>
                  <a:cubicBezTo>
                    <a:pt x="5244" y="14974"/>
                    <a:pt x="5256" y="14987"/>
                    <a:pt x="5262" y="14995"/>
                  </a:cubicBezTo>
                  <a:cubicBezTo>
                    <a:pt x="5385" y="14964"/>
                    <a:pt x="5690" y="14881"/>
                    <a:pt x="5666" y="14697"/>
                  </a:cubicBezTo>
                  <a:cubicBezTo>
                    <a:pt x="5680" y="14778"/>
                    <a:pt x="5943" y="14440"/>
                    <a:pt x="5924" y="14454"/>
                  </a:cubicBezTo>
                  <a:cubicBezTo>
                    <a:pt x="5959" y="14436"/>
                    <a:pt x="6024" y="14445"/>
                    <a:pt x="6061" y="14446"/>
                  </a:cubicBezTo>
                  <a:lnTo>
                    <a:pt x="6064" y="14398"/>
                  </a:lnTo>
                  <a:lnTo>
                    <a:pt x="6088" y="14378"/>
                  </a:lnTo>
                  <a:cubicBezTo>
                    <a:pt x="6071" y="14281"/>
                    <a:pt x="6052" y="14106"/>
                    <a:pt x="6092" y="14014"/>
                  </a:cubicBezTo>
                  <a:cubicBezTo>
                    <a:pt x="6217" y="14121"/>
                    <a:pt x="6399" y="13516"/>
                    <a:pt x="6416" y="13402"/>
                  </a:cubicBezTo>
                  <a:cubicBezTo>
                    <a:pt x="6337" y="13408"/>
                    <a:pt x="6330" y="13381"/>
                    <a:pt x="6268" y="13333"/>
                  </a:cubicBezTo>
                  <a:cubicBezTo>
                    <a:pt x="6116" y="13110"/>
                    <a:pt x="6087" y="13191"/>
                    <a:pt x="5900" y="13054"/>
                  </a:cubicBezTo>
                  <a:cubicBezTo>
                    <a:pt x="5695" y="12901"/>
                    <a:pt x="5769" y="12651"/>
                    <a:pt x="5663" y="12468"/>
                  </a:cubicBezTo>
                  <a:cubicBezTo>
                    <a:pt x="5681" y="12448"/>
                    <a:pt x="5685" y="12420"/>
                    <a:pt x="5677" y="12383"/>
                  </a:cubicBezTo>
                  <a:cubicBezTo>
                    <a:pt x="5773" y="12362"/>
                    <a:pt x="5783" y="12641"/>
                    <a:pt x="5830" y="12702"/>
                  </a:cubicBezTo>
                  <a:cubicBezTo>
                    <a:pt x="5907" y="12800"/>
                    <a:pt x="6096" y="12798"/>
                    <a:pt x="6204" y="12813"/>
                  </a:cubicBezTo>
                  <a:cubicBezTo>
                    <a:pt x="6343" y="12843"/>
                    <a:pt x="6560" y="12984"/>
                    <a:pt x="6684" y="12921"/>
                  </a:cubicBezTo>
                  <a:cubicBezTo>
                    <a:pt x="6904" y="12809"/>
                    <a:pt x="7142" y="12917"/>
                    <a:pt x="7377" y="12831"/>
                  </a:cubicBezTo>
                  <a:cubicBezTo>
                    <a:pt x="7381" y="12857"/>
                    <a:pt x="7392" y="12874"/>
                    <a:pt x="7409" y="12884"/>
                  </a:cubicBezTo>
                  <a:cubicBezTo>
                    <a:pt x="7402" y="12977"/>
                    <a:pt x="7445" y="12999"/>
                    <a:pt x="7507" y="12996"/>
                  </a:cubicBezTo>
                  <a:cubicBezTo>
                    <a:pt x="7525" y="13107"/>
                    <a:pt x="7595" y="13302"/>
                    <a:pt x="7708" y="13243"/>
                  </a:cubicBezTo>
                  <a:cubicBezTo>
                    <a:pt x="7799" y="13358"/>
                    <a:pt x="7948" y="13516"/>
                    <a:pt x="8082" y="13456"/>
                  </a:cubicBezTo>
                  <a:cubicBezTo>
                    <a:pt x="8040" y="13536"/>
                    <a:pt x="7899" y="13395"/>
                    <a:pt x="7863" y="13512"/>
                  </a:cubicBezTo>
                  <a:cubicBezTo>
                    <a:pt x="7838" y="13591"/>
                    <a:pt x="7985" y="13734"/>
                    <a:pt x="8024" y="13785"/>
                  </a:cubicBezTo>
                  <a:cubicBezTo>
                    <a:pt x="8174" y="13978"/>
                    <a:pt x="8328" y="14099"/>
                    <a:pt x="8506" y="13859"/>
                  </a:cubicBezTo>
                  <a:cubicBezTo>
                    <a:pt x="8506" y="13859"/>
                    <a:pt x="8511" y="13822"/>
                    <a:pt x="8511" y="13821"/>
                  </a:cubicBezTo>
                  <a:cubicBezTo>
                    <a:pt x="8597" y="14372"/>
                    <a:pt x="8658" y="15060"/>
                    <a:pt x="8944" y="15536"/>
                  </a:cubicBezTo>
                  <a:cubicBezTo>
                    <a:pt x="9051" y="15713"/>
                    <a:pt x="9457" y="17441"/>
                    <a:pt x="9713" y="17105"/>
                  </a:cubicBezTo>
                  <a:cubicBezTo>
                    <a:pt x="9784" y="17012"/>
                    <a:pt x="9781" y="16935"/>
                    <a:pt x="9870" y="16876"/>
                  </a:cubicBezTo>
                  <a:cubicBezTo>
                    <a:pt x="9961" y="16816"/>
                    <a:pt x="9845" y="16697"/>
                    <a:pt x="9968" y="16619"/>
                  </a:cubicBezTo>
                  <a:cubicBezTo>
                    <a:pt x="9997" y="16525"/>
                    <a:pt x="10045" y="16545"/>
                    <a:pt x="10043" y="16402"/>
                  </a:cubicBezTo>
                  <a:cubicBezTo>
                    <a:pt x="10042" y="16315"/>
                    <a:pt x="9996" y="16229"/>
                    <a:pt x="10027" y="16148"/>
                  </a:cubicBezTo>
                  <a:cubicBezTo>
                    <a:pt x="10149" y="15836"/>
                    <a:pt x="9994" y="15606"/>
                    <a:pt x="10014" y="15300"/>
                  </a:cubicBezTo>
                  <a:cubicBezTo>
                    <a:pt x="10017" y="15254"/>
                    <a:pt x="10218" y="15132"/>
                    <a:pt x="10207" y="15132"/>
                  </a:cubicBezTo>
                  <a:cubicBezTo>
                    <a:pt x="10321" y="15132"/>
                    <a:pt x="10494" y="14748"/>
                    <a:pt x="10602" y="14634"/>
                  </a:cubicBezTo>
                  <a:cubicBezTo>
                    <a:pt x="10691" y="14538"/>
                    <a:pt x="10737" y="14284"/>
                    <a:pt x="10862" y="14259"/>
                  </a:cubicBezTo>
                  <a:cubicBezTo>
                    <a:pt x="10992" y="14233"/>
                    <a:pt x="11028" y="14088"/>
                    <a:pt x="11120" y="13995"/>
                  </a:cubicBezTo>
                  <a:cubicBezTo>
                    <a:pt x="10889" y="13710"/>
                    <a:pt x="11322" y="13817"/>
                    <a:pt x="11401" y="13792"/>
                  </a:cubicBezTo>
                  <a:lnTo>
                    <a:pt x="11405" y="13809"/>
                  </a:lnTo>
                  <a:cubicBezTo>
                    <a:pt x="11513" y="13796"/>
                    <a:pt x="11840" y="13734"/>
                    <a:pt x="11758" y="13509"/>
                  </a:cubicBezTo>
                  <a:cubicBezTo>
                    <a:pt x="11915" y="13567"/>
                    <a:pt x="11804" y="13766"/>
                    <a:pt x="11804" y="13858"/>
                  </a:cubicBezTo>
                  <a:cubicBezTo>
                    <a:pt x="11855" y="13932"/>
                    <a:pt x="11916" y="14007"/>
                    <a:pt x="11963" y="14088"/>
                  </a:cubicBezTo>
                  <a:cubicBezTo>
                    <a:pt x="12025" y="14193"/>
                    <a:pt x="12122" y="14206"/>
                    <a:pt x="12170" y="14271"/>
                  </a:cubicBezTo>
                  <a:cubicBezTo>
                    <a:pt x="12116" y="14362"/>
                    <a:pt x="12121" y="14561"/>
                    <a:pt x="12259" y="14543"/>
                  </a:cubicBezTo>
                  <a:lnTo>
                    <a:pt x="12265" y="14517"/>
                  </a:lnTo>
                  <a:cubicBezTo>
                    <a:pt x="12405" y="14547"/>
                    <a:pt x="12309" y="15318"/>
                    <a:pt x="12423" y="15210"/>
                  </a:cubicBezTo>
                  <a:cubicBezTo>
                    <a:pt x="12494" y="15441"/>
                    <a:pt x="12802" y="15118"/>
                    <a:pt x="12844" y="14997"/>
                  </a:cubicBezTo>
                  <a:cubicBezTo>
                    <a:pt x="12856" y="15037"/>
                    <a:pt x="12878" y="15060"/>
                    <a:pt x="12911" y="15067"/>
                  </a:cubicBezTo>
                  <a:cubicBezTo>
                    <a:pt x="12902" y="15223"/>
                    <a:pt x="13012" y="15781"/>
                    <a:pt x="13143" y="15859"/>
                  </a:cubicBezTo>
                  <a:lnTo>
                    <a:pt x="13144" y="15854"/>
                  </a:lnTo>
                  <a:cubicBezTo>
                    <a:pt x="13197" y="16052"/>
                    <a:pt x="13142" y="16636"/>
                    <a:pt x="13250" y="16730"/>
                  </a:cubicBezTo>
                  <a:cubicBezTo>
                    <a:pt x="13233" y="16829"/>
                    <a:pt x="13157" y="17177"/>
                    <a:pt x="13261" y="17253"/>
                  </a:cubicBezTo>
                  <a:cubicBezTo>
                    <a:pt x="13268" y="17259"/>
                    <a:pt x="13275" y="17264"/>
                    <a:pt x="13282" y="17267"/>
                  </a:cubicBezTo>
                  <a:cubicBezTo>
                    <a:pt x="13318" y="17267"/>
                    <a:pt x="13328" y="17221"/>
                    <a:pt x="13335" y="17183"/>
                  </a:cubicBezTo>
                  <a:cubicBezTo>
                    <a:pt x="13489" y="17447"/>
                    <a:pt x="13664" y="17696"/>
                    <a:pt x="13664" y="18046"/>
                  </a:cubicBezTo>
                  <a:cubicBezTo>
                    <a:pt x="13665" y="18236"/>
                    <a:pt x="13986" y="18792"/>
                    <a:pt x="14143" y="18792"/>
                  </a:cubicBezTo>
                  <a:lnTo>
                    <a:pt x="14108" y="18792"/>
                  </a:lnTo>
                  <a:lnTo>
                    <a:pt x="14340" y="18993"/>
                  </a:lnTo>
                  <a:cubicBezTo>
                    <a:pt x="14381" y="18801"/>
                    <a:pt x="14438" y="18554"/>
                    <a:pt x="14266" y="18407"/>
                  </a:cubicBezTo>
                  <a:cubicBezTo>
                    <a:pt x="14222" y="18370"/>
                    <a:pt x="14205" y="18151"/>
                    <a:pt x="14226" y="18088"/>
                  </a:cubicBezTo>
                  <a:cubicBezTo>
                    <a:pt x="14290" y="17896"/>
                    <a:pt x="14071" y="17539"/>
                    <a:pt x="13928" y="17499"/>
                  </a:cubicBezTo>
                  <a:cubicBezTo>
                    <a:pt x="13881" y="17415"/>
                    <a:pt x="13661" y="17373"/>
                    <a:pt x="13645" y="17259"/>
                  </a:cubicBezTo>
                  <a:cubicBezTo>
                    <a:pt x="13745" y="17168"/>
                    <a:pt x="13574" y="16889"/>
                    <a:pt x="13559" y="16792"/>
                  </a:cubicBezTo>
                  <a:cubicBezTo>
                    <a:pt x="13529" y="16788"/>
                    <a:pt x="13501" y="16791"/>
                    <a:pt x="13472" y="16803"/>
                  </a:cubicBezTo>
                  <a:cubicBezTo>
                    <a:pt x="13429" y="16495"/>
                    <a:pt x="13632" y="16145"/>
                    <a:pt x="13549" y="15846"/>
                  </a:cubicBezTo>
                  <a:cubicBezTo>
                    <a:pt x="13573" y="15845"/>
                    <a:pt x="13595" y="15843"/>
                    <a:pt x="13619" y="15840"/>
                  </a:cubicBezTo>
                  <a:cubicBezTo>
                    <a:pt x="13609" y="16099"/>
                    <a:pt x="13684" y="15951"/>
                    <a:pt x="13779" y="16047"/>
                  </a:cubicBezTo>
                  <a:cubicBezTo>
                    <a:pt x="13864" y="16023"/>
                    <a:pt x="13870" y="16267"/>
                    <a:pt x="13976" y="16189"/>
                  </a:cubicBezTo>
                  <a:cubicBezTo>
                    <a:pt x="14020" y="16272"/>
                    <a:pt x="14042" y="16563"/>
                    <a:pt x="14148" y="16421"/>
                  </a:cubicBezTo>
                  <a:cubicBezTo>
                    <a:pt x="14160" y="16430"/>
                    <a:pt x="14169" y="16479"/>
                    <a:pt x="14172" y="16497"/>
                  </a:cubicBezTo>
                  <a:cubicBezTo>
                    <a:pt x="14248" y="16535"/>
                    <a:pt x="14324" y="16665"/>
                    <a:pt x="14393" y="16675"/>
                  </a:cubicBezTo>
                  <a:cubicBezTo>
                    <a:pt x="14349" y="16802"/>
                    <a:pt x="14378" y="16936"/>
                    <a:pt x="14328" y="17065"/>
                  </a:cubicBezTo>
                  <a:cubicBezTo>
                    <a:pt x="14423" y="17103"/>
                    <a:pt x="14649" y="16942"/>
                    <a:pt x="14681" y="16817"/>
                  </a:cubicBezTo>
                  <a:cubicBezTo>
                    <a:pt x="14747" y="16823"/>
                    <a:pt x="14771" y="16679"/>
                    <a:pt x="14777" y="16616"/>
                  </a:cubicBezTo>
                  <a:lnTo>
                    <a:pt x="14795" y="16636"/>
                  </a:lnTo>
                  <a:cubicBezTo>
                    <a:pt x="14920" y="16540"/>
                    <a:pt x="15138" y="16456"/>
                    <a:pt x="15162" y="16247"/>
                  </a:cubicBezTo>
                  <a:cubicBezTo>
                    <a:pt x="15186" y="16037"/>
                    <a:pt x="15149" y="15872"/>
                    <a:pt x="15136" y="15668"/>
                  </a:cubicBezTo>
                  <a:cubicBezTo>
                    <a:pt x="15108" y="15228"/>
                    <a:pt x="14762" y="15014"/>
                    <a:pt x="14564" y="14711"/>
                  </a:cubicBezTo>
                  <a:cubicBezTo>
                    <a:pt x="14528" y="14587"/>
                    <a:pt x="14270" y="14343"/>
                    <a:pt x="14428" y="14189"/>
                  </a:cubicBezTo>
                  <a:cubicBezTo>
                    <a:pt x="14501" y="14117"/>
                    <a:pt x="14517" y="14012"/>
                    <a:pt x="14591" y="13938"/>
                  </a:cubicBezTo>
                  <a:cubicBezTo>
                    <a:pt x="14638" y="13892"/>
                    <a:pt x="14715" y="13816"/>
                    <a:pt x="14743" y="13760"/>
                  </a:cubicBezTo>
                  <a:cubicBezTo>
                    <a:pt x="14780" y="13785"/>
                    <a:pt x="14880" y="13924"/>
                    <a:pt x="14917" y="13797"/>
                  </a:cubicBezTo>
                  <a:cubicBezTo>
                    <a:pt x="14919" y="13798"/>
                    <a:pt x="14921" y="13800"/>
                    <a:pt x="14924" y="13802"/>
                  </a:cubicBezTo>
                  <a:cubicBezTo>
                    <a:pt x="14874" y="13903"/>
                    <a:pt x="14944" y="14050"/>
                    <a:pt x="15003" y="14121"/>
                  </a:cubicBezTo>
                  <a:cubicBezTo>
                    <a:pt x="14696" y="14139"/>
                    <a:pt x="14934" y="14721"/>
                    <a:pt x="15063" y="14532"/>
                  </a:cubicBezTo>
                  <a:cubicBezTo>
                    <a:pt x="15168" y="14522"/>
                    <a:pt x="15172" y="14273"/>
                    <a:pt x="15207" y="14188"/>
                  </a:cubicBezTo>
                  <a:cubicBezTo>
                    <a:pt x="15207" y="14093"/>
                    <a:pt x="15157" y="14104"/>
                    <a:pt x="15102" y="14115"/>
                  </a:cubicBezTo>
                  <a:cubicBezTo>
                    <a:pt x="15199" y="14030"/>
                    <a:pt x="15118" y="14016"/>
                    <a:pt x="15104" y="13913"/>
                  </a:cubicBezTo>
                  <a:cubicBezTo>
                    <a:pt x="15092" y="13820"/>
                    <a:pt x="15241" y="13850"/>
                    <a:pt x="15282" y="13822"/>
                  </a:cubicBezTo>
                  <a:cubicBezTo>
                    <a:pt x="15359" y="13767"/>
                    <a:pt x="15439" y="13745"/>
                    <a:pt x="15523" y="13688"/>
                  </a:cubicBezTo>
                  <a:cubicBezTo>
                    <a:pt x="15526" y="13681"/>
                    <a:pt x="15528" y="13675"/>
                    <a:pt x="15529" y="13668"/>
                  </a:cubicBezTo>
                  <a:cubicBezTo>
                    <a:pt x="15564" y="13634"/>
                    <a:pt x="15623" y="13651"/>
                    <a:pt x="15631" y="13574"/>
                  </a:cubicBezTo>
                  <a:cubicBezTo>
                    <a:pt x="15690" y="13627"/>
                    <a:pt x="16074" y="13471"/>
                    <a:pt x="16095" y="13390"/>
                  </a:cubicBezTo>
                  <a:cubicBezTo>
                    <a:pt x="16114" y="13308"/>
                    <a:pt x="16263" y="13203"/>
                    <a:pt x="16314" y="13153"/>
                  </a:cubicBezTo>
                  <a:cubicBezTo>
                    <a:pt x="16369" y="13097"/>
                    <a:pt x="16451" y="12820"/>
                    <a:pt x="16493" y="12794"/>
                  </a:cubicBezTo>
                  <a:lnTo>
                    <a:pt x="16510" y="12781"/>
                  </a:lnTo>
                  <a:cubicBezTo>
                    <a:pt x="16523" y="12573"/>
                    <a:pt x="16584" y="12331"/>
                    <a:pt x="16643" y="12135"/>
                  </a:cubicBezTo>
                  <a:cubicBezTo>
                    <a:pt x="16777" y="12226"/>
                    <a:pt x="16741" y="11976"/>
                    <a:pt x="16718" y="11897"/>
                  </a:cubicBezTo>
                  <a:lnTo>
                    <a:pt x="16759" y="11906"/>
                  </a:lnTo>
                  <a:cubicBezTo>
                    <a:pt x="16726" y="11747"/>
                    <a:pt x="16728" y="11491"/>
                    <a:pt x="16531" y="11506"/>
                  </a:cubicBezTo>
                  <a:cubicBezTo>
                    <a:pt x="16589" y="11423"/>
                    <a:pt x="16734" y="11436"/>
                    <a:pt x="16572" y="11272"/>
                  </a:cubicBezTo>
                  <a:lnTo>
                    <a:pt x="16584" y="11278"/>
                  </a:lnTo>
                  <a:cubicBezTo>
                    <a:pt x="16598" y="11049"/>
                    <a:pt x="16383" y="11061"/>
                    <a:pt x="16346" y="10916"/>
                  </a:cubicBezTo>
                  <a:cubicBezTo>
                    <a:pt x="16216" y="10747"/>
                    <a:pt x="16131" y="10449"/>
                    <a:pt x="15922" y="10393"/>
                  </a:cubicBezTo>
                  <a:cubicBezTo>
                    <a:pt x="15951" y="10281"/>
                    <a:pt x="15996" y="10050"/>
                    <a:pt x="16094" y="10009"/>
                  </a:cubicBezTo>
                  <a:cubicBezTo>
                    <a:pt x="16162" y="9981"/>
                    <a:pt x="16172" y="9976"/>
                    <a:pt x="16241" y="9976"/>
                  </a:cubicBezTo>
                  <a:cubicBezTo>
                    <a:pt x="16389" y="9976"/>
                    <a:pt x="16257" y="9717"/>
                    <a:pt x="16138" y="9717"/>
                  </a:cubicBezTo>
                  <a:cubicBezTo>
                    <a:pt x="16041" y="9717"/>
                    <a:pt x="15947" y="9596"/>
                    <a:pt x="15855" y="9645"/>
                  </a:cubicBezTo>
                  <a:cubicBezTo>
                    <a:pt x="15815" y="9666"/>
                    <a:pt x="15657" y="9959"/>
                    <a:pt x="15665" y="9700"/>
                  </a:cubicBezTo>
                  <a:cubicBezTo>
                    <a:pt x="15671" y="9442"/>
                    <a:pt x="15348" y="9696"/>
                    <a:pt x="15343" y="9394"/>
                  </a:cubicBezTo>
                  <a:cubicBezTo>
                    <a:pt x="15385" y="9432"/>
                    <a:pt x="15449" y="9421"/>
                    <a:pt x="15498" y="9408"/>
                  </a:cubicBezTo>
                  <a:cubicBezTo>
                    <a:pt x="15515" y="9403"/>
                    <a:pt x="15696" y="9022"/>
                    <a:pt x="15716" y="8978"/>
                  </a:cubicBezTo>
                  <a:cubicBezTo>
                    <a:pt x="15802" y="8780"/>
                    <a:pt x="15869" y="9340"/>
                    <a:pt x="15873" y="9343"/>
                  </a:cubicBezTo>
                  <a:cubicBezTo>
                    <a:pt x="15724" y="9412"/>
                    <a:pt x="15962" y="9649"/>
                    <a:pt x="16042" y="9398"/>
                  </a:cubicBezTo>
                  <a:cubicBezTo>
                    <a:pt x="16080" y="9281"/>
                    <a:pt x="16134" y="9226"/>
                    <a:pt x="16255" y="9232"/>
                  </a:cubicBezTo>
                  <a:cubicBezTo>
                    <a:pt x="16563" y="9232"/>
                    <a:pt x="16381" y="9707"/>
                    <a:pt x="16600" y="9725"/>
                  </a:cubicBezTo>
                  <a:cubicBezTo>
                    <a:pt x="16602" y="9756"/>
                    <a:pt x="16619" y="9789"/>
                    <a:pt x="16637" y="9811"/>
                  </a:cubicBezTo>
                  <a:cubicBezTo>
                    <a:pt x="16663" y="9798"/>
                    <a:pt x="16698" y="9771"/>
                    <a:pt x="16709" y="9740"/>
                  </a:cubicBezTo>
                  <a:cubicBezTo>
                    <a:pt x="16725" y="9749"/>
                    <a:pt x="16741" y="9758"/>
                    <a:pt x="16757" y="9767"/>
                  </a:cubicBezTo>
                  <a:cubicBezTo>
                    <a:pt x="16769" y="9767"/>
                    <a:pt x="16778" y="9762"/>
                    <a:pt x="16785" y="9756"/>
                  </a:cubicBezTo>
                  <a:cubicBezTo>
                    <a:pt x="16797" y="9780"/>
                    <a:pt x="16820" y="9802"/>
                    <a:pt x="16840" y="9817"/>
                  </a:cubicBezTo>
                  <a:cubicBezTo>
                    <a:pt x="16852" y="9804"/>
                    <a:pt x="16864" y="9788"/>
                    <a:pt x="16873" y="9771"/>
                  </a:cubicBezTo>
                  <a:cubicBezTo>
                    <a:pt x="16891" y="9805"/>
                    <a:pt x="16902" y="9828"/>
                    <a:pt x="16908" y="9843"/>
                  </a:cubicBezTo>
                  <a:cubicBezTo>
                    <a:pt x="16847" y="9895"/>
                    <a:pt x="17004" y="10307"/>
                    <a:pt x="17021" y="10410"/>
                  </a:cubicBezTo>
                  <a:cubicBezTo>
                    <a:pt x="17070" y="10691"/>
                    <a:pt x="17304" y="10518"/>
                    <a:pt x="17449" y="10518"/>
                  </a:cubicBezTo>
                  <a:cubicBezTo>
                    <a:pt x="17808" y="10215"/>
                    <a:pt x="17261" y="9613"/>
                    <a:pt x="17080" y="9402"/>
                  </a:cubicBezTo>
                  <a:lnTo>
                    <a:pt x="17048" y="9438"/>
                  </a:lnTo>
                  <a:cubicBezTo>
                    <a:pt x="16837" y="9231"/>
                    <a:pt x="16887" y="9348"/>
                    <a:pt x="17005" y="9091"/>
                  </a:cubicBezTo>
                  <a:cubicBezTo>
                    <a:pt x="17099" y="8895"/>
                    <a:pt x="16986" y="8839"/>
                    <a:pt x="17044" y="8633"/>
                  </a:cubicBezTo>
                  <a:cubicBezTo>
                    <a:pt x="17065" y="8626"/>
                    <a:pt x="17115" y="8634"/>
                    <a:pt x="17137" y="8636"/>
                  </a:cubicBezTo>
                  <a:cubicBezTo>
                    <a:pt x="17110" y="8586"/>
                    <a:pt x="17077" y="8532"/>
                    <a:pt x="17040" y="8493"/>
                  </a:cubicBezTo>
                  <a:cubicBezTo>
                    <a:pt x="17041" y="8492"/>
                    <a:pt x="17041" y="8490"/>
                    <a:pt x="17042" y="8488"/>
                  </a:cubicBezTo>
                  <a:cubicBezTo>
                    <a:pt x="17064" y="8487"/>
                    <a:pt x="17086" y="8479"/>
                    <a:pt x="17106" y="8468"/>
                  </a:cubicBezTo>
                  <a:cubicBezTo>
                    <a:pt x="17136" y="8432"/>
                    <a:pt x="17150" y="8393"/>
                    <a:pt x="17159" y="8342"/>
                  </a:cubicBezTo>
                  <a:cubicBezTo>
                    <a:pt x="17315" y="8418"/>
                    <a:pt x="17705" y="8619"/>
                    <a:pt x="17671" y="8117"/>
                  </a:cubicBezTo>
                  <a:cubicBezTo>
                    <a:pt x="17658" y="7925"/>
                    <a:pt x="17808" y="7735"/>
                    <a:pt x="17792" y="7535"/>
                  </a:cubicBezTo>
                  <a:cubicBezTo>
                    <a:pt x="17781" y="7389"/>
                    <a:pt x="17861" y="7091"/>
                    <a:pt x="17823" y="6968"/>
                  </a:cubicBezTo>
                  <a:cubicBezTo>
                    <a:pt x="17754" y="6743"/>
                    <a:pt x="17595" y="6575"/>
                    <a:pt x="17533" y="6355"/>
                  </a:cubicBezTo>
                  <a:cubicBezTo>
                    <a:pt x="17482" y="6176"/>
                    <a:pt x="17477" y="6076"/>
                    <a:pt x="17371" y="5930"/>
                  </a:cubicBezTo>
                  <a:cubicBezTo>
                    <a:pt x="17206" y="5696"/>
                    <a:pt x="16964" y="5566"/>
                    <a:pt x="16701" y="5550"/>
                  </a:cubicBezTo>
                  <a:lnTo>
                    <a:pt x="16702" y="5599"/>
                  </a:lnTo>
                  <a:lnTo>
                    <a:pt x="16682" y="5620"/>
                  </a:lnTo>
                  <a:cubicBezTo>
                    <a:pt x="16715" y="5661"/>
                    <a:pt x="16696" y="5689"/>
                    <a:pt x="16705" y="5735"/>
                  </a:cubicBezTo>
                  <a:cubicBezTo>
                    <a:pt x="16705" y="5735"/>
                    <a:pt x="16701" y="5738"/>
                    <a:pt x="16686" y="5738"/>
                  </a:cubicBezTo>
                  <a:cubicBezTo>
                    <a:pt x="16699" y="5604"/>
                    <a:pt x="16597" y="5649"/>
                    <a:pt x="16543" y="5672"/>
                  </a:cubicBezTo>
                  <a:cubicBezTo>
                    <a:pt x="16464" y="5655"/>
                    <a:pt x="16474" y="5478"/>
                    <a:pt x="16362" y="5478"/>
                  </a:cubicBezTo>
                  <a:cubicBezTo>
                    <a:pt x="16292" y="5478"/>
                    <a:pt x="16248" y="5504"/>
                    <a:pt x="16175" y="5453"/>
                  </a:cubicBezTo>
                  <a:cubicBezTo>
                    <a:pt x="16188" y="5307"/>
                    <a:pt x="16331" y="5234"/>
                    <a:pt x="16320" y="5059"/>
                  </a:cubicBezTo>
                  <a:cubicBezTo>
                    <a:pt x="16316" y="4984"/>
                    <a:pt x="16399" y="4871"/>
                    <a:pt x="16438" y="4830"/>
                  </a:cubicBezTo>
                  <a:cubicBezTo>
                    <a:pt x="16438" y="4780"/>
                    <a:pt x="16419" y="4738"/>
                    <a:pt x="16403" y="4694"/>
                  </a:cubicBezTo>
                  <a:cubicBezTo>
                    <a:pt x="16485" y="4410"/>
                    <a:pt x="16622" y="4513"/>
                    <a:pt x="16822" y="4502"/>
                  </a:cubicBezTo>
                  <a:cubicBezTo>
                    <a:pt x="17017" y="4491"/>
                    <a:pt x="17229" y="4512"/>
                    <a:pt x="17432" y="4486"/>
                  </a:cubicBezTo>
                  <a:cubicBezTo>
                    <a:pt x="17432" y="4486"/>
                    <a:pt x="17380" y="4399"/>
                    <a:pt x="17380" y="4399"/>
                  </a:cubicBezTo>
                  <a:cubicBezTo>
                    <a:pt x="17472" y="4395"/>
                    <a:pt x="17591" y="4417"/>
                    <a:pt x="17675" y="4457"/>
                  </a:cubicBezTo>
                  <a:lnTo>
                    <a:pt x="17587" y="4479"/>
                  </a:lnTo>
                  <a:cubicBezTo>
                    <a:pt x="17820" y="4694"/>
                    <a:pt x="18012" y="4482"/>
                    <a:pt x="18255" y="4567"/>
                  </a:cubicBezTo>
                  <a:lnTo>
                    <a:pt x="18310" y="4498"/>
                  </a:lnTo>
                  <a:cubicBezTo>
                    <a:pt x="18234" y="4374"/>
                    <a:pt x="18125" y="4427"/>
                    <a:pt x="18045" y="4339"/>
                  </a:cubicBezTo>
                  <a:cubicBezTo>
                    <a:pt x="18017" y="4297"/>
                    <a:pt x="18066" y="4003"/>
                    <a:pt x="18073" y="3947"/>
                  </a:cubicBezTo>
                  <a:cubicBezTo>
                    <a:pt x="18187" y="3913"/>
                    <a:pt x="18309" y="3913"/>
                    <a:pt x="18421" y="3949"/>
                  </a:cubicBezTo>
                  <a:cubicBezTo>
                    <a:pt x="18458" y="3949"/>
                    <a:pt x="18515" y="4111"/>
                    <a:pt x="18527" y="4157"/>
                  </a:cubicBezTo>
                  <a:cubicBezTo>
                    <a:pt x="18550" y="4152"/>
                    <a:pt x="18576" y="4143"/>
                    <a:pt x="18595" y="4129"/>
                  </a:cubicBezTo>
                  <a:cubicBezTo>
                    <a:pt x="18617" y="4170"/>
                    <a:pt x="18639" y="4210"/>
                    <a:pt x="18664" y="4248"/>
                  </a:cubicBezTo>
                  <a:cubicBezTo>
                    <a:pt x="18693" y="4222"/>
                    <a:pt x="18724" y="4201"/>
                    <a:pt x="18757" y="4186"/>
                  </a:cubicBezTo>
                  <a:cubicBezTo>
                    <a:pt x="18758" y="4038"/>
                    <a:pt x="18825" y="3956"/>
                    <a:pt x="18932" y="4040"/>
                  </a:cubicBezTo>
                  <a:cubicBezTo>
                    <a:pt x="18932" y="4003"/>
                    <a:pt x="18933" y="3962"/>
                    <a:pt x="18927" y="3925"/>
                  </a:cubicBezTo>
                  <a:cubicBezTo>
                    <a:pt x="18949" y="3962"/>
                    <a:pt x="18974" y="4040"/>
                    <a:pt x="19016" y="4044"/>
                  </a:cubicBezTo>
                  <a:cubicBezTo>
                    <a:pt x="19020" y="4065"/>
                    <a:pt x="19027" y="4085"/>
                    <a:pt x="19036" y="4104"/>
                  </a:cubicBezTo>
                  <a:cubicBezTo>
                    <a:pt x="18991" y="4134"/>
                    <a:pt x="18948" y="4163"/>
                    <a:pt x="18913" y="4209"/>
                  </a:cubicBezTo>
                  <a:lnTo>
                    <a:pt x="18933" y="4227"/>
                  </a:lnTo>
                  <a:lnTo>
                    <a:pt x="18922" y="4242"/>
                  </a:lnTo>
                  <a:cubicBezTo>
                    <a:pt x="18933" y="4251"/>
                    <a:pt x="18941" y="4262"/>
                    <a:pt x="18947" y="4276"/>
                  </a:cubicBezTo>
                  <a:cubicBezTo>
                    <a:pt x="18922" y="4461"/>
                    <a:pt x="18945" y="4782"/>
                    <a:pt x="18746" y="4754"/>
                  </a:cubicBezTo>
                  <a:cubicBezTo>
                    <a:pt x="18747" y="4788"/>
                    <a:pt x="18744" y="4821"/>
                    <a:pt x="18739" y="4854"/>
                  </a:cubicBezTo>
                  <a:cubicBezTo>
                    <a:pt x="18836" y="5008"/>
                    <a:pt x="18864" y="5224"/>
                    <a:pt x="18983" y="5396"/>
                  </a:cubicBezTo>
                  <a:cubicBezTo>
                    <a:pt x="19126" y="5602"/>
                    <a:pt x="19308" y="5753"/>
                    <a:pt x="19457" y="5949"/>
                  </a:cubicBezTo>
                  <a:cubicBezTo>
                    <a:pt x="19532" y="6048"/>
                    <a:pt x="19836" y="6469"/>
                    <a:pt x="19960" y="6469"/>
                  </a:cubicBezTo>
                  <a:cubicBezTo>
                    <a:pt x="20212" y="6469"/>
                    <a:pt x="19956" y="6018"/>
                    <a:pt x="19950" y="5979"/>
                  </a:cubicBezTo>
                  <a:cubicBezTo>
                    <a:pt x="19977" y="5936"/>
                    <a:pt x="20168" y="5982"/>
                    <a:pt x="20211" y="5985"/>
                  </a:cubicBezTo>
                  <a:cubicBezTo>
                    <a:pt x="20174" y="5942"/>
                    <a:pt x="19926" y="5707"/>
                    <a:pt x="19968" y="5649"/>
                  </a:cubicBezTo>
                  <a:cubicBezTo>
                    <a:pt x="19982" y="5630"/>
                    <a:pt x="20101" y="5654"/>
                    <a:pt x="20126" y="5664"/>
                  </a:cubicBezTo>
                  <a:cubicBezTo>
                    <a:pt x="20192" y="5412"/>
                    <a:pt x="19863" y="5420"/>
                    <a:pt x="19903" y="5247"/>
                  </a:cubicBezTo>
                  <a:cubicBezTo>
                    <a:pt x="19934" y="5260"/>
                    <a:pt x="19968" y="5294"/>
                    <a:pt x="19997" y="5315"/>
                  </a:cubicBezTo>
                  <a:cubicBezTo>
                    <a:pt x="20147" y="5117"/>
                    <a:pt x="19645" y="4785"/>
                    <a:pt x="19523" y="4756"/>
                  </a:cubicBezTo>
                  <a:cubicBezTo>
                    <a:pt x="19467" y="4748"/>
                    <a:pt x="19432" y="4643"/>
                    <a:pt x="19443" y="4586"/>
                  </a:cubicBezTo>
                  <a:cubicBezTo>
                    <a:pt x="19470" y="4445"/>
                    <a:pt x="19324" y="4420"/>
                    <a:pt x="19334" y="4366"/>
                  </a:cubicBezTo>
                  <a:cubicBezTo>
                    <a:pt x="19351" y="4272"/>
                    <a:pt x="19470" y="4429"/>
                    <a:pt x="19504" y="4429"/>
                  </a:cubicBezTo>
                  <a:cubicBezTo>
                    <a:pt x="19583" y="4429"/>
                    <a:pt x="19522" y="4292"/>
                    <a:pt x="19560" y="4279"/>
                  </a:cubicBezTo>
                  <a:cubicBezTo>
                    <a:pt x="19779" y="4468"/>
                    <a:pt x="19644" y="4227"/>
                    <a:pt x="19830" y="4227"/>
                  </a:cubicBezTo>
                  <a:cubicBezTo>
                    <a:pt x="19974" y="4180"/>
                    <a:pt x="20153" y="4358"/>
                    <a:pt x="20275" y="4424"/>
                  </a:cubicBezTo>
                  <a:cubicBezTo>
                    <a:pt x="20286" y="4362"/>
                    <a:pt x="20280" y="4286"/>
                    <a:pt x="20244" y="4238"/>
                  </a:cubicBezTo>
                  <a:cubicBezTo>
                    <a:pt x="20487" y="4009"/>
                    <a:pt x="20524" y="3674"/>
                    <a:pt x="20914" y="3862"/>
                  </a:cubicBezTo>
                  <a:cubicBezTo>
                    <a:pt x="20928" y="3840"/>
                    <a:pt x="20946" y="3835"/>
                    <a:pt x="20968" y="3843"/>
                  </a:cubicBezTo>
                  <a:cubicBezTo>
                    <a:pt x="20980" y="3602"/>
                    <a:pt x="20494" y="3359"/>
                    <a:pt x="20326" y="3322"/>
                  </a:cubicBezTo>
                  <a:cubicBezTo>
                    <a:pt x="20400" y="3299"/>
                    <a:pt x="20509" y="3221"/>
                    <a:pt x="20442" y="3106"/>
                  </a:cubicBezTo>
                  <a:cubicBezTo>
                    <a:pt x="20615" y="3209"/>
                    <a:pt x="20796" y="3130"/>
                    <a:pt x="20975" y="3259"/>
                  </a:cubicBezTo>
                  <a:cubicBezTo>
                    <a:pt x="21042" y="3307"/>
                    <a:pt x="21600" y="3507"/>
                    <a:pt x="21591" y="3334"/>
                  </a:cubicBezTo>
                  <a:cubicBezTo>
                    <a:pt x="21518" y="3261"/>
                    <a:pt x="21537" y="3195"/>
                    <a:pt x="21482" y="3136"/>
                  </a:cubicBezTo>
                  <a:close/>
                  <a:moveTo>
                    <a:pt x="16994" y="18909"/>
                  </a:moveTo>
                  <a:cubicBezTo>
                    <a:pt x="16992" y="18916"/>
                    <a:pt x="16986" y="18936"/>
                    <a:pt x="16994" y="18908"/>
                  </a:cubicBezTo>
                  <a:cubicBezTo>
                    <a:pt x="16995" y="18905"/>
                    <a:pt x="16995" y="18906"/>
                    <a:pt x="16994" y="18908"/>
                  </a:cubicBezTo>
                  <a:cubicBezTo>
                    <a:pt x="17025" y="18802"/>
                    <a:pt x="16849" y="18703"/>
                    <a:pt x="16797" y="18645"/>
                  </a:cubicBezTo>
                  <a:cubicBezTo>
                    <a:pt x="16910" y="18509"/>
                    <a:pt x="16724" y="18432"/>
                    <a:pt x="16738" y="18304"/>
                  </a:cubicBezTo>
                  <a:lnTo>
                    <a:pt x="16754" y="18340"/>
                  </a:lnTo>
                  <a:lnTo>
                    <a:pt x="16768" y="18257"/>
                  </a:lnTo>
                  <a:lnTo>
                    <a:pt x="16776" y="18259"/>
                  </a:lnTo>
                  <a:cubicBezTo>
                    <a:pt x="16763" y="18110"/>
                    <a:pt x="16888" y="18117"/>
                    <a:pt x="16947" y="18016"/>
                  </a:cubicBezTo>
                  <a:cubicBezTo>
                    <a:pt x="16932" y="18006"/>
                    <a:pt x="16894" y="17954"/>
                    <a:pt x="16878" y="17954"/>
                  </a:cubicBezTo>
                  <a:cubicBezTo>
                    <a:pt x="17187" y="17954"/>
                    <a:pt x="16910" y="17614"/>
                    <a:pt x="16748" y="17594"/>
                  </a:cubicBezTo>
                  <a:cubicBezTo>
                    <a:pt x="16760" y="17529"/>
                    <a:pt x="16681" y="17426"/>
                    <a:pt x="16659" y="17362"/>
                  </a:cubicBezTo>
                  <a:cubicBezTo>
                    <a:pt x="16473" y="17255"/>
                    <a:pt x="16458" y="17581"/>
                    <a:pt x="16392" y="17697"/>
                  </a:cubicBezTo>
                  <a:lnTo>
                    <a:pt x="16408" y="17712"/>
                  </a:lnTo>
                  <a:cubicBezTo>
                    <a:pt x="16350" y="17704"/>
                    <a:pt x="16222" y="17768"/>
                    <a:pt x="16295" y="17866"/>
                  </a:cubicBezTo>
                  <a:cubicBezTo>
                    <a:pt x="16216" y="17940"/>
                    <a:pt x="16061" y="17932"/>
                    <a:pt x="16023" y="18049"/>
                  </a:cubicBezTo>
                  <a:cubicBezTo>
                    <a:pt x="15957" y="18251"/>
                    <a:pt x="15876" y="18304"/>
                    <a:pt x="15732" y="18363"/>
                  </a:cubicBezTo>
                  <a:cubicBezTo>
                    <a:pt x="15609" y="18415"/>
                    <a:pt x="15571" y="18696"/>
                    <a:pt x="15535" y="18708"/>
                  </a:cubicBezTo>
                  <a:cubicBezTo>
                    <a:pt x="15508" y="18708"/>
                    <a:pt x="15366" y="18659"/>
                    <a:pt x="15367" y="18626"/>
                  </a:cubicBezTo>
                  <a:lnTo>
                    <a:pt x="15369" y="18534"/>
                  </a:lnTo>
                  <a:lnTo>
                    <a:pt x="15311" y="18575"/>
                  </a:lnTo>
                  <a:lnTo>
                    <a:pt x="15306" y="18562"/>
                  </a:lnTo>
                  <a:cubicBezTo>
                    <a:pt x="15117" y="18677"/>
                    <a:pt x="15108" y="18934"/>
                    <a:pt x="15200" y="19136"/>
                  </a:cubicBezTo>
                  <a:cubicBezTo>
                    <a:pt x="15161" y="19181"/>
                    <a:pt x="15164" y="19258"/>
                    <a:pt x="15203" y="19303"/>
                  </a:cubicBezTo>
                  <a:cubicBezTo>
                    <a:pt x="15195" y="19335"/>
                    <a:pt x="15210" y="19374"/>
                    <a:pt x="15235" y="19385"/>
                  </a:cubicBezTo>
                  <a:cubicBezTo>
                    <a:pt x="15225" y="19424"/>
                    <a:pt x="15232" y="19455"/>
                    <a:pt x="15254" y="19479"/>
                  </a:cubicBezTo>
                  <a:cubicBezTo>
                    <a:pt x="15285" y="19481"/>
                    <a:pt x="15311" y="19464"/>
                    <a:pt x="15340" y="19452"/>
                  </a:cubicBezTo>
                  <a:cubicBezTo>
                    <a:pt x="15350" y="19468"/>
                    <a:pt x="15353" y="19488"/>
                    <a:pt x="15347" y="19511"/>
                  </a:cubicBezTo>
                  <a:cubicBezTo>
                    <a:pt x="15325" y="19540"/>
                    <a:pt x="15350" y="19890"/>
                    <a:pt x="15399" y="19920"/>
                  </a:cubicBezTo>
                  <a:cubicBezTo>
                    <a:pt x="15473" y="19966"/>
                    <a:pt x="15568" y="19928"/>
                    <a:pt x="15643" y="19918"/>
                  </a:cubicBezTo>
                  <a:cubicBezTo>
                    <a:pt x="15630" y="20115"/>
                    <a:pt x="15842" y="20079"/>
                    <a:pt x="15913" y="19951"/>
                  </a:cubicBezTo>
                  <a:cubicBezTo>
                    <a:pt x="15943" y="20003"/>
                    <a:pt x="16038" y="20088"/>
                    <a:pt x="16085" y="20029"/>
                  </a:cubicBezTo>
                  <a:cubicBezTo>
                    <a:pt x="16181" y="20173"/>
                    <a:pt x="16201" y="20238"/>
                    <a:pt x="16389" y="20115"/>
                  </a:cubicBezTo>
                  <a:cubicBezTo>
                    <a:pt x="16410" y="20270"/>
                    <a:pt x="16541" y="20049"/>
                    <a:pt x="16499" y="19901"/>
                  </a:cubicBezTo>
                  <a:cubicBezTo>
                    <a:pt x="16526" y="19881"/>
                    <a:pt x="16539" y="19851"/>
                    <a:pt x="16538" y="19809"/>
                  </a:cubicBezTo>
                  <a:lnTo>
                    <a:pt x="16562" y="19798"/>
                  </a:lnTo>
                  <a:cubicBezTo>
                    <a:pt x="16568" y="19733"/>
                    <a:pt x="16573" y="19601"/>
                    <a:pt x="16539" y="19554"/>
                  </a:cubicBezTo>
                  <a:cubicBezTo>
                    <a:pt x="16562" y="19523"/>
                    <a:pt x="16574" y="19505"/>
                    <a:pt x="16597" y="19520"/>
                  </a:cubicBezTo>
                  <a:cubicBezTo>
                    <a:pt x="16644" y="19442"/>
                    <a:pt x="16806" y="19309"/>
                    <a:pt x="16741" y="19205"/>
                  </a:cubicBezTo>
                  <a:cubicBezTo>
                    <a:pt x="16704" y="19144"/>
                    <a:pt x="16767" y="18984"/>
                    <a:pt x="16806" y="18955"/>
                  </a:cubicBezTo>
                  <a:cubicBezTo>
                    <a:pt x="16858" y="18955"/>
                    <a:pt x="16966" y="19000"/>
                    <a:pt x="16994" y="18909"/>
                  </a:cubicBezTo>
                  <a:close/>
                  <a:moveTo>
                    <a:pt x="17082" y="15769"/>
                  </a:moveTo>
                  <a:cubicBezTo>
                    <a:pt x="17065" y="15769"/>
                    <a:pt x="17051" y="15769"/>
                    <a:pt x="17082" y="15769"/>
                  </a:cubicBezTo>
                  <a:cubicBezTo>
                    <a:pt x="17137" y="15769"/>
                    <a:pt x="17106" y="15769"/>
                    <a:pt x="17083" y="15769"/>
                  </a:cubicBezTo>
                  <a:cubicBezTo>
                    <a:pt x="17275" y="15768"/>
                    <a:pt x="17243" y="16089"/>
                    <a:pt x="17193" y="16059"/>
                  </a:cubicBezTo>
                  <a:cubicBezTo>
                    <a:pt x="17151" y="16034"/>
                    <a:pt x="17029" y="15770"/>
                    <a:pt x="17082" y="15769"/>
                  </a:cubicBezTo>
                  <a:close/>
                </a:path>
              </a:pathLst>
            </a:custGeom>
            <a:solidFill>
              <a:schemeClr val="bg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532" b="0" i="0" u="none" strike="noStrike" kern="1200" cap="none" spc="0" normalizeH="0" baseline="0" noProof="0">
                <a:ln>
                  <a:noFill/>
                </a:ln>
                <a:solidFill>
                  <a:srgbClr val="171717"/>
                </a:solidFill>
                <a:effectLst/>
                <a:uLnTx/>
                <a:uFillTx/>
                <a:latin typeface="Lato Light" panose="020F0502020204030203" pitchFamily="34" charset="0"/>
                <a:ea typeface="+mn-ea"/>
                <a:cs typeface="+mn-cs"/>
              </a:endParaRPr>
            </a:p>
          </p:txBody>
        </p:sp>
        <p:sp>
          <p:nvSpPr>
            <p:cNvPr id="13" name="Freeform 52">
              <a:extLst>
                <a:ext uri="{FF2B5EF4-FFF2-40B4-BE49-F238E27FC236}">
                  <a16:creationId xmlns:a16="http://schemas.microsoft.com/office/drawing/2014/main" id="{749F7626-6A3E-8B2A-4B29-F279FC1E2934}"/>
                </a:ext>
              </a:extLst>
            </p:cNvPr>
            <p:cNvSpPr/>
            <p:nvPr/>
          </p:nvSpPr>
          <p:spPr>
            <a:xfrm>
              <a:off x="9301277" y="4211999"/>
              <a:ext cx="1887107" cy="1656481"/>
            </a:xfrm>
            <a:custGeom>
              <a:avLst/>
              <a:gdLst>
                <a:gd name="connsiteX0" fmla="*/ 1847097 w 3774213"/>
                <a:gd name="connsiteY0" fmla="*/ 2904922 h 3312961"/>
                <a:gd name="connsiteX1" fmla="*/ 1620779 w 3774213"/>
                <a:gd name="connsiteY1" fmla="*/ 3107081 h 3312961"/>
                <a:gd name="connsiteX2" fmla="*/ 1615255 w 3774213"/>
                <a:gd name="connsiteY2" fmla="*/ 2956376 h 3312961"/>
                <a:gd name="connsiteX3" fmla="*/ 1789793 w 3774213"/>
                <a:gd name="connsiteY3" fmla="*/ 2921440 h 3312961"/>
                <a:gd name="connsiteX4" fmla="*/ 1789793 w 3774213"/>
                <a:gd name="connsiteY4" fmla="*/ 2921440 h 3312961"/>
                <a:gd name="connsiteX5" fmla="*/ 1847097 w 3774213"/>
                <a:gd name="connsiteY5" fmla="*/ 2904922 h 3312961"/>
                <a:gd name="connsiteX6" fmla="*/ 3258361 w 3774213"/>
                <a:gd name="connsiteY6" fmla="*/ 2825429 h 3312961"/>
                <a:gd name="connsiteX7" fmla="*/ 3258361 w 3774213"/>
                <a:gd name="connsiteY7" fmla="*/ 2825429 h 3312961"/>
                <a:gd name="connsiteX8" fmla="*/ 3544517 w 3774213"/>
                <a:gd name="connsiteY8" fmla="*/ 2321740 h 3312961"/>
                <a:gd name="connsiteX9" fmla="*/ 3553743 w 3774213"/>
                <a:gd name="connsiteY9" fmla="*/ 2333804 h 3312961"/>
                <a:gd name="connsiteX10" fmla="*/ 3566235 w 3774213"/>
                <a:gd name="connsiteY10" fmla="*/ 2364055 h 3312961"/>
                <a:gd name="connsiteX11" fmla="*/ 3608387 w 3774213"/>
                <a:gd name="connsiteY11" fmla="*/ 2409513 h 3312961"/>
                <a:gd name="connsiteX12" fmla="*/ 3583277 w 3774213"/>
                <a:gd name="connsiteY12" fmla="*/ 2482453 h 3312961"/>
                <a:gd name="connsiteX13" fmla="*/ 3581761 w 3774213"/>
                <a:gd name="connsiteY13" fmla="*/ 2515341 h 3312961"/>
                <a:gd name="connsiteX14" fmla="*/ 3607945 w 3774213"/>
                <a:gd name="connsiteY14" fmla="*/ 2519042 h 3312961"/>
                <a:gd name="connsiteX15" fmla="*/ 3607945 w 3774213"/>
                <a:gd name="connsiteY15" fmla="*/ 2519042 h 3312961"/>
                <a:gd name="connsiteX16" fmla="*/ 3621405 w 3774213"/>
                <a:gd name="connsiteY16" fmla="*/ 2486980 h 3312961"/>
                <a:gd name="connsiteX17" fmla="*/ 3631917 w 3774213"/>
                <a:gd name="connsiteY17" fmla="*/ 2518563 h 3312961"/>
                <a:gd name="connsiteX18" fmla="*/ 3617403 w 3774213"/>
                <a:gd name="connsiteY18" fmla="*/ 2562929 h 3312961"/>
                <a:gd name="connsiteX19" fmla="*/ 3640681 w 3774213"/>
                <a:gd name="connsiteY19" fmla="*/ 2596589 h 3312961"/>
                <a:gd name="connsiteX20" fmla="*/ 3712135 w 3774213"/>
                <a:gd name="connsiteY20" fmla="*/ 2592062 h 3312961"/>
                <a:gd name="connsiteX21" fmla="*/ 3774213 w 3774213"/>
                <a:gd name="connsiteY21" fmla="*/ 2586550 h 3312961"/>
                <a:gd name="connsiteX22" fmla="*/ 3737117 w 3774213"/>
                <a:gd name="connsiteY22" fmla="*/ 2627613 h 3312961"/>
                <a:gd name="connsiteX23" fmla="*/ 3694187 w 3774213"/>
                <a:gd name="connsiteY23" fmla="*/ 2668118 h 3312961"/>
                <a:gd name="connsiteX24" fmla="*/ 3593305 w 3774213"/>
                <a:gd name="connsiteY24" fmla="*/ 2713042 h 3312961"/>
                <a:gd name="connsiteX25" fmla="*/ 3577169 w 3774213"/>
                <a:gd name="connsiteY25" fmla="*/ 2726091 h 3312961"/>
                <a:gd name="connsiteX26" fmla="*/ 3573439 w 3774213"/>
                <a:gd name="connsiteY26" fmla="*/ 2747475 h 3312961"/>
                <a:gd name="connsiteX27" fmla="*/ 3534827 w 3774213"/>
                <a:gd name="connsiteY27" fmla="*/ 2777088 h 3312961"/>
                <a:gd name="connsiteX28" fmla="*/ 3495393 w 3774213"/>
                <a:gd name="connsiteY28" fmla="*/ 2812772 h 3312961"/>
                <a:gd name="connsiteX29" fmla="*/ 3442497 w 3774213"/>
                <a:gd name="connsiteY29" fmla="*/ 2843770 h 3312961"/>
                <a:gd name="connsiteX30" fmla="*/ 3362533 w 3774213"/>
                <a:gd name="connsiteY30" fmla="*/ 2890692 h 3312961"/>
                <a:gd name="connsiteX31" fmla="*/ 3322993 w 3774213"/>
                <a:gd name="connsiteY31" fmla="*/ 2875885 h 3312961"/>
                <a:gd name="connsiteX32" fmla="*/ 3327533 w 3774213"/>
                <a:gd name="connsiteY32" fmla="*/ 2866843 h 3312961"/>
                <a:gd name="connsiteX33" fmla="*/ 3304353 w 3774213"/>
                <a:gd name="connsiteY33" fmla="*/ 2887171 h 3312961"/>
                <a:gd name="connsiteX34" fmla="*/ 3289805 w 3774213"/>
                <a:gd name="connsiteY34" fmla="*/ 2913617 h 3312961"/>
                <a:gd name="connsiteX35" fmla="*/ 3278739 w 3774213"/>
                <a:gd name="connsiteY35" fmla="*/ 2927595 h 3312961"/>
                <a:gd name="connsiteX36" fmla="*/ 3216077 w 3774213"/>
                <a:gd name="connsiteY36" fmla="*/ 2971393 h 3312961"/>
                <a:gd name="connsiteX37" fmla="*/ 3089189 w 3774213"/>
                <a:gd name="connsiteY37" fmla="*/ 3060059 h 3312961"/>
                <a:gd name="connsiteX38" fmla="*/ 3101147 w 3774213"/>
                <a:gd name="connsiteY38" fmla="*/ 3074401 h 3312961"/>
                <a:gd name="connsiteX39" fmla="*/ 3087809 w 3774213"/>
                <a:gd name="connsiteY39" fmla="*/ 3087740 h 3312961"/>
                <a:gd name="connsiteX40" fmla="*/ 3057633 w 3774213"/>
                <a:gd name="connsiteY40" fmla="*/ 3092680 h 3312961"/>
                <a:gd name="connsiteX41" fmla="*/ 3013747 w 3774213"/>
                <a:gd name="connsiteY41" fmla="*/ 3103835 h 3312961"/>
                <a:gd name="connsiteX42" fmla="*/ 2941995 w 3774213"/>
                <a:gd name="connsiteY42" fmla="*/ 3131539 h 3312961"/>
                <a:gd name="connsiteX43" fmla="*/ 2879407 w 3774213"/>
                <a:gd name="connsiteY43" fmla="*/ 3192683 h 3312961"/>
                <a:gd name="connsiteX44" fmla="*/ 2715263 w 3774213"/>
                <a:gd name="connsiteY44" fmla="*/ 3298377 h 3312961"/>
                <a:gd name="connsiteX45" fmla="*/ 2629875 w 3774213"/>
                <a:gd name="connsiteY45" fmla="*/ 3308644 h 3312961"/>
                <a:gd name="connsiteX46" fmla="*/ 2596197 w 3774213"/>
                <a:gd name="connsiteY46" fmla="*/ 3290706 h 3312961"/>
                <a:gd name="connsiteX47" fmla="*/ 2596197 w 3774213"/>
                <a:gd name="connsiteY47" fmla="*/ 3274702 h 3312961"/>
                <a:gd name="connsiteX48" fmla="*/ 2522917 w 3774213"/>
                <a:gd name="connsiteY48" fmla="*/ 3277389 h 3312961"/>
                <a:gd name="connsiteX49" fmla="*/ 2540911 w 3774213"/>
                <a:gd name="connsiteY49" fmla="*/ 3254807 h 3312961"/>
                <a:gd name="connsiteX50" fmla="*/ 2578165 w 3774213"/>
                <a:gd name="connsiteY50" fmla="*/ 3225304 h 3312961"/>
                <a:gd name="connsiteX51" fmla="*/ 2630695 w 3774213"/>
                <a:gd name="connsiteY51" fmla="*/ 3192137 h 3312961"/>
                <a:gd name="connsiteX52" fmla="*/ 2695295 w 3774213"/>
                <a:gd name="connsiteY52" fmla="*/ 3153278 h 3312961"/>
                <a:gd name="connsiteX53" fmla="*/ 2746781 w 3774213"/>
                <a:gd name="connsiteY53" fmla="*/ 3121431 h 3312961"/>
                <a:gd name="connsiteX54" fmla="*/ 2805867 w 3774213"/>
                <a:gd name="connsiteY54" fmla="*/ 3099327 h 3312961"/>
                <a:gd name="connsiteX55" fmla="*/ 2943187 w 3774213"/>
                <a:gd name="connsiteY55" fmla="*/ 3040345 h 3312961"/>
                <a:gd name="connsiteX56" fmla="*/ 2990799 w 3774213"/>
                <a:gd name="connsiteY56" fmla="*/ 3016147 h 3312961"/>
                <a:gd name="connsiteX57" fmla="*/ 3031071 w 3774213"/>
                <a:gd name="connsiteY57" fmla="*/ 2997913 h 3312961"/>
                <a:gd name="connsiteX58" fmla="*/ 3050629 w 3774213"/>
                <a:gd name="connsiteY58" fmla="*/ 2982137 h 3312961"/>
                <a:gd name="connsiteX59" fmla="*/ 3084717 w 3774213"/>
                <a:gd name="connsiteY59" fmla="*/ 2943234 h 3312961"/>
                <a:gd name="connsiteX60" fmla="*/ 3131211 w 3774213"/>
                <a:gd name="connsiteY60" fmla="*/ 2919081 h 3312961"/>
                <a:gd name="connsiteX61" fmla="*/ 3171261 w 3774213"/>
                <a:gd name="connsiteY61" fmla="*/ 2891195 h 3312961"/>
                <a:gd name="connsiteX62" fmla="*/ 3198493 w 3774213"/>
                <a:gd name="connsiteY62" fmla="*/ 2855045 h 3312961"/>
                <a:gd name="connsiteX63" fmla="*/ 3258361 w 3774213"/>
                <a:gd name="connsiteY63" fmla="*/ 2825429 h 3312961"/>
                <a:gd name="connsiteX64" fmla="*/ 3243645 w 3774213"/>
                <a:gd name="connsiteY64" fmla="*/ 2886801 h 3312961"/>
                <a:gd name="connsiteX65" fmla="*/ 3291033 w 3774213"/>
                <a:gd name="connsiteY65" fmla="*/ 2866245 h 3312961"/>
                <a:gd name="connsiteX66" fmla="*/ 3310373 w 3774213"/>
                <a:gd name="connsiteY66" fmla="*/ 2858457 h 3312961"/>
                <a:gd name="connsiteX67" fmla="*/ 3327579 w 3774213"/>
                <a:gd name="connsiteY67" fmla="*/ 2866751 h 3312961"/>
                <a:gd name="connsiteX68" fmla="*/ 3328755 w 3774213"/>
                <a:gd name="connsiteY68" fmla="*/ 2864408 h 3312961"/>
                <a:gd name="connsiteX69" fmla="*/ 3377615 w 3774213"/>
                <a:gd name="connsiteY69" fmla="*/ 2831866 h 3312961"/>
                <a:gd name="connsiteX70" fmla="*/ 3422589 w 3774213"/>
                <a:gd name="connsiteY70" fmla="*/ 2780923 h 3312961"/>
                <a:gd name="connsiteX71" fmla="*/ 3374835 w 3774213"/>
                <a:gd name="connsiteY71" fmla="*/ 2713362 h 3312961"/>
                <a:gd name="connsiteX72" fmla="*/ 3434449 w 3774213"/>
                <a:gd name="connsiteY72" fmla="*/ 2683936 h 3312961"/>
                <a:gd name="connsiteX73" fmla="*/ 3493559 w 3774213"/>
                <a:gd name="connsiteY73" fmla="*/ 2629610 h 3312961"/>
                <a:gd name="connsiteX74" fmla="*/ 3536091 w 3774213"/>
                <a:gd name="connsiteY74" fmla="*/ 2451083 h 3312961"/>
                <a:gd name="connsiteX75" fmla="*/ 3536765 w 3774213"/>
                <a:gd name="connsiteY75" fmla="*/ 2372737 h 3312961"/>
                <a:gd name="connsiteX76" fmla="*/ 3536659 w 3774213"/>
                <a:gd name="connsiteY76" fmla="*/ 2327812 h 3312961"/>
                <a:gd name="connsiteX77" fmla="*/ 3544517 w 3774213"/>
                <a:gd name="connsiteY77" fmla="*/ 2321740 h 3312961"/>
                <a:gd name="connsiteX78" fmla="*/ 51097 w 3774213"/>
                <a:gd name="connsiteY78" fmla="*/ 1767664 h 3312961"/>
                <a:gd name="connsiteX79" fmla="*/ 51161 w 3774213"/>
                <a:gd name="connsiteY79" fmla="*/ 1767783 h 3312961"/>
                <a:gd name="connsiteX80" fmla="*/ 51215 w 3774213"/>
                <a:gd name="connsiteY80" fmla="*/ 1768012 h 3312961"/>
                <a:gd name="connsiteX81" fmla="*/ 46207 w 3774213"/>
                <a:gd name="connsiteY81" fmla="*/ 1758477 h 3312961"/>
                <a:gd name="connsiteX82" fmla="*/ 49965 w 3774213"/>
                <a:gd name="connsiteY82" fmla="*/ 1764319 h 3312961"/>
                <a:gd name="connsiteX83" fmla="*/ 51097 w 3774213"/>
                <a:gd name="connsiteY83" fmla="*/ 1767664 h 3312961"/>
                <a:gd name="connsiteX84" fmla="*/ 2635381 w 3774213"/>
                <a:gd name="connsiteY84" fmla="*/ 1692529 h 3312961"/>
                <a:gd name="connsiteX85" fmla="*/ 2637905 w 3774213"/>
                <a:gd name="connsiteY85" fmla="*/ 1697668 h 3312961"/>
                <a:gd name="connsiteX86" fmla="*/ 2635381 w 3774213"/>
                <a:gd name="connsiteY86" fmla="*/ 1692529 h 3312961"/>
                <a:gd name="connsiteX87" fmla="*/ 155271 w 3774213"/>
                <a:gd name="connsiteY87" fmla="*/ 1487762 h 3312961"/>
                <a:gd name="connsiteX88" fmla="*/ 164959 w 3774213"/>
                <a:gd name="connsiteY88" fmla="*/ 1487762 h 3312961"/>
                <a:gd name="connsiteX89" fmla="*/ 155439 w 3774213"/>
                <a:gd name="connsiteY89" fmla="*/ 1490808 h 3312961"/>
                <a:gd name="connsiteX90" fmla="*/ 154789 w 3774213"/>
                <a:gd name="connsiteY90" fmla="*/ 1479085 h 3312961"/>
                <a:gd name="connsiteX91" fmla="*/ 155271 w 3774213"/>
                <a:gd name="connsiteY91" fmla="*/ 1487762 h 3312961"/>
                <a:gd name="connsiteX92" fmla="*/ 154465 w 3774213"/>
                <a:gd name="connsiteY92" fmla="*/ 1487762 h 3312961"/>
                <a:gd name="connsiteX93" fmla="*/ 154789 w 3774213"/>
                <a:gd name="connsiteY93" fmla="*/ 1479085 h 3312961"/>
                <a:gd name="connsiteX94" fmla="*/ 2175983 w 3774213"/>
                <a:gd name="connsiteY94" fmla="*/ 654522 h 3312961"/>
                <a:gd name="connsiteX95" fmla="*/ 2198935 w 3774213"/>
                <a:gd name="connsiteY95" fmla="*/ 733503 h 3312961"/>
                <a:gd name="connsiteX96" fmla="*/ 2220891 w 3774213"/>
                <a:gd name="connsiteY96" fmla="*/ 888740 h 3312961"/>
                <a:gd name="connsiteX97" fmla="*/ 2279025 w 3774213"/>
                <a:gd name="connsiteY97" fmla="*/ 902919 h 3312961"/>
                <a:gd name="connsiteX98" fmla="*/ 2345305 w 3774213"/>
                <a:gd name="connsiteY98" fmla="*/ 1274640 h 3312961"/>
                <a:gd name="connsiteX99" fmla="*/ 2473447 w 3774213"/>
                <a:gd name="connsiteY99" fmla="*/ 1376377 h 3312961"/>
                <a:gd name="connsiteX100" fmla="*/ 2516253 w 3774213"/>
                <a:gd name="connsiteY100" fmla="*/ 1523282 h 3312961"/>
                <a:gd name="connsiteX101" fmla="*/ 2522329 w 3774213"/>
                <a:gd name="connsiteY101" fmla="*/ 1497410 h 3312961"/>
                <a:gd name="connsiteX102" fmla="*/ 2565135 w 3774213"/>
                <a:gd name="connsiteY102" fmla="*/ 1605286 h 3312961"/>
                <a:gd name="connsiteX103" fmla="*/ 2637905 w 3774213"/>
                <a:gd name="connsiteY103" fmla="*/ 1697668 h 3312961"/>
                <a:gd name="connsiteX104" fmla="*/ 2632657 w 3774213"/>
                <a:gd name="connsiteY104" fmla="*/ 1878194 h 3312961"/>
                <a:gd name="connsiteX105" fmla="*/ 2635281 w 3774213"/>
                <a:gd name="connsiteY105" fmla="*/ 1982562 h 3312961"/>
                <a:gd name="connsiteX106" fmla="*/ 2527989 w 3774213"/>
                <a:gd name="connsiteY106" fmla="*/ 2155340 h 3312961"/>
                <a:gd name="connsiteX107" fmla="*/ 2408409 w 3774213"/>
                <a:gd name="connsiteY107" fmla="*/ 2302830 h 3312961"/>
                <a:gd name="connsiteX108" fmla="*/ 2101449 w 3774213"/>
                <a:gd name="connsiteY108" fmla="*/ 2647802 h 3312961"/>
                <a:gd name="connsiteX109" fmla="*/ 1929673 w 3774213"/>
                <a:gd name="connsiteY109" fmla="*/ 2709195 h 3312961"/>
                <a:gd name="connsiteX110" fmla="*/ 1803463 w 3774213"/>
                <a:gd name="connsiteY110" fmla="*/ 2780820 h 3312961"/>
                <a:gd name="connsiteX111" fmla="*/ 1768251 w 3774213"/>
                <a:gd name="connsiteY111" fmla="*/ 2702763 h 3312961"/>
                <a:gd name="connsiteX112" fmla="*/ 1640939 w 3774213"/>
                <a:gd name="connsiteY112" fmla="*/ 2759625 h 3312961"/>
                <a:gd name="connsiteX113" fmla="*/ 1490565 w 3774213"/>
                <a:gd name="connsiteY113" fmla="*/ 2697939 h 3312961"/>
                <a:gd name="connsiteX114" fmla="*/ 1496227 w 3774213"/>
                <a:gd name="connsiteY114" fmla="*/ 2546064 h 3312961"/>
                <a:gd name="connsiteX115" fmla="*/ 1429947 w 3774213"/>
                <a:gd name="connsiteY115" fmla="*/ 2516683 h 3312961"/>
                <a:gd name="connsiteX116" fmla="*/ 1464329 w 3774213"/>
                <a:gd name="connsiteY116" fmla="*/ 2415384 h 3312961"/>
                <a:gd name="connsiteX117" fmla="*/ 1352343 w 3774213"/>
                <a:gd name="connsiteY117" fmla="*/ 2492857 h 3312961"/>
                <a:gd name="connsiteX118" fmla="*/ 1443065 w 3774213"/>
                <a:gd name="connsiteY118" fmla="*/ 2394335 h 3312961"/>
                <a:gd name="connsiteX119" fmla="*/ 1490151 w 3774213"/>
                <a:gd name="connsiteY119" fmla="*/ 2301222 h 3312961"/>
                <a:gd name="connsiteX120" fmla="*/ 1283439 w 3774213"/>
                <a:gd name="connsiteY120" fmla="*/ 2469615 h 3312961"/>
                <a:gd name="connsiteX121" fmla="*/ 1272531 w 3774213"/>
                <a:gd name="connsiteY121" fmla="*/ 2337181 h 3312961"/>
                <a:gd name="connsiteX122" fmla="*/ 1248503 w 3774213"/>
                <a:gd name="connsiteY122" fmla="*/ 2266579 h 3312961"/>
                <a:gd name="connsiteX123" fmla="*/ 990701 w 3774213"/>
                <a:gd name="connsiteY123" fmla="*/ 2214833 h 3312961"/>
                <a:gd name="connsiteX124" fmla="*/ 643281 w 3774213"/>
                <a:gd name="connsiteY124" fmla="*/ 2308385 h 3312961"/>
                <a:gd name="connsiteX125" fmla="*/ 517625 w 3774213"/>
                <a:gd name="connsiteY125" fmla="*/ 2388196 h 3312961"/>
                <a:gd name="connsiteX126" fmla="*/ 356619 w 3774213"/>
                <a:gd name="connsiteY126" fmla="*/ 2384249 h 3312961"/>
                <a:gd name="connsiteX127" fmla="*/ 105997 w 3774213"/>
                <a:gd name="connsiteY127" fmla="*/ 2477508 h 3312961"/>
                <a:gd name="connsiteX128" fmla="*/ 1053 w 3774213"/>
                <a:gd name="connsiteY128" fmla="*/ 2379279 h 3312961"/>
                <a:gd name="connsiteX129" fmla="*/ 63329 w 3774213"/>
                <a:gd name="connsiteY129" fmla="*/ 2331626 h 3312961"/>
                <a:gd name="connsiteX130" fmla="*/ 88461 w 3774213"/>
                <a:gd name="connsiteY130" fmla="*/ 2139992 h 3312961"/>
                <a:gd name="connsiteX131" fmla="*/ 88461 w 3774213"/>
                <a:gd name="connsiteY131" fmla="*/ 1983001 h 3312961"/>
                <a:gd name="connsiteX132" fmla="*/ 56577 w 3774213"/>
                <a:gd name="connsiteY132" fmla="*/ 1790578 h 3312961"/>
                <a:gd name="connsiteX133" fmla="*/ 51215 w 3774213"/>
                <a:gd name="connsiteY133" fmla="*/ 1768012 h 3312961"/>
                <a:gd name="connsiteX134" fmla="*/ 54009 w 3774213"/>
                <a:gd name="connsiteY134" fmla="*/ 1776274 h 3312961"/>
                <a:gd name="connsiteX135" fmla="*/ 64297 w 3774213"/>
                <a:gd name="connsiteY135" fmla="*/ 1796921 h 3312961"/>
                <a:gd name="connsiteX136" fmla="*/ 70925 w 3774213"/>
                <a:gd name="connsiteY136" fmla="*/ 1763739 h 3312961"/>
                <a:gd name="connsiteX137" fmla="*/ 113315 w 3774213"/>
                <a:gd name="connsiteY137" fmla="*/ 1812415 h 3312961"/>
                <a:gd name="connsiteX138" fmla="*/ 118287 w 3774213"/>
                <a:gd name="connsiteY138" fmla="*/ 1609672 h 3312961"/>
                <a:gd name="connsiteX139" fmla="*/ 151531 w 3774213"/>
                <a:gd name="connsiteY139" fmla="*/ 1492059 h 3312961"/>
                <a:gd name="connsiteX140" fmla="*/ 155439 w 3774213"/>
                <a:gd name="connsiteY140" fmla="*/ 1490808 h 3312961"/>
                <a:gd name="connsiteX141" fmla="*/ 155501 w 3774213"/>
                <a:gd name="connsiteY141" fmla="*/ 1491910 h 3312961"/>
                <a:gd name="connsiteX142" fmla="*/ 167721 w 3774213"/>
                <a:gd name="connsiteY142" fmla="*/ 1517874 h 3312961"/>
                <a:gd name="connsiteX143" fmla="*/ 324585 w 3774213"/>
                <a:gd name="connsiteY143" fmla="*/ 1397865 h 3312961"/>
                <a:gd name="connsiteX144" fmla="*/ 443613 w 3774213"/>
                <a:gd name="connsiteY144" fmla="*/ 1371700 h 3312961"/>
                <a:gd name="connsiteX145" fmla="*/ 527567 w 3774213"/>
                <a:gd name="connsiteY145" fmla="*/ 1335010 h 3312961"/>
                <a:gd name="connsiteX146" fmla="*/ 711771 w 3774213"/>
                <a:gd name="connsiteY146" fmla="*/ 1230642 h 3312961"/>
                <a:gd name="connsiteX147" fmla="*/ 816715 w 3774213"/>
                <a:gd name="connsiteY147" fmla="*/ 1069265 h 3312961"/>
                <a:gd name="connsiteX148" fmla="*/ 847233 w 3774213"/>
                <a:gd name="connsiteY148" fmla="*/ 1143814 h 3312961"/>
                <a:gd name="connsiteX149" fmla="*/ 857313 w 3774213"/>
                <a:gd name="connsiteY149" fmla="*/ 1101423 h 3312961"/>
                <a:gd name="connsiteX150" fmla="*/ 887967 w 3774213"/>
                <a:gd name="connsiteY150" fmla="*/ 1053771 h 3312961"/>
                <a:gd name="connsiteX151" fmla="*/ 945547 w 3774213"/>
                <a:gd name="connsiteY151" fmla="*/ 980391 h 3312961"/>
                <a:gd name="connsiteX152" fmla="*/ 1182913 w 3774213"/>
                <a:gd name="connsiteY152" fmla="*/ 954372 h 3312961"/>
                <a:gd name="connsiteX153" fmla="*/ 1286201 w 3774213"/>
                <a:gd name="connsiteY153" fmla="*/ 935223 h 3312961"/>
                <a:gd name="connsiteX154" fmla="*/ 1387417 w 3774213"/>
                <a:gd name="connsiteY154" fmla="*/ 761422 h 3312961"/>
                <a:gd name="connsiteX155" fmla="*/ 1461291 w 3774213"/>
                <a:gd name="connsiteY155" fmla="*/ 686435 h 3312961"/>
                <a:gd name="connsiteX156" fmla="*/ 1510173 w 3774213"/>
                <a:gd name="connsiteY156" fmla="*/ 677956 h 3312961"/>
                <a:gd name="connsiteX157" fmla="*/ 1581977 w 3774213"/>
                <a:gd name="connsiteY157" fmla="*/ 724440 h 3312961"/>
                <a:gd name="connsiteX158" fmla="*/ 1673389 w 3774213"/>
                <a:gd name="connsiteY158" fmla="*/ 755283 h 3312961"/>
                <a:gd name="connsiteX159" fmla="*/ 1780403 w 3774213"/>
                <a:gd name="connsiteY159" fmla="*/ 751628 h 3312961"/>
                <a:gd name="connsiteX160" fmla="*/ 1709429 w 3774213"/>
                <a:gd name="connsiteY160" fmla="*/ 861990 h 3312961"/>
                <a:gd name="connsiteX161" fmla="*/ 1706391 w 3774213"/>
                <a:gd name="connsiteY161" fmla="*/ 1000417 h 3312961"/>
                <a:gd name="connsiteX162" fmla="*/ 1832599 w 3774213"/>
                <a:gd name="connsiteY162" fmla="*/ 1086806 h 3312961"/>
                <a:gd name="connsiteX163" fmla="*/ 1985043 w 3774213"/>
                <a:gd name="connsiteY163" fmla="*/ 1152731 h 3312961"/>
                <a:gd name="connsiteX164" fmla="*/ 2076041 w 3774213"/>
                <a:gd name="connsiteY164" fmla="*/ 878946 h 3312961"/>
                <a:gd name="connsiteX165" fmla="*/ 2115119 w 3774213"/>
                <a:gd name="connsiteY165" fmla="*/ 737011 h 3312961"/>
                <a:gd name="connsiteX166" fmla="*/ 2175983 w 3774213"/>
                <a:gd name="connsiteY166" fmla="*/ 654522 h 3312961"/>
                <a:gd name="connsiteX167" fmla="*/ 2676983 w 3774213"/>
                <a:gd name="connsiteY167" fmla="*/ 280947 h 3312961"/>
                <a:gd name="connsiteX168" fmla="*/ 2676983 w 3774213"/>
                <a:gd name="connsiteY168" fmla="*/ 280947 h 3312961"/>
                <a:gd name="connsiteX169" fmla="*/ 2745057 w 3774213"/>
                <a:gd name="connsiteY169" fmla="*/ 27919 h 3312961"/>
                <a:gd name="connsiteX170" fmla="*/ 2897227 w 3774213"/>
                <a:gd name="connsiteY170" fmla="*/ 205813 h 3312961"/>
                <a:gd name="connsiteX171" fmla="*/ 2884523 w 3774213"/>
                <a:gd name="connsiteY171" fmla="*/ 168539 h 3312961"/>
                <a:gd name="connsiteX172" fmla="*/ 2676983 w 3774213"/>
                <a:gd name="connsiteY172" fmla="*/ 280947 h 3312961"/>
                <a:gd name="connsiteX173" fmla="*/ 2605179 w 3774213"/>
                <a:gd name="connsiteY173" fmla="*/ 241041 h 3312961"/>
                <a:gd name="connsiteX174" fmla="*/ 2813547 w 3774213"/>
                <a:gd name="connsiteY174" fmla="*/ 198505 h 3312961"/>
                <a:gd name="connsiteX175" fmla="*/ 2879827 w 3774213"/>
                <a:gd name="connsiteY175" fmla="*/ 154506 h 3312961"/>
                <a:gd name="connsiteX176" fmla="*/ 2745057 w 3774213"/>
                <a:gd name="connsiteY176" fmla="*/ 27919 h 3312961"/>
                <a:gd name="connsiteX177" fmla="*/ 2107663 w 3774213"/>
                <a:gd name="connsiteY177" fmla="*/ 0 h 3312961"/>
                <a:gd name="connsiteX178" fmla="*/ 2373059 w 3774213"/>
                <a:gd name="connsiteY178" fmla="*/ 113285 h 3312961"/>
                <a:gd name="connsiteX179" fmla="*/ 2451353 w 3774213"/>
                <a:gd name="connsiteY179" fmla="*/ 216484 h 3312961"/>
                <a:gd name="connsiteX180" fmla="*/ 2580323 w 3774213"/>
                <a:gd name="connsiteY180" fmla="*/ 337078 h 3312961"/>
                <a:gd name="connsiteX181" fmla="*/ 2520119 w 3774213"/>
                <a:gd name="connsiteY181" fmla="*/ 340001 h 3312961"/>
                <a:gd name="connsiteX182" fmla="*/ 2613601 w 3774213"/>
                <a:gd name="connsiteY182" fmla="*/ 483545 h 3312961"/>
                <a:gd name="connsiteX183" fmla="*/ 2650609 w 3774213"/>
                <a:gd name="connsiteY183" fmla="*/ 524620 h 3312961"/>
                <a:gd name="connsiteX184" fmla="*/ 2705981 w 3774213"/>
                <a:gd name="connsiteY184" fmla="*/ 640244 h 3312961"/>
                <a:gd name="connsiteX185" fmla="*/ 2468889 w 3774213"/>
                <a:gd name="connsiteY185" fmla="*/ 522135 h 3312961"/>
                <a:gd name="connsiteX186" fmla="*/ 2253755 w 3774213"/>
                <a:gd name="connsiteY186" fmla="*/ 455041 h 3312961"/>
                <a:gd name="connsiteX187" fmla="*/ 2078389 w 3774213"/>
                <a:gd name="connsiteY187" fmla="*/ 510879 h 3312961"/>
                <a:gd name="connsiteX188" fmla="*/ 2072451 w 3774213"/>
                <a:gd name="connsiteY188" fmla="*/ 324799 h 3312961"/>
                <a:gd name="connsiteX189" fmla="*/ 2107663 w 3774213"/>
                <a:gd name="connsiteY189" fmla="*/ 0 h 3312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Lst>
              <a:rect l="l" t="t" r="r" b="b"/>
              <a:pathLst>
                <a:path w="3774213" h="3312961">
                  <a:moveTo>
                    <a:pt x="1847097" y="2904922"/>
                  </a:moveTo>
                  <a:cubicBezTo>
                    <a:pt x="1817685" y="2901560"/>
                    <a:pt x="1724617" y="3157365"/>
                    <a:pt x="1620779" y="3107081"/>
                  </a:cubicBezTo>
                  <a:cubicBezTo>
                    <a:pt x="1574105" y="3084570"/>
                    <a:pt x="1609317" y="2991165"/>
                    <a:pt x="1615255" y="2956376"/>
                  </a:cubicBezTo>
                  <a:cubicBezTo>
                    <a:pt x="1631411" y="2863847"/>
                    <a:pt x="1726413" y="2929041"/>
                    <a:pt x="1789793" y="2921440"/>
                  </a:cubicBezTo>
                  <a:cubicBezTo>
                    <a:pt x="1771981" y="2923632"/>
                    <a:pt x="1809953" y="2919101"/>
                    <a:pt x="1789793" y="2921440"/>
                  </a:cubicBezTo>
                  <a:cubicBezTo>
                    <a:pt x="1808297" y="2913839"/>
                    <a:pt x="1827351" y="2908284"/>
                    <a:pt x="1847097" y="2904922"/>
                  </a:cubicBezTo>
                  <a:close/>
                  <a:moveTo>
                    <a:pt x="3258361" y="2825429"/>
                  </a:moveTo>
                  <a:cubicBezTo>
                    <a:pt x="3258361" y="2825429"/>
                    <a:pt x="3243683" y="2832463"/>
                    <a:pt x="3258361" y="2825429"/>
                  </a:cubicBezTo>
                  <a:close/>
                  <a:moveTo>
                    <a:pt x="3544517" y="2321740"/>
                  </a:moveTo>
                  <a:cubicBezTo>
                    <a:pt x="3556313" y="2320382"/>
                    <a:pt x="3553891" y="2324430"/>
                    <a:pt x="3553743" y="2333804"/>
                  </a:cubicBezTo>
                  <a:cubicBezTo>
                    <a:pt x="3553511" y="2346373"/>
                    <a:pt x="3554691" y="2356919"/>
                    <a:pt x="3566235" y="2364055"/>
                  </a:cubicBezTo>
                  <a:cubicBezTo>
                    <a:pt x="3586543" y="2376598"/>
                    <a:pt x="3608703" y="2380513"/>
                    <a:pt x="3608387" y="2409513"/>
                  </a:cubicBezTo>
                  <a:cubicBezTo>
                    <a:pt x="3608071" y="2436463"/>
                    <a:pt x="3593873" y="2458752"/>
                    <a:pt x="3583277" y="2482453"/>
                  </a:cubicBezTo>
                  <a:cubicBezTo>
                    <a:pt x="3578537" y="2493078"/>
                    <a:pt x="3575061" y="2504715"/>
                    <a:pt x="3581761" y="2515341"/>
                  </a:cubicBezTo>
                  <a:cubicBezTo>
                    <a:pt x="3587911" y="2525061"/>
                    <a:pt x="3599729" y="2528363"/>
                    <a:pt x="3607945" y="2519042"/>
                  </a:cubicBezTo>
                  <a:cubicBezTo>
                    <a:pt x="3594337" y="2534461"/>
                    <a:pt x="3613591" y="2512731"/>
                    <a:pt x="3607945" y="2519042"/>
                  </a:cubicBezTo>
                  <a:cubicBezTo>
                    <a:pt x="3614727" y="2511426"/>
                    <a:pt x="3622395" y="2497525"/>
                    <a:pt x="3621405" y="2486980"/>
                  </a:cubicBezTo>
                  <a:cubicBezTo>
                    <a:pt x="3636447" y="2482506"/>
                    <a:pt x="3633203" y="2510175"/>
                    <a:pt x="3631917" y="2518563"/>
                  </a:cubicBezTo>
                  <a:cubicBezTo>
                    <a:pt x="3629515" y="2534488"/>
                    <a:pt x="3621237" y="2547643"/>
                    <a:pt x="3617403" y="2562929"/>
                  </a:cubicBezTo>
                  <a:cubicBezTo>
                    <a:pt x="3613359" y="2579280"/>
                    <a:pt x="3627851" y="2590012"/>
                    <a:pt x="3640681" y="2596589"/>
                  </a:cubicBezTo>
                  <a:cubicBezTo>
                    <a:pt x="3666949" y="2610064"/>
                    <a:pt x="3687635" y="2606522"/>
                    <a:pt x="3712135" y="2592062"/>
                  </a:cubicBezTo>
                  <a:cubicBezTo>
                    <a:pt x="3732147" y="2580265"/>
                    <a:pt x="3753971" y="2567722"/>
                    <a:pt x="3774213" y="2586550"/>
                  </a:cubicBezTo>
                  <a:cubicBezTo>
                    <a:pt x="3758709" y="2596776"/>
                    <a:pt x="3748429" y="2613340"/>
                    <a:pt x="3737117" y="2627613"/>
                  </a:cubicBezTo>
                  <a:cubicBezTo>
                    <a:pt x="3724921" y="2643059"/>
                    <a:pt x="3710069" y="2656587"/>
                    <a:pt x="3694187" y="2668118"/>
                  </a:cubicBezTo>
                  <a:cubicBezTo>
                    <a:pt x="3663389" y="2690487"/>
                    <a:pt x="3627367" y="2697544"/>
                    <a:pt x="3593305" y="2713042"/>
                  </a:cubicBezTo>
                  <a:cubicBezTo>
                    <a:pt x="3587217" y="2715785"/>
                    <a:pt x="3579043" y="2718715"/>
                    <a:pt x="3577169" y="2726091"/>
                  </a:cubicBezTo>
                  <a:cubicBezTo>
                    <a:pt x="3575293" y="2733441"/>
                    <a:pt x="3578959" y="2741004"/>
                    <a:pt x="3573439" y="2747475"/>
                  </a:cubicBezTo>
                  <a:cubicBezTo>
                    <a:pt x="3563623" y="2758953"/>
                    <a:pt x="3546181" y="2766383"/>
                    <a:pt x="3534827" y="2777088"/>
                  </a:cubicBezTo>
                  <a:cubicBezTo>
                    <a:pt x="3521913" y="2789258"/>
                    <a:pt x="3509737" y="2802280"/>
                    <a:pt x="3495393" y="2812772"/>
                  </a:cubicBezTo>
                  <a:cubicBezTo>
                    <a:pt x="3478961" y="2824729"/>
                    <a:pt x="3459771" y="2833011"/>
                    <a:pt x="3442497" y="2843770"/>
                  </a:cubicBezTo>
                  <a:cubicBezTo>
                    <a:pt x="3416607" y="2859934"/>
                    <a:pt x="3390549" y="2878282"/>
                    <a:pt x="3362533" y="2890692"/>
                  </a:cubicBezTo>
                  <a:cubicBezTo>
                    <a:pt x="3351515" y="2895592"/>
                    <a:pt x="3327079" y="2889840"/>
                    <a:pt x="3322993" y="2875885"/>
                  </a:cubicBezTo>
                  <a:lnTo>
                    <a:pt x="3327533" y="2866843"/>
                  </a:lnTo>
                  <a:lnTo>
                    <a:pt x="3304353" y="2887171"/>
                  </a:lnTo>
                  <a:cubicBezTo>
                    <a:pt x="3298075" y="2893927"/>
                    <a:pt x="3293251" y="2901689"/>
                    <a:pt x="3289805" y="2913617"/>
                  </a:cubicBezTo>
                  <a:cubicBezTo>
                    <a:pt x="3287495" y="2921608"/>
                    <a:pt x="3284925" y="2923269"/>
                    <a:pt x="3278739" y="2927595"/>
                  </a:cubicBezTo>
                  <a:cubicBezTo>
                    <a:pt x="3257803" y="2942186"/>
                    <a:pt x="3236977" y="2956778"/>
                    <a:pt x="3216077" y="2971393"/>
                  </a:cubicBezTo>
                  <a:cubicBezTo>
                    <a:pt x="3173757" y="3000918"/>
                    <a:pt x="3131473" y="3030489"/>
                    <a:pt x="3089189" y="3060059"/>
                  </a:cubicBezTo>
                  <a:cubicBezTo>
                    <a:pt x="3089487" y="3059854"/>
                    <a:pt x="3099991" y="3073035"/>
                    <a:pt x="3101147" y="3074401"/>
                  </a:cubicBezTo>
                  <a:cubicBezTo>
                    <a:pt x="3105767" y="3079932"/>
                    <a:pt x="3090901" y="3086352"/>
                    <a:pt x="3087809" y="3087740"/>
                  </a:cubicBezTo>
                  <a:cubicBezTo>
                    <a:pt x="3078197" y="3092020"/>
                    <a:pt x="3068027" y="3091861"/>
                    <a:pt x="3057633" y="3092680"/>
                  </a:cubicBezTo>
                  <a:cubicBezTo>
                    <a:pt x="3042285" y="3094001"/>
                    <a:pt x="3028239" y="3098940"/>
                    <a:pt x="3013747" y="3103835"/>
                  </a:cubicBezTo>
                  <a:cubicBezTo>
                    <a:pt x="2990613" y="3111688"/>
                    <a:pt x="2961181" y="3115444"/>
                    <a:pt x="2941995" y="3131539"/>
                  </a:cubicBezTo>
                  <a:cubicBezTo>
                    <a:pt x="2919791" y="3150205"/>
                    <a:pt x="2901835" y="3173926"/>
                    <a:pt x="2879407" y="3192683"/>
                  </a:cubicBezTo>
                  <a:cubicBezTo>
                    <a:pt x="2828777" y="3234979"/>
                    <a:pt x="2772487" y="3266325"/>
                    <a:pt x="2715263" y="3298377"/>
                  </a:cubicBezTo>
                  <a:cubicBezTo>
                    <a:pt x="2689483" y="3312787"/>
                    <a:pt x="2658785" y="3317135"/>
                    <a:pt x="2629875" y="3308644"/>
                  </a:cubicBezTo>
                  <a:cubicBezTo>
                    <a:pt x="2617543" y="3305024"/>
                    <a:pt x="2606591" y="3298150"/>
                    <a:pt x="2596197" y="3290706"/>
                  </a:cubicBezTo>
                  <a:cubicBezTo>
                    <a:pt x="2594445" y="3287200"/>
                    <a:pt x="2596197" y="3278754"/>
                    <a:pt x="2596197" y="3274702"/>
                  </a:cubicBezTo>
                  <a:cubicBezTo>
                    <a:pt x="2570155" y="3279278"/>
                    <a:pt x="2549479" y="3279073"/>
                    <a:pt x="2522917" y="3277389"/>
                  </a:cubicBezTo>
                  <a:cubicBezTo>
                    <a:pt x="2523849" y="3277434"/>
                    <a:pt x="2535845" y="3256924"/>
                    <a:pt x="2540911" y="3254807"/>
                  </a:cubicBezTo>
                  <a:cubicBezTo>
                    <a:pt x="2558197" y="3247590"/>
                    <a:pt x="2565611" y="3238416"/>
                    <a:pt x="2578165" y="3225304"/>
                  </a:cubicBezTo>
                  <a:cubicBezTo>
                    <a:pt x="2592359" y="3210485"/>
                    <a:pt x="2613371" y="3202608"/>
                    <a:pt x="2630695" y="3192137"/>
                  </a:cubicBezTo>
                  <a:cubicBezTo>
                    <a:pt x="2652191" y="3179093"/>
                    <a:pt x="2673687" y="3166163"/>
                    <a:pt x="2695295" y="3153278"/>
                  </a:cubicBezTo>
                  <a:cubicBezTo>
                    <a:pt x="2712693" y="3142944"/>
                    <a:pt x="2730053" y="3132813"/>
                    <a:pt x="2746781" y="3121431"/>
                  </a:cubicBezTo>
                  <a:cubicBezTo>
                    <a:pt x="2764551" y="3109389"/>
                    <a:pt x="2786047" y="3106430"/>
                    <a:pt x="2805867" y="3099327"/>
                  </a:cubicBezTo>
                  <a:cubicBezTo>
                    <a:pt x="2852509" y="3082664"/>
                    <a:pt x="2897737" y="3060014"/>
                    <a:pt x="2943187" y="3040345"/>
                  </a:cubicBezTo>
                  <a:cubicBezTo>
                    <a:pt x="2959579" y="3033266"/>
                    <a:pt x="2975337" y="3025093"/>
                    <a:pt x="2990799" y="3016147"/>
                  </a:cubicBezTo>
                  <a:cubicBezTo>
                    <a:pt x="3003317" y="3008908"/>
                    <a:pt x="3019521" y="3005926"/>
                    <a:pt x="3031071" y="2997913"/>
                  </a:cubicBezTo>
                  <a:cubicBezTo>
                    <a:pt x="3037739" y="2993269"/>
                    <a:pt x="3044483" y="2986599"/>
                    <a:pt x="3050629" y="2982137"/>
                  </a:cubicBezTo>
                  <a:cubicBezTo>
                    <a:pt x="3064675" y="2972030"/>
                    <a:pt x="3072163" y="2954775"/>
                    <a:pt x="3084717" y="2943234"/>
                  </a:cubicBezTo>
                  <a:cubicBezTo>
                    <a:pt x="3097421" y="2931464"/>
                    <a:pt x="3114931" y="2924430"/>
                    <a:pt x="3131211" y="2919081"/>
                  </a:cubicBezTo>
                  <a:cubicBezTo>
                    <a:pt x="3147379" y="2913754"/>
                    <a:pt x="3158183" y="2902167"/>
                    <a:pt x="3171261" y="2891195"/>
                  </a:cubicBezTo>
                  <a:cubicBezTo>
                    <a:pt x="3183293" y="2881042"/>
                    <a:pt x="3184523" y="2864401"/>
                    <a:pt x="3198493" y="2855045"/>
                  </a:cubicBezTo>
                  <a:cubicBezTo>
                    <a:pt x="3216673" y="2842866"/>
                    <a:pt x="3238617" y="2834899"/>
                    <a:pt x="3258361" y="2825429"/>
                  </a:cubicBezTo>
                  <a:cubicBezTo>
                    <a:pt x="3253481" y="2845894"/>
                    <a:pt x="3248563" y="2866336"/>
                    <a:pt x="3243645" y="2886801"/>
                  </a:cubicBezTo>
                  <a:cubicBezTo>
                    <a:pt x="3259479" y="2879949"/>
                    <a:pt x="3275237" y="2873074"/>
                    <a:pt x="3291033" y="2866245"/>
                  </a:cubicBezTo>
                  <a:cubicBezTo>
                    <a:pt x="3300607" y="2862068"/>
                    <a:pt x="3305665" y="2858921"/>
                    <a:pt x="3310373" y="2858457"/>
                  </a:cubicBezTo>
                  <a:lnTo>
                    <a:pt x="3327579" y="2866751"/>
                  </a:lnTo>
                  <a:lnTo>
                    <a:pt x="3328755" y="2864408"/>
                  </a:lnTo>
                  <a:cubicBezTo>
                    <a:pt x="3341629" y="2851718"/>
                    <a:pt x="3371359" y="2836759"/>
                    <a:pt x="3377615" y="2831866"/>
                  </a:cubicBezTo>
                  <a:cubicBezTo>
                    <a:pt x="3393919" y="2819137"/>
                    <a:pt x="3422021" y="2804916"/>
                    <a:pt x="3422589" y="2780923"/>
                  </a:cubicBezTo>
                  <a:cubicBezTo>
                    <a:pt x="3423349" y="2752615"/>
                    <a:pt x="3369357" y="2740152"/>
                    <a:pt x="3374835" y="2713362"/>
                  </a:cubicBezTo>
                  <a:cubicBezTo>
                    <a:pt x="3379195" y="2692484"/>
                    <a:pt x="3419557" y="2691872"/>
                    <a:pt x="3434449" y="2683936"/>
                  </a:cubicBezTo>
                  <a:cubicBezTo>
                    <a:pt x="3459833" y="2670381"/>
                    <a:pt x="3473843" y="2649636"/>
                    <a:pt x="3493559" y="2629610"/>
                  </a:cubicBezTo>
                  <a:cubicBezTo>
                    <a:pt x="3543063" y="2579226"/>
                    <a:pt x="3545381" y="2517418"/>
                    <a:pt x="3536091" y="2451083"/>
                  </a:cubicBezTo>
                  <a:cubicBezTo>
                    <a:pt x="3532783" y="2427621"/>
                    <a:pt x="3519659" y="2391644"/>
                    <a:pt x="3536765" y="2372737"/>
                  </a:cubicBezTo>
                  <a:cubicBezTo>
                    <a:pt x="3545633" y="2362884"/>
                    <a:pt x="3538197" y="2339556"/>
                    <a:pt x="3536659" y="2327812"/>
                  </a:cubicBezTo>
                  <a:cubicBezTo>
                    <a:pt x="3535795" y="2321101"/>
                    <a:pt x="3534827" y="2322912"/>
                    <a:pt x="3544517" y="2321740"/>
                  </a:cubicBezTo>
                  <a:close/>
                  <a:moveTo>
                    <a:pt x="51097" y="1767664"/>
                  </a:moveTo>
                  <a:lnTo>
                    <a:pt x="51161" y="1767783"/>
                  </a:lnTo>
                  <a:lnTo>
                    <a:pt x="51215" y="1768012"/>
                  </a:lnTo>
                  <a:close/>
                  <a:moveTo>
                    <a:pt x="46207" y="1758477"/>
                  </a:moveTo>
                  <a:cubicBezTo>
                    <a:pt x="47451" y="1758806"/>
                    <a:pt x="48685" y="1761053"/>
                    <a:pt x="49965" y="1764319"/>
                  </a:cubicBezTo>
                  <a:lnTo>
                    <a:pt x="51097" y="1767664"/>
                  </a:lnTo>
                  <a:close/>
                  <a:moveTo>
                    <a:pt x="2635381" y="1692529"/>
                  </a:moveTo>
                  <a:cubicBezTo>
                    <a:pt x="2635755" y="1693256"/>
                    <a:pt x="2642773" y="1707426"/>
                    <a:pt x="2637905" y="1697668"/>
                  </a:cubicBezTo>
                  <a:cubicBezTo>
                    <a:pt x="2635867" y="1693539"/>
                    <a:pt x="2635255" y="1692287"/>
                    <a:pt x="2635381" y="1692529"/>
                  </a:cubicBezTo>
                  <a:close/>
                  <a:moveTo>
                    <a:pt x="155271" y="1487762"/>
                  </a:moveTo>
                  <a:lnTo>
                    <a:pt x="164959" y="1487762"/>
                  </a:lnTo>
                  <a:lnTo>
                    <a:pt x="155439" y="1490808"/>
                  </a:lnTo>
                  <a:close/>
                  <a:moveTo>
                    <a:pt x="154789" y="1479085"/>
                  </a:moveTo>
                  <a:lnTo>
                    <a:pt x="155271" y="1487762"/>
                  </a:lnTo>
                  <a:lnTo>
                    <a:pt x="154465" y="1487762"/>
                  </a:lnTo>
                  <a:cubicBezTo>
                    <a:pt x="154775" y="1479503"/>
                    <a:pt x="154749" y="1477503"/>
                    <a:pt x="154789" y="1479085"/>
                  </a:cubicBezTo>
                  <a:close/>
                  <a:moveTo>
                    <a:pt x="2175983" y="654522"/>
                  </a:moveTo>
                  <a:cubicBezTo>
                    <a:pt x="2183711" y="659111"/>
                    <a:pt x="2190391" y="682031"/>
                    <a:pt x="2198935" y="733503"/>
                  </a:cubicBezTo>
                  <a:cubicBezTo>
                    <a:pt x="2207359" y="785102"/>
                    <a:pt x="2212469" y="837286"/>
                    <a:pt x="2220891" y="888740"/>
                  </a:cubicBezTo>
                  <a:cubicBezTo>
                    <a:pt x="2230557" y="947794"/>
                    <a:pt x="2247127" y="900288"/>
                    <a:pt x="2279025" y="902919"/>
                  </a:cubicBezTo>
                  <a:cubicBezTo>
                    <a:pt x="2356765" y="908912"/>
                    <a:pt x="2306641" y="1224502"/>
                    <a:pt x="2345305" y="1274640"/>
                  </a:cubicBezTo>
                  <a:cubicBezTo>
                    <a:pt x="2365603" y="1301098"/>
                    <a:pt x="2490293" y="1326386"/>
                    <a:pt x="2473447" y="1376377"/>
                  </a:cubicBezTo>
                  <a:cubicBezTo>
                    <a:pt x="2465437" y="1399619"/>
                    <a:pt x="2519705" y="1519628"/>
                    <a:pt x="2516253" y="1523282"/>
                  </a:cubicBezTo>
                  <a:cubicBezTo>
                    <a:pt x="2518323" y="1514658"/>
                    <a:pt x="2520257" y="1506034"/>
                    <a:pt x="2522329" y="1497410"/>
                  </a:cubicBezTo>
                  <a:cubicBezTo>
                    <a:pt x="2583361" y="1495071"/>
                    <a:pt x="2557263" y="1573859"/>
                    <a:pt x="2565135" y="1605286"/>
                  </a:cubicBezTo>
                  <a:cubicBezTo>
                    <a:pt x="2575767" y="1647531"/>
                    <a:pt x="2620229" y="1661856"/>
                    <a:pt x="2637905" y="1697668"/>
                  </a:cubicBezTo>
                  <a:cubicBezTo>
                    <a:pt x="2663727" y="1749853"/>
                    <a:pt x="2667869" y="1828641"/>
                    <a:pt x="2632657" y="1878194"/>
                  </a:cubicBezTo>
                  <a:cubicBezTo>
                    <a:pt x="2620781" y="1895004"/>
                    <a:pt x="2637629" y="1959613"/>
                    <a:pt x="2635281" y="1982562"/>
                  </a:cubicBezTo>
                  <a:cubicBezTo>
                    <a:pt x="2628239" y="2048925"/>
                    <a:pt x="2537655" y="2088977"/>
                    <a:pt x="2527989" y="2155340"/>
                  </a:cubicBezTo>
                  <a:cubicBezTo>
                    <a:pt x="2520533" y="2206794"/>
                    <a:pt x="2451215" y="2276957"/>
                    <a:pt x="2408409" y="2302830"/>
                  </a:cubicBezTo>
                  <a:cubicBezTo>
                    <a:pt x="2279163" y="2381326"/>
                    <a:pt x="2195897" y="2534224"/>
                    <a:pt x="2101449" y="2647802"/>
                  </a:cubicBezTo>
                  <a:cubicBezTo>
                    <a:pt x="2058505" y="2699401"/>
                    <a:pt x="1989049" y="2683760"/>
                    <a:pt x="1929673" y="2709195"/>
                  </a:cubicBezTo>
                  <a:cubicBezTo>
                    <a:pt x="1907579" y="2718696"/>
                    <a:pt x="1821415" y="2782574"/>
                    <a:pt x="1803463" y="2780820"/>
                  </a:cubicBezTo>
                  <a:cubicBezTo>
                    <a:pt x="1764799" y="2777458"/>
                    <a:pt x="1771841" y="2717088"/>
                    <a:pt x="1768251" y="2702763"/>
                  </a:cubicBezTo>
                  <a:cubicBezTo>
                    <a:pt x="1765629" y="2692238"/>
                    <a:pt x="1656127" y="2762256"/>
                    <a:pt x="1640939" y="2759625"/>
                  </a:cubicBezTo>
                  <a:cubicBezTo>
                    <a:pt x="1601585" y="2752755"/>
                    <a:pt x="1524257" y="2721327"/>
                    <a:pt x="1490565" y="2697939"/>
                  </a:cubicBezTo>
                  <a:cubicBezTo>
                    <a:pt x="1440303" y="2662858"/>
                    <a:pt x="1508517" y="2592402"/>
                    <a:pt x="1496227" y="2546064"/>
                  </a:cubicBezTo>
                  <a:cubicBezTo>
                    <a:pt x="1488355" y="2515514"/>
                    <a:pt x="1431189" y="2525454"/>
                    <a:pt x="1429947" y="2516683"/>
                  </a:cubicBezTo>
                  <a:cubicBezTo>
                    <a:pt x="1428289" y="2505135"/>
                    <a:pt x="1510035" y="2435702"/>
                    <a:pt x="1464329" y="2415384"/>
                  </a:cubicBezTo>
                  <a:cubicBezTo>
                    <a:pt x="1470681" y="2418162"/>
                    <a:pt x="1384103" y="2495049"/>
                    <a:pt x="1352343" y="2492857"/>
                  </a:cubicBezTo>
                  <a:cubicBezTo>
                    <a:pt x="1376645" y="2457482"/>
                    <a:pt x="1414757" y="2434972"/>
                    <a:pt x="1443065" y="2394335"/>
                  </a:cubicBezTo>
                  <a:cubicBezTo>
                    <a:pt x="1465019" y="2363054"/>
                    <a:pt x="1473719" y="2329288"/>
                    <a:pt x="1490151" y="2301222"/>
                  </a:cubicBezTo>
                  <a:cubicBezTo>
                    <a:pt x="1447345" y="2374894"/>
                    <a:pt x="1345577" y="2413484"/>
                    <a:pt x="1283439" y="2469615"/>
                  </a:cubicBezTo>
                  <a:cubicBezTo>
                    <a:pt x="1281505" y="2441696"/>
                    <a:pt x="1294347" y="2363054"/>
                    <a:pt x="1272531" y="2337181"/>
                  </a:cubicBezTo>
                  <a:cubicBezTo>
                    <a:pt x="1257065" y="2318617"/>
                    <a:pt x="1263693" y="2273303"/>
                    <a:pt x="1248503" y="2266579"/>
                  </a:cubicBezTo>
                  <a:cubicBezTo>
                    <a:pt x="1163169" y="2228720"/>
                    <a:pt x="1082941" y="2209863"/>
                    <a:pt x="990701" y="2214833"/>
                  </a:cubicBezTo>
                  <a:cubicBezTo>
                    <a:pt x="874159" y="2220826"/>
                    <a:pt x="757339" y="2288213"/>
                    <a:pt x="643281" y="2308385"/>
                  </a:cubicBezTo>
                  <a:cubicBezTo>
                    <a:pt x="586115" y="2318617"/>
                    <a:pt x="580315" y="2385857"/>
                    <a:pt x="517625" y="2388196"/>
                  </a:cubicBezTo>
                  <a:cubicBezTo>
                    <a:pt x="464187" y="2390388"/>
                    <a:pt x="410197" y="2381910"/>
                    <a:pt x="356619" y="2384249"/>
                  </a:cubicBezTo>
                  <a:cubicBezTo>
                    <a:pt x="270041" y="2387904"/>
                    <a:pt x="198375" y="2467568"/>
                    <a:pt x="105997" y="2477508"/>
                  </a:cubicBezTo>
                  <a:cubicBezTo>
                    <a:pt x="70647" y="2481309"/>
                    <a:pt x="-10131" y="2416700"/>
                    <a:pt x="1053" y="2379279"/>
                  </a:cubicBezTo>
                  <a:cubicBezTo>
                    <a:pt x="7819" y="2357061"/>
                    <a:pt x="46207" y="2365100"/>
                    <a:pt x="63329" y="2331626"/>
                  </a:cubicBezTo>
                  <a:cubicBezTo>
                    <a:pt x="99783" y="2261024"/>
                    <a:pt x="103235" y="2214248"/>
                    <a:pt x="88461" y="2139992"/>
                  </a:cubicBezTo>
                  <a:cubicBezTo>
                    <a:pt x="77553" y="2085907"/>
                    <a:pt x="107241" y="2038839"/>
                    <a:pt x="88461" y="1983001"/>
                  </a:cubicBezTo>
                  <a:cubicBezTo>
                    <a:pt x="80591" y="1959869"/>
                    <a:pt x="67749" y="1846949"/>
                    <a:pt x="56577" y="1790578"/>
                  </a:cubicBezTo>
                  <a:lnTo>
                    <a:pt x="51215" y="1768012"/>
                  </a:lnTo>
                  <a:lnTo>
                    <a:pt x="54009" y="1776274"/>
                  </a:lnTo>
                  <a:cubicBezTo>
                    <a:pt x="56875" y="1785081"/>
                    <a:pt x="60155" y="1794363"/>
                    <a:pt x="64297" y="1796921"/>
                  </a:cubicBezTo>
                  <a:cubicBezTo>
                    <a:pt x="75895" y="1804083"/>
                    <a:pt x="71063" y="1763154"/>
                    <a:pt x="70925" y="1763739"/>
                  </a:cubicBezTo>
                  <a:cubicBezTo>
                    <a:pt x="74099" y="1748245"/>
                    <a:pt x="96607" y="1832441"/>
                    <a:pt x="113315" y="1812415"/>
                  </a:cubicBezTo>
                  <a:cubicBezTo>
                    <a:pt x="159573" y="1756723"/>
                    <a:pt x="49935" y="1680566"/>
                    <a:pt x="118287" y="1609672"/>
                  </a:cubicBezTo>
                  <a:cubicBezTo>
                    <a:pt x="137619" y="1589591"/>
                    <a:pt x="125975" y="1511314"/>
                    <a:pt x="151531" y="1492059"/>
                  </a:cubicBezTo>
                  <a:lnTo>
                    <a:pt x="155439" y="1490808"/>
                  </a:lnTo>
                  <a:lnTo>
                    <a:pt x="155501" y="1491910"/>
                  </a:lnTo>
                  <a:cubicBezTo>
                    <a:pt x="156639" y="1504061"/>
                    <a:pt x="159643" y="1519848"/>
                    <a:pt x="167721" y="1517874"/>
                  </a:cubicBezTo>
                  <a:cubicBezTo>
                    <a:pt x="209285" y="1507350"/>
                    <a:pt x="286473" y="1425346"/>
                    <a:pt x="324585" y="1397865"/>
                  </a:cubicBezTo>
                  <a:cubicBezTo>
                    <a:pt x="360901" y="1371846"/>
                    <a:pt x="401083" y="1392603"/>
                    <a:pt x="443613" y="1371700"/>
                  </a:cubicBezTo>
                  <a:cubicBezTo>
                    <a:pt x="457973" y="1364683"/>
                    <a:pt x="511689" y="1333841"/>
                    <a:pt x="527567" y="1335010"/>
                  </a:cubicBezTo>
                  <a:cubicBezTo>
                    <a:pt x="645215" y="1343342"/>
                    <a:pt x="648391" y="1289842"/>
                    <a:pt x="711771" y="1230642"/>
                  </a:cubicBezTo>
                  <a:cubicBezTo>
                    <a:pt x="719229" y="1223625"/>
                    <a:pt x="811053" y="1058010"/>
                    <a:pt x="816715" y="1069265"/>
                  </a:cubicBezTo>
                  <a:cubicBezTo>
                    <a:pt x="826519" y="1094407"/>
                    <a:pt x="836047" y="1119257"/>
                    <a:pt x="847233" y="1143814"/>
                  </a:cubicBezTo>
                  <a:cubicBezTo>
                    <a:pt x="850685" y="1129781"/>
                    <a:pt x="853999" y="1115602"/>
                    <a:pt x="857313" y="1101423"/>
                  </a:cubicBezTo>
                  <a:cubicBezTo>
                    <a:pt x="875815" y="1139283"/>
                    <a:pt x="819891" y="1034476"/>
                    <a:pt x="887967" y="1053771"/>
                  </a:cubicBezTo>
                  <a:cubicBezTo>
                    <a:pt x="933535" y="1066634"/>
                    <a:pt x="907299" y="1000856"/>
                    <a:pt x="945547" y="980391"/>
                  </a:cubicBezTo>
                  <a:cubicBezTo>
                    <a:pt x="994429" y="954226"/>
                    <a:pt x="1178081" y="765076"/>
                    <a:pt x="1182913" y="954372"/>
                  </a:cubicBezTo>
                  <a:cubicBezTo>
                    <a:pt x="1182913" y="934785"/>
                    <a:pt x="1294071" y="958611"/>
                    <a:pt x="1286201" y="935223"/>
                  </a:cubicBezTo>
                  <a:cubicBezTo>
                    <a:pt x="1267559" y="879238"/>
                    <a:pt x="1334531" y="796504"/>
                    <a:pt x="1387417" y="761422"/>
                  </a:cubicBezTo>
                  <a:cubicBezTo>
                    <a:pt x="1442373" y="725171"/>
                    <a:pt x="1558641" y="765222"/>
                    <a:pt x="1461291" y="686435"/>
                  </a:cubicBezTo>
                  <a:cubicBezTo>
                    <a:pt x="1447897" y="675618"/>
                    <a:pt x="1492499" y="660123"/>
                    <a:pt x="1510173" y="677956"/>
                  </a:cubicBezTo>
                  <a:cubicBezTo>
                    <a:pt x="1530747" y="698275"/>
                    <a:pt x="1554637" y="713769"/>
                    <a:pt x="1581977" y="724440"/>
                  </a:cubicBezTo>
                  <a:cubicBezTo>
                    <a:pt x="1589019" y="727802"/>
                    <a:pt x="1667175" y="756598"/>
                    <a:pt x="1673389" y="755283"/>
                  </a:cubicBezTo>
                  <a:cubicBezTo>
                    <a:pt x="1713709" y="746074"/>
                    <a:pt x="1745191" y="705437"/>
                    <a:pt x="1780403" y="751628"/>
                  </a:cubicBezTo>
                  <a:cubicBezTo>
                    <a:pt x="1800839" y="778671"/>
                    <a:pt x="1709429" y="826908"/>
                    <a:pt x="1709429" y="861990"/>
                  </a:cubicBezTo>
                  <a:cubicBezTo>
                    <a:pt x="1709429" y="933469"/>
                    <a:pt x="1644529" y="929815"/>
                    <a:pt x="1706391" y="1000417"/>
                  </a:cubicBezTo>
                  <a:cubicBezTo>
                    <a:pt x="1725445" y="1022197"/>
                    <a:pt x="1806087" y="1073650"/>
                    <a:pt x="1832599" y="1086806"/>
                  </a:cubicBezTo>
                  <a:cubicBezTo>
                    <a:pt x="1886037" y="1113410"/>
                    <a:pt x="1911997" y="1188105"/>
                    <a:pt x="1985043" y="1152731"/>
                  </a:cubicBezTo>
                  <a:cubicBezTo>
                    <a:pt x="2063061" y="1115018"/>
                    <a:pt x="2069137" y="950425"/>
                    <a:pt x="2076041" y="878946"/>
                  </a:cubicBezTo>
                  <a:cubicBezTo>
                    <a:pt x="2079355" y="844157"/>
                    <a:pt x="2096615" y="764053"/>
                    <a:pt x="2115119" y="737011"/>
                  </a:cubicBezTo>
                  <a:cubicBezTo>
                    <a:pt x="2147311" y="690144"/>
                    <a:pt x="2163103" y="646874"/>
                    <a:pt x="2175983" y="654522"/>
                  </a:cubicBezTo>
                  <a:close/>
                  <a:moveTo>
                    <a:pt x="2676983" y="280947"/>
                  </a:moveTo>
                  <a:cubicBezTo>
                    <a:pt x="2665797" y="276562"/>
                    <a:pt x="2711917" y="294541"/>
                    <a:pt x="2676983" y="280947"/>
                  </a:cubicBezTo>
                  <a:close/>
                  <a:moveTo>
                    <a:pt x="2745057" y="27919"/>
                  </a:moveTo>
                  <a:cubicBezTo>
                    <a:pt x="2788139" y="47507"/>
                    <a:pt x="2972481" y="139158"/>
                    <a:pt x="2897227" y="205813"/>
                  </a:cubicBezTo>
                  <a:cubicBezTo>
                    <a:pt x="2887699" y="196020"/>
                    <a:pt x="2883417" y="183595"/>
                    <a:pt x="2884523" y="168539"/>
                  </a:cubicBezTo>
                  <a:cubicBezTo>
                    <a:pt x="2886869" y="246158"/>
                    <a:pt x="2736083" y="303896"/>
                    <a:pt x="2676983" y="280947"/>
                  </a:cubicBezTo>
                  <a:cubicBezTo>
                    <a:pt x="2665797" y="276562"/>
                    <a:pt x="2600621" y="253905"/>
                    <a:pt x="2605179" y="241041"/>
                  </a:cubicBezTo>
                  <a:cubicBezTo>
                    <a:pt x="2692309" y="233148"/>
                    <a:pt x="2737877" y="231540"/>
                    <a:pt x="2813547" y="198505"/>
                  </a:cubicBezTo>
                  <a:cubicBezTo>
                    <a:pt x="2826527" y="192804"/>
                    <a:pt x="2832465" y="85950"/>
                    <a:pt x="2879827" y="154506"/>
                  </a:cubicBezTo>
                  <a:cubicBezTo>
                    <a:pt x="2854697" y="87851"/>
                    <a:pt x="2770465" y="88289"/>
                    <a:pt x="2745057" y="27919"/>
                  </a:cubicBezTo>
                  <a:close/>
                  <a:moveTo>
                    <a:pt x="2107663" y="0"/>
                  </a:moveTo>
                  <a:cubicBezTo>
                    <a:pt x="2148811" y="4970"/>
                    <a:pt x="2364637" y="75134"/>
                    <a:pt x="2373059" y="113285"/>
                  </a:cubicBezTo>
                  <a:cubicBezTo>
                    <a:pt x="2407995" y="103638"/>
                    <a:pt x="2469305" y="184472"/>
                    <a:pt x="2451353" y="216484"/>
                  </a:cubicBezTo>
                  <a:cubicBezTo>
                    <a:pt x="2508105" y="210783"/>
                    <a:pt x="2595375" y="276708"/>
                    <a:pt x="2580323" y="337078"/>
                  </a:cubicBezTo>
                  <a:cubicBezTo>
                    <a:pt x="2560301" y="340001"/>
                    <a:pt x="2539727" y="336639"/>
                    <a:pt x="2520119" y="340001"/>
                  </a:cubicBezTo>
                  <a:cubicBezTo>
                    <a:pt x="2527713" y="361343"/>
                    <a:pt x="2605317" y="481498"/>
                    <a:pt x="2613601" y="483545"/>
                  </a:cubicBezTo>
                  <a:cubicBezTo>
                    <a:pt x="2639009" y="480621"/>
                    <a:pt x="2663865" y="493192"/>
                    <a:pt x="2650609" y="524620"/>
                  </a:cubicBezTo>
                  <a:cubicBezTo>
                    <a:pt x="2688995" y="525204"/>
                    <a:pt x="2787173" y="640244"/>
                    <a:pt x="2705981" y="640244"/>
                  </a:cubicBezTo>
                  <a:cubicBezTo>
                    <a:pt x="2632381" y="640244"/>
                    <a:pt x="2503963" y="576804"/>
                    <a:pt x="2468889" y="522135"/>
                  </a:cubicBezTo>
                  <a:cubicBezTo>
                    <a:pt x="2403023" y="439692"/>
                    <a:pt x="2362013" y="379468"/>
                    <a:pt x="2253755" y="455041"/>
                  </a:cubicBezTo>
                  <a:cubicBezTo>
                    <a:pt x="2298909" y="545522"/>
                    <a:pt x="2126993" y="541137"/>
                    <a:pt x="2078389" y="510879"/>
                  </a:cubicBezTo>
                  <a:cubicBezTo>
                    <a:pt x="2089849" y="463519"/>
                    <a:pt x="2112495" y="359296"/>
                    <a:pt x="2072451" y="324799"/>
                  </a:cubicBezTo>
                  <a:cubicBezTo>
                    <a:pt x="2126855" y="245719"/>
                    <a:pt x="2101725" y="94429"/>
                    <a:pt x="2107663" y="0"/>
                  </a:cubicBezTo>
                  <a:close/>
                </a:path>
              </a:pathLst>
            </a:custGeom>
            <a:solidFill>
              <a:schemeClr val="bg1">
                <a:lumMod val="85000"/>
              </a:schemeClr>
            </a:solidFill>
            <a:ln w="12700" cap="flat">
              <a:noFill/>
              <a:miter lim="400000"/>
            </a:ln>
            <a:effectLst/>
          </p:spPr>
          <p:txBody>
            <a:bodyPr wrap="square" lIns="35719" tIns="35719" rIns="35719" bIns="35719" numCol="1" anchor="ctr">
              <a:noAutofit/>
            </a:bodyPr>
            <a:lstStyle/>
            <a:p>
              <a:pPr marL="0" marR="0" lvl="0" indent="0" algn="l" defTabSz="410780" rtl="0" eaLnBrk="1" fontAlgn="auto" latinLnBrk="0" hangingPunct="1">
                <a:lnSpc>
                  <a:spcPct val="100000"/>
                </a:lnSpc>
                <a:spcBef>
                  <a:spcPts val="703"/>
                </a:spcBef>
                <a:spcAft>
                  <a:spcPts val="0"/>
                </a:spcAft>
                <a:buClrTx/>
                <a:buSzTx/>
                <a:buFontTx/>
                <a:buNone/>
                <a:tabLst/>
                <a:defRPr sz="2000">
                  <a:solidFill>
                    <a:srgbClr val="FFFFFF"/>
                  </a:solidFill>
                  <a:latin typeface="Avenir Light"/>
                  <a:ea typeface="Avenir Light"/>
                  <a:cs typeface="Avenir Light"/>
                  <a:sym typeface="Avenir Light"/>
                </a:defRPr>
              </a:pPr>
              <a:endParaRPr kumimoji="0" sz="1407" b="0" i="0" u="none" strike="noStrike" kern="1200" cap="none" spc="0" normalizeH="0" baseline="0" noProof="0">
                <a:ln>
                  <a:noFill/>
                </a:ln>
                <a:solidFill>
                  <a:srgbClr val="FFFFFF"/>
                </a:solidFill>
                <a:effectLst/>
                <a:uLnTx/>
                <a:uFillTx/>
                <a:latin typeface="Lato Light" panose="020F0502020204030203" pitchFamily="34" charset="0"/>
                <a:ea typeface="Lato Light" panose="020F0502020204030203" pitchFamily="34" charset="0"/>
                <a:cs typeface="Lato Light" panose="020F0502020204030203" pitchFamily="34" charset="0"/>
                <a:sym typeface="Avenir Light"/>
              </a:endParaRPr>
            </a:p>
          </p:txBody>
        </p:sp>
      </p:grpSp>
      <p:cxnSp>
        <p:nvCxnSpPr>
          <p:cNvPr id="14" name="Straight Connector 13">
            <a:extLst>
              <a:ext uri="{FF2B5EF4-FFF2-40B4-BE49-F238E27FC236}">
                <a16:creationId xmlns:a16="http://schemas.microsoft.com/office/drawing/2014/main" id="{D66085FD-B510-1D7E-FF40-A1275D1B07E9}"/>
              </a:ext>
            </a:extLst>
          </p:cNvPr>
          <p:cNvCxnSpPr>
            <a:cxnSpLocks/>
          </p:cNvCxnSpPr>
          <p:nvPr/>
        </p:nvCxnSpPr>
        <p:spPr>
          <a:xfrm flipV="1">
            <a:off x="7538261" y="1936570"/>
            <a:ext cx="909923" cy="615024"/>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15" name="Shape 2846">
            <a:extLst>
              <a:ext uri="{FF2B5EF4-FFF2-40B4-BE49-F238E27FC236}">
                <a16:creationId xmlns:a16="http://schemas.microsoft.com/office/drawing/2014/main" id="{06C694C4-36F8-3E6C-3A67-E443C111E632}"/>
              </a:ext>
            </a:extLst>
          </p:cNvPr>
          <p:cNvSpPr/>
          <p:nvPr/>
        </p:nvSpPr>
        <p:spPr>
          <a:xfrm>
            <a:off x="5133174" y="1997530"/>
            <a:ext cx="898311" cy="887370"/>
          </a:xfrm>
          <a:prstGeom prst="wedgeEllipseCallout">
            <a:avLst>
              <a:gd name="adj1" fmla="val -59270"/>
              <a:gd name="adj2" fmla="val 1324"/>
            </a:avLst>
          </a:prstGeom>
          <a:solidFill>
            <a:schemeClr val="accent2"/>
          </a:solidFill>
          <a:ln w="1270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marL="0" marR="0" lvl="0" indent="0" algn="ctr" defTabSz="292100" rtl="0" eaLnBrk="1" fontAlgn="auto" latinLnBrk="0" hangingPunct="1">
              <a:lnSpc>
                <a:spcPct val="100000"/>
              </a:lnSpc>
              <a:spcBef>
                <a:spcPts val="0"/>
              </a:spcBef>
              <a:spcAft>
                <a:spcPts val="0"/>
              </a:spcAft>
              <a:buClrTx/>
              <a:buSzTx/>
              <a:buFontTx/>
              <a:buNone/>
              <a:tabLst/>
              <a:defRPr/>
            </a:pPr>
            <a:endParaRPr kumimoji="0" sz="1200" b="1"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Montserrat" pitchFamily="2" charset="77"/>
              <a:ea typeface="Lato Light" panose="020F0502020204030203" pitchFamily="34" charset="0"/>
              <a:cs typeface="Lato Light" panose="020F0502020204030203" pitchFamily="34" charset="0"/>
              <a:sym typeface="Helvetica Neue"/>
            </a:endParaRPr>
          </a:p>
        </p:txBody>
      </p:sp>
      <p:sp>
        <p:nvSpPr>
          <p:cNvPr id="16" name="TextBox 15">
            <a:extLst>
              <a:ext uri="{FF2B5EF4-FFF2-40B4-BE49-F238E27FC236}">
                <a16:creationId xmlns:a16="http://schemas.microsoft.com/office/drawing/2014/main" id="{37AF6619-3009-83FF-5AD5-501FF2B77D95}"/>
              </a:ext>
            </a:extLst>
          </p:cNvPr>
          <p:cNvSpPr txBox="1"/>
          <p:nvPr/>
        </p:nvSpPr>
        <p:spPr>
          <a:xfrm>
            <a:off x="5125728" y="2184651"/>
            <a:ext cx="837060" cy="1092607"/>
          </a:xfrm>
          <a:prstGeom prst="rect">
            <a:avLst/>
          </a:prstGeom>
          <a:noFill/>
        </p:spPr>
        <p:txBody>
          <a:bodyPr wrap="square" lIns="91440" tIns="45720" rIns="91440" bIns="45720" rtlCol="0" anchor="t">
            <a:spAutoFit/>
          </a:bodyPr>
          <a:lstStyle/>
          <a:p>
            <a:pPr algn="ctr">
              <a:defRPr/>
            </a:pPr>
            <a:r>
              <a:rPr lang="en-US" sz="1200" b="1">
                <a:solidFill>
                  <a:srgbClr val="FFFFFF"/>
                </a:solidFill>
                <a:effectLst>
                  <a:outerShdw blurRad="38100" dist="38100" dir="2700000" algn="tl">
                    <a:srgbClr val="000000">
                      <a:alpha val="43137"/>
                    </a:srgbClr>
                  </a:outerShdw>
                </a:effectLst>
                <a:latin typeface="Montserrat"/>
                <a:ea typeface="Lato Light"/>
                <a:cs typeface="Lato Light"/>
              </a:rPr>
              <a:t>Market Name</a:t>
            </a:r>
            <a:endParaRPr lang="en-US" sz="1200" b="1">
              <a:solidFill>
                <a:srgbClr val="FFFFFF"/>
              </a:solidFill>
              <a:effectLst>
                <a:outerShdw blurRad="38100" dist="38100" dir="2700000" algn="tl">
                  <a:srgbClr val="000000">
                    <a:alpha val="43137"/>
                  </a:srgbClr>
                </a:outerShdw>
              </a:effectLst>
              <a:latin typeface="Montserrat" pitchFamily="2" charset="77"/>
              <a:ea typeface="Lato Light" panose="020F0502020204030203" pitchFamily="34" charset="0"/>
              <a:cs typeface="Lato Light" panose="020F0502020204030203" pitchFamily="34" charset="0"/>
            </a:endParaRPr>
          </a:p>
          <a:p>
            <a:pPr marL="0" marR="0" lvl="0" indent="0" algn="ctr" defTabSz="914400">
              <a:lnSpc>
                <a:spcPct val="100000"/>
              </a:lnSpc>
              <a:spcBef>
                <a:spcPts val="0"/>
              </a:spcBef>
              <a:spcAft>
                <a:spcPts val="0"/>
              </a:spcAft>
              <a:buClrTx/>
              <a:buSzTx/>
              <a:buFontTx/>
              <a:buNone/>
              <a:tabLst/>
              <a:defRPr/>
            </a:pPr>
            <a:endParaRPr lang="en-US" sz="1300" b="1" i="0" u="none" strike="noStrike" kern="1200" spc="0" normalizeH="0" baseline="0" noProof="0">
              <a:ln>
                <a:noFill/>
              </a:ln>
              <a:solidFill>
                <a:srgbClr val="FFFFFF"/>
              </a:solidFill>
              <a:effectLst>
                <a:outerShdw blurRad="38100" dist="38100" dir="2700000" algn="tl">
                  <a:srgbClr val="000000">
                    <a:alpha val="43137"/>
                  </a:srgbClr>
                </a:outerShdw>
              </a:effectLst>
              <a:uLnTx/>
              <a:uFillTx/>
              <a:latin typeface="Montserrat" pitchFamily="2" charset="77"/>
              <a:ea typeface="Lato Light" panose="020F0502020204030203" pitchFamily="34" charset="0"/>
              <a:cs typeface="Lato Light" panose="020F0502020204030203" pitchFamily="34" charset="0"/>
            </a:endParaRPr>
          </a:p>
          <a:p>
            <a:pPr algn="ctr">
              <a:defRPr/>
            </a:pPr>
            <a:endParaRPr lang="en-US" sz="1300" b="1">
              <a:solidFill>
                <a:srgbClr val="FFFFFF"/>
              </a:solidFill>
              <a:effectLst>
                <a:outerShdw blurRad="38100" dist="38100" dir="2700000" algn="tl">
                  <a:srgbClr val="000000">
                    <a:alpha val="43137"/>
                  </a:srgbClr>
                </a:outerShdw>
              </a:effectLst>
              <a:latin typeface="Montserrat" pitchFamily="2" charset="77"/>
              <a:ea typeface="Lato Light" panose="020F0502020204030203" pitchFamily="34" charset="0"/>
              <a:cs typeface="Lato Light" panose="020F0502020204030203" pitchFamily="34" charset="0"/>
            </a:endParaRPr>
          </a:p>
          <a:p>
            <a:pPr algn="ctr">
              <a:defRPr/>
            </a:pPr>
            <a:endParaRPr lang="en-US" sz="1300" b="1">
              <a:solidFill>
                <a:srgbClr val="FFFFFF"/>
              </a:solidFill>
              <a:effectLst>
                <a:outerShdw blurRad="38100" dist="38100" dir="2700000" algn="tl">
                  <a:srgbClr val="000000">
                    <a:alpha val="43137"/>
                  </a:srgbClr>
                </a:outerShdw>
              </a:effectLst>
              <a:latin typeface="Montserrat" pitchFamily="2" charset="77"/>
              <a:ea typeface="Lato Light" panose="020F0502020204030203" pitchFamily="34" charset="0"/>
              <a:cs typeface="Lato Light" panose="020F0502020204030203" pitchFamily="34" charset="0"/>
            </a:endParaRPr>
          </a:p>
        </p:txBody>
      </p:sp>
      <p:cxnSp>
        <p:nvCxnSpPr>
          <p:cNvPr id="17" name="Straight Connector 16">
            <a:extLst>
              <a:ext uri="{FF2B5EF4-FFF2-40B4-BE49-F238E27FC236}">
                <a16:creationId xmlns:a16="http://schemas.microsoft.com/office/drawing/2014/main" id="{9F275BDD-05E5-2B12-24C4-23295262D6F1}"/>
              </a:ext>
            </a:extLst>
          </p:cNvPr>
          <p:cNvCxnSpPr>
            <a:cxnSpLocks/>
          </p:cNvCxnSpPr>
          <p:nvPr/>
        </p:nvCxnSpPr>
        <p:spPr>
          <a:xfrm flipH="1">
            <a:off x="5739781" y="2789181"/>
            <a:ext cx="1478675" cy="2473057"/>
          </a:xfrm>
          <a:prstGeom prst="line">
            <a:avLst/>
          </a:prstGeom>
          <a:ln w="22225"/>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CF58A42B-D5F3-161E-3FF3-CA689489F607}"/>
              </a:ext>
            </a:extLst>
          </p:cNvPr>
          <p:cNvGrpSpPr/>
          <p:nvPr/>
        </p:nvGrpSpPr>
        <p:grpSpPr>
          <a:xfrm>
            <a:off x="4612088" y="5048448"/>
            <a:ext cx="1868941" cy="1299334"/>
            <a:chOff x="132665" y="2196543"/>
            <a:chExt cx="2098259" cy="1387327"/>
          </a:xfrm>
        </p:grpSpPr>
        <p:sp>
          <p:nvSpPr>
            <p:cNvPr id="24" name="Rounded Rectangle 42">
              <a:extLst>
                <a:ext uri="{FF2B5EF4-FFF2-40B4-BE49-F238E27FC236}">
                  <a16:creationId xmlns:a16="http://schemas.microsoft.com/office/drawing/2014/main" id="{75A7B669-10A6-8C1A-198E-EB55F4616064}"/>
                </a:ext>
              </a:extLst>
            </p:cNvPr>
            <p:cNvSpPr/>
            <p:nvPr/>
          </p:nvSpPr>
          <p:spPr>
            <a:xfrm>
              <a:off x="140677" y="2196543"/>
              <a:ext cx="2090247" cy="1387327"/>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TextBox 24">
              <a:extLst>
                <a:ext uri="{FF2B5EF4-FFF2-40B4-BE49-F238E27FC236}">
                  <a16:creationId xmlns:a16="http://schemas.microsoft.com/office/drawing/2014/main" id="{9A20549F-F5E3-A98E-93EB-21E9BDBC0A55}"/>
                </a:ext>
              </a:extLst>
            </p:cNvPr>
            <p:cNvSpPr txBox="1"/>
            <p:nvPr/>
          </p:nvSpPr>
          <p:spPr>
            <a:xfrm>
              <a:off x="293061" y="2889806"/>
              <a:ext cx="1790082" cy="427206"/>
            </a:xfrm>
            <a:prstGeom prst="rect">
              <a:avLst/>
            </a:prstGeom>
            <a:noFill/>
          </p:spPr>
          <p:txBody>
            <a:bodyPr wrap="square" lIns="91440" tIns="45720" rIns="91440" bIns="45720" rtlCol="0" anchor="t">
              <a:spAutoFit/>
            </a:bodyPr>
            <a:lstStyle/>
            <a:p>
              <a:pPr algn="ctr">
                <a:defRPr/>
              </a:pPr>
              <a:r>
                <a:rPr lang="en-US" sz="1000">
                  <a:latin typeface="Montserrat"/>
                </a:rPr>
                <a:t>Listing of markets in </a:t>
              </a:r>
              <a:endParaRPr lang="en-US">
                <a:latin typeface="Arial" panose="020B0604020202020204"/>
                <a:cs typeface="Arial" panose="020B0604020202020204"/>
              </a:endParaRPr>
            </a:p>
            <a:p>
              <a:pPr algn="ctr">
                <a:defRPr/>
              </a:pPr>
              <a:r>
                <a:rPr lang="en-US" sz="1000">
                  <a:latin typeface="Montserrat"/>
                </a:rPr>
                <a:t>cluster</a:t>
              </a:r>
              <a:endParaRPr lang="en-US">
                <a:cs typeface="Arial" panose="020B0604020202020204"/>
              </a:endParaRPr>
            </a:p>
          </p:txBody>
        </p:sp>
        <p:sp>
          <p:nvSpPr>
            <p:cNvPr id="26" name="TextBox 25">
              <a:extLst>
                <a:ext uri="{FF2B5EF4-FFF2-40B4-BE49-F238E27FC236}">
                  <a16:creationId xmlns:a16="http://schemas.microsoft.com/office/drawing/2014/main" id="{A627012F-B71E-466C-FA6D-15AFF58BC9DF}"/>
                </a:ext>
              </a:extLst>
            </p:cNvPr>
            <p:cNvSpPr txBox="1"/>
            <p:nvPr/>
          </p:nvSpPr>
          <p:spPr>
            <a:xfrm>
              <a:off x="132665" y="2346451"/>
              <a:ext cx="2090247" cy="558653"/>
            </a:xfrm>
            <a:prstGeom prst="rect">
              <a:avLst/>
            </a:prstGeom>
            <a:noFill/>
          </p:spPr>
          <p:txBody>
            <a:bodyPr wrap="square" lIns="91440" tIns="45720" rIns="91440" bIns="45720" rtlCol="0" anchor="t">
              <a:spAutoFit/>
            </a:bodyPr>
            <a:lstStyle/>
            <a:p>
              <a:pPr algn="ctr">
                <a:defRPr/>
              </a:pPr>
              <a:r>
                <a:rPr lang="en-US" sz="1400" b="1">
                  <a:solidFill>
                    <a:srgbClr val="E20177"/>
                  </a:solidFill>
                  <a:latin typeface="Montserrat"/>
                </a:rPr>
                <a:t>Cluster Name</a:t>
              </a:r>
              <a:endParaRPr kumimoji="0" lang="en-US" sz="1400" b="1" i="0" u="none" strike="noStrike" kern="1200" cap="none" spc="0" normalizeH="0" baseline="0" noProof="0">
                <a:ln>
                  <a:noFill/>
                </a:ln>
                <a:solidFill>
                  <a:srgbClr val="E20177"/>
                </a:solidFill>
                <a:effectLst/>
                <a:uLnTx/>
                <a:uFillTx/>
                <a:latin typeface="Montserra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B4198"/>
                </a:solidFill>
                <a:effectLst/>
                <a:uLnTx/>
                <a:uFillTx/>
                <a:latin typeface="Arial" panose="020B0604020202020204"/>
                <a:ea typeface="+mn-ea"/>
                <a:cs typeface="+mn-cs"/>
              </a:endParaRPr>
            </a:p>
          </p:txBody>
        </p:sp>
      </p:grpSp>
      <p:cxnSp>
        <p:nvCxnSpPr>
          <p:cNvPr id="28" name="Straight Connector 27">
            <a:extLst>
              <a:ext uri="{FF2B5EF4-FFF2-40B4-BE49-F238E27FC236}">
                <a16:creationId xmlns:a16="http://schemas.microsoft.com/office/drawing/2014/main" id="{6E4DCDC7-23EF-B6DE-7504-38599FB8C2F7}"/>
              </a:ext>
            </a:extLst>
          </p:cNvPr>
          <p:cNvCxnSpPr>
            <a:cxnSpLocks/>
            <a:stCxn id="70" idx="4"/>
          </p:cNvCxnSpPr>
          <p:nvPr/>
        </p:nvCxnSpPr>
        <p:spPr>
          <a:xfrm flipH="1">
            <a:off x="7547447" y="2907931"/>
            <a:ext cx="229472" cy="1530727"/>
          </a:xfrm>
          <a:prstGeom prst="line">
            <a:avLst/>
          </a:prstGeom>
          <a:ln w="22225"/>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F78F96A8-D836-1914-A090-A123A022C70D}"/>
              </a:ext>
            </a:extLst>
          </p:cNvPr>
          <p:cNvGrpSpPr/>
          <p:nvPr/>
        </p:nvGrpSpPr>
        <p:grpSpPr>
          <a:xfrm>
            <a:off x="7487081" y="292372"/>
            <a:ext cx="2011477" cy="1675434"/>
            <a:chOff x="65163" y="324733"/>
            <a:chExt cx="2091045" cy="2115542"/>
          </a:xfrm>
        </p:grpSpPr>
        <p:sp>
          <p:nvSpPr>
            <p:cNvPr id="31" name="Rounded Rectangle 44">
              <a:extLst>
                <a:ext uri="{FF2B5EF4-FFF2-40B4-BE49-F238E27FC236}">
                  <a16:creationId xmlns:a16="http://schemas.microsoft.com/office/drawing/2014/main" id="{6BC4B0FB-B90C-0162-104F-36A11708DC91}"/>
                </a:ext>
              </a:extLst>
            </p:cNvPr>
            <p:cNvSpPr/>
            <p:nvPr/>
          </p:nvSpPr>
          <p:spPr>
            <a:xfrm>
              <a:off x="65961" y="324733"/>
              <a:ext cx="2090247" cy="2115542"/>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TextBox 37">
              <a:extLst>
                <a:ext uri="{FF2B5EF4-FFF2-40B4-BE49-F238E27FC236}">
                  <a16:creationId xmlns:a16="http://schemas.microsoft.com/office/drawing/2014/main" id="{7463FFDD-B799-1277-67BE-D9D00F9A86D7}"/>
                </a:ext>
              </a:extLst>
            </p:cNvPr>
            <p:cNvSpPr txBox="1"/>
            <p:nvPr/>
          </p:nvSpPr>
          <p:spPr>
            <a:xfrm>
              <a:off x="396863" y="1017467"/>
              <a:ext cx="1428449" cy="893836"/>
            </a:xfrm>
            <a:prstGeom prst="rect">
              <a:avLst/>
            </a:prstGeom>
            <a:noFill/>
          </p:spPr>
          <p:txBody>
            <a:bodyPr wrap="none" lIns="91440" tIns="45720" rIns="91440" bIns="45720" rtlCol="0" anchor="t">
              <a:spAutoFit/>
            </a:bodyPr>
            <a:lstStyle/>
            <a:p>
              <a:pPr algn="ctr">
                <a:defRPr/>
              </a:pPr>
              <a:r>
                <a:rPr lang="en-US" sz="1000">
                  <a:solidFill>
                    <a:srgbClr val="171717"/>
                  </a:solidFill>
                  <a:latin typeface="Montserrat"/>
                </a:rPr>
                <a:t>Listing of markets </a:t>
              </a:r>
              <a:endParaRPr lang="en-US">
                <a:solidFill>
                  <a:srgbClr val="171717"/>
                </a:solidFill>
                <a:latin typeface="Arial" panose="020B0604020202020204"/>
                <a:cs typeface="Arial"/>
              </a:endParaRPr>
            </a:p>
            <a:p>
              <a:pPr algn="ctr">
                <a:defRPr/>
              </a:pPr>
              <a:r>
                <a:rPr lang="en-US" sz="1000">
                  <a:solidFill>
                    <a:srgbClr val="171717"/>
                  </a:solidFill>
                  <a:latin typeface="Montserrat"/>
                </a:rPr>
                <a:t>in cluster</a:t>
              </a:r>
              <a:endParaRPr lang="en-US">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71717"/>
                  </a:solidFill>
                  <a:effectLst/>
                  <a:uLnTx/>
                  <a:uFillTx/>
                  <a:latin typeface="Montserrat"/>
                </a:rPr>
                <a:t>
</a:t>
              </a:r>
              <a:endParaRPr lang="en-US" sz="1000" b="0" i="0" u="none" strike="noStrike" kern="1200" cap="none" spc="0" normalizeH="0" baseline="0" noProof="0">
                <a:ln>
                  <a:noFill/>
                </a:ln>
                <a:solidFill>
                  <a:srgbClr val="171717"/>
                </a:solidFill>
                <a:effectLst/>
                <a:uLnTx/>
                <a:uFillTx/>
                <a:latin typeface="Montserrat"/>
              </a:endParaRPr>
            </a:p>
          </p:txBody>
        </p:sp>
        <p:sp>
          <p:nvSpPr>
            <p:cNvPr id="39" name="TextBox 38">
              <a:extLst>
                <a:ext uri="{FF2B5EF4-FFF2-40B4-BE49-F238E27FC236}">
                  <a16:creationId xmlns:a16="http://schemas.microsoft.com/office/drawing/2014/main" id="{62FF9416-532B-9C70-5FC4-57CD51291026}"/>
                </a:ext>
              </a:extLst>
            </p:cNvPr>
            <p:cNvSpPr txBox="1"/>
            <p:nvPr/>
          </p:nvSpPr>
          <p:spPr>
            <a:xfrm>
              <a:off x="65163" y="417632"/>
              <a:ext cx="2090247" cy="388625"/>
            </a:xfrm>
            <a:prstGeom prst="rect">
              <a:avLst/>
            </a:prstGeom>
            <a:noFill/>
          </p:spPr>
          <p:txBody>
            <a:bodyPr wrap="square" lIns="91440" tIns="45720" rIns="91440" bIns="45720" rtlCol="0" anchor="t">
              <a:spAutoFit/>
            </a:bodyPr>
            <a:lstStyle/>
            <a:p>
              <a:pPr algn="ctr">
                <a:defRPr/>
              </a:pPr>
              <a:r>
                <a:rPr lang="en-US" sz="1400" b="1">
                  <a:solidFill>
                    <a:srgbClr val="E20177"/>
                  </a:solidFill>
                  <a:latin typeface="Montserrat"/>
                </a:rPr>
                <a:t>Cluster Name</a:t>
              </a:r>
              <a:endParaRPr lang="en-US" sz="1400" b="1" i="0" u="none" strike="noStrike" kern="1200" cap="none" spc="0" normalizeH="0" baseline="0" noProof="0">
                <a:ln>
                  <a:noFill/>
                </a:ln>
                <a:solidFill>
                  <a:srgbClr val="E20177"/>
                </a:solidFill>
                <a:effectLst/>
                <a:uLnTx/>
                <a:uFillTx/>
                <a:latin typeface="Montserrat"/>
              </a:endParaRPr>
            </a:p>
          </p:txBody>
        </p:sp>
      </p:grpSp>
      <p:grpSp>
        <p:nvGrpSpPr>
          <p:cNvPr id="46" name="Group 45">
            <a:extLst>
              <a:ext uri="{FF2B5EF4-FFF2-40B4-BE49-F238E27FC236}">
                <a16:creationId xmlns:a16="http://schemas.microsoft.com/office/drawing/2014/main" id="{6D31028E-C393-8BAF-618B-08A2EE09A815}"/>
              </a:ext>
            </a:extLst>
          </p:cNvPr>
          <p:cNvGrpSpPr/>
          <p:nvPr/>
        </p:nvGrpSpPr>
        <p:grpSpPr>
          <a:xfrm>
            <a:off x="6146520" y="2856977"/>
            <a:ext cx="2379665" cy="912365"/>
            <a:chOff x="6736388" y="1878866"/>
            <a:chExt cx="2405502" cy="787677"/>
          </a:xfrm>
        </p:grpSpPr>
        <p:sp>
          <p:nvSpPr>
            <p:cNvPr id="47" name="Shape 2846">
              <a:extLst>
                <a:ext uri="{FF2B5EF4-FFF2-40B4-BE49-F238E27FC236}">
                  <a16:creationId xmlns:a16="http://schemas.microsoft.com/office/drawing/2014/main" id="{ACF24C8C-54B1-35B8-4457-18083BA578D4}"/>
                </a:ext>
              </a:extLst>
            </p:cNvPr>
            <p:cNvSpPr/>
            <p:nvPr/>
          </p:nvSpPr>
          <p:spPr>
            <a:xfrm rot="8846366">
              <a:off x="6736388" y="1878866"/>
              <a:ext cx="900870" cy="787677"/>
            </a:xfrm>
            <a:prstGeom prst="wedgeEllipseCallout">
              <a:avLst>
                <a:gd name="adj1" fmla="val -59270"/>
                <a:gd name="adj2" fmla="val 1324"/>
              </a:avLst>
            </a:prstGeom>
            <a:solidFill>
              <a:schemeClr val="accent2"/>
            </a:solidFill>
            <a:ln w="5715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marL="0" marR="0" lvl="0" indent="0" algn="ctr" defTabSz="292100" rtl="0" eaLnBrk="1" fontAlgn="auto" latinLnBrk="0" hangingPunct="1">
                <a:lnSpc>
                  <a:spcPct val="100000"/>
                </a:lnSpc>
                <a:spcBef>
                  <a:spcPts val="0"/>
                </a:spcBef>
                <a:spcAft>
                  <a:spcPts val="0"/>
                </a:spcAft>
                <a:buClrTx/>
                <a:buSzTx/>
                <a:buFontTx/>
                <a:buNone/>
                <a:tabLst/>
                <a:defRPr/>
              </a:pPr>
              <a:endParaRPr kumimoji="0" sz="1200" b="1"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Montserrat" pitchFamily="2" charset="77"/>
                <a:ea typeface="Lato Light" panose="020F0502020204030203" pitchFamily="34" charset="0"/>
                <a:cs typeface="Lato Light" panose="020F0502020204030203" pitchFamily="34" charset="0"/>
                <a:sym typeface="Helvetica Neue"/>
              </a:endParaRPr>
            </a:p>
          </p:txBody>
        </p:sp>
        <p:sp>
          <p:nvSpPr>
            <p:cNvPr id="48" name="Shape 2846">
              <a:extLst>
                <a:ext uri="{FF2B5EF4-FFF2-40B4-BE49-F238E27FC236}">
                  <a16:creationId xmlns:a16="http://schemas.microsoft.com/office/drawing/2014/main" id="{BDFDA618-FC1C-E2CF-B39C-F492F0D73751}"/>
                </a:ext>
              </a:extLst>
            </p:cNvPr>
            <p:cNvSpPr/>
            <p:nvPr/>
          </p:nvSpPr>
          <p:spPr>
            <a:xfrm rot="937121">
              <a:off x="8308732" y="1903508"/>
              <a:ext cx="833158" cy="683425"/>
            </a:xfrm>
            <a:prstGeom prst="wedgeEllipseCallout">
              <a:avLst>
                <a:gd name="adj1" fmla="val -59270"/>
                <a:gd name="adj2" fmla="val 1324"/>
              </a:avLst>
            </a:prstGeom>
            <a:solidFill>
              <a:schemeClr val="accent2"/>
            </a:solidFill>
            <a:ln w="44450" cap="flat">
              <a:noFill/>
              <a:miter lim="400000"/>
            </a:ln>
            <a:effectLst/>
            <a:extLst>
              <a:ext uri="{C572A759-6A51-4108-AA02-DFA0A04FC94B}">
                <ma14:wrappingTextBoxFlag xmlns="" xmlns:ma14="http://schemas.microsoft.com/office/mac/drawingml/2011/main" val="1"/>
              </a:ext>
            </a:extLst>
          </p:spPr>
          <p:txBody>
            <a:bodyPr wrap="square" lIns="0" tIns="0" rIns="0" bIns="0" numCol="1" anchor="ctr">
              <a:noAutofit/>
            </a:bodyPr>
            <a:lstStyle>
              <a:lvl1pPr defTabSz="584200">
                <a:lnSpc>
                  <a:spcPct val="100000"/>
                </a:lnSpc>
                <a:spcBef>
                  <a:spcPts val="0"/>
                </a:spcBef>
                <a:defRPr sz="1500" cap="all">
                  <a:solidFill>
                    <a:srgbClr val="FFFFFF"/>
                  </a:solidFill>
                  <a:latin typeface="Helvetica Neue"/>
                  <a:ea typeface="Helvetica Neue"/>
                  <a:cs typeface="Helvetica Neue"/>
                  <a:sym typeface="Helvetica Neue"/>
                </a:defRPr>
              </a:lvl1pPr>
            </a:lstStyle>
            <a:p>
              <a:pPr marL="0" marR="0" lvl="0" indent="0" algn="ctr" defTabSz="292100" rtl="0" eaLnBrk="1" fontAlgn="auto" latinLnBrk="0" hangingPunct="1">
                <a:lnSpc>
                  <a:spcPct val="100000"/>
                </a:lnSpc>
                <a:spcBef>
                  <a:spcPts val="0"/>
                </a:spcBef>
                <a:spcAft>
                  <a:spcPts val="0"/>
                </a:spcAft>
                <a:buClrTx/>
                <a:buSzTx/>
                <a:buFontTx/>
                <a:buNone/>
                <a:tabLst/>
                <a:defRPr/>
              </a:pPr>
              <a:endParaRPr kumimoji="0" sz="1000" b="1" i="0" u="none" strike="noStrike" kern="1200" cap="all" spc="0" normalizeH="0" baseline="0" noProof="0">
                <a:ln>
                  <a:noFill/>
                </a:ln>
                <a:solidFill>
                  <a:srgbClr val="FFFFFF"/>
                </a:solidFill>
                <a:effectLst>
                  <a:outerShdw blurRad="38100" dist="38100" dir="2700000" algn="tl">
                    <a:srgbClr val="000000">
                      <a:alpha val="43137"/>
                    </a:srgbClr>
                  </a:outerShdw>
                </a:effectLst>
                <a:uLnTx/>
                <a:uFillTx/>
                <a:latin typeface="Montserrat" pitchFamily="2" charset="77"/>
                <a:ea typeface="Lato Light" panose="020F0502020204030203" pitchFamily="34" charset="0"/>
                <a:cs typeface="Lato Light" panose="020F0502020204030203" pitchFamily="34" charset="0"/>
                <a:sym typeface="Helvetica Neue"/>
              </a:endParaRPr>
            </a:p>
          </p:txBody>
        </p:sp>
        <p:sp>
          <p:nvSpPr>
            <p:cNvPr id="49" name="TextBox 48">
              <a:extLst>
                <a:ext uri="{FF2B5EF4-FFF2-40B4-BE49-F238E27FC236}">
                  <a16:creationId xmlns:a16="http://schemas.microsoft.com/office/drawing/2014/main" id="{E93563D7-572F-32FC-C350-FBB351979972}"/>
                </a:ext>
              </a:extLst>
            </p:cNvPr>
            <p:cNvSpPr txBox="1"/>
            <p:nvPr/>
          </p:nvSpPr>
          <p:spPr>
            <a:xfrm>
              <a:off x="6737668" y="2073221"/>
              <a:ext cx="913175" cy="398572"/>
            </a:xfrm>
            <a:prstGeom prst="rect">
              <a:avLst/>
            </a:prstGeom>
            <a:noFill/>
          </p:spPr>
          <p:txBody>
            <a:bodyPr wrap="square" lIns="91440" tIns="45720" rIns="91440" bIns="45720" rtlCol="0" anchor="t">
              <a:spAutoFit/>
            </a:bodyPr>
            <a:lstStyle/>
            <a:p>
              <a:pPr algn="ctr">
                <a:defRPr/>
              </a:pPr>
              <a:r>
                <a:rPr lang="en-US" sz="1200" b="1">
                  <a:solidFill>
                    <a:srgbClr val="FFFFFF"/>
                  </a:solidFill>
                  <a:effectLst>
                    <a:outerShdw blurRad="38100" dist="38100" dir="2700000" algn="tl">
                      <a:srgbClr val="000000">
                        <a:alpha val="43137"/>
                      </a:srgbClr>
                    </a:outerShdw>
                  </a:effectLst>
                  <a:latin typeface="Montserrat"/>
                  <a:ea typeface="Lato Light"/>
                  <a:cs typeface="Lato Light"/>
                </a:rPr>
                <a:t>Market Name</a:t>
              </a:r>
              <a:endParaRPr lang="en-US" sz="1200" b="1" i="0" u="none" strike="noStrike" kern="1200" spc="0" normalizeH="0" baseline="0" noProof="0">
                <a:ln>
                  <a:noFill/>
                </a:ln>
                <a:solidFill>
                  <a:srgbClr val="FFFFFF"/>
                </a:solidFill>
                <a:effectLst>
                  <a:outerShdw blurRad="38100" dist="38100" dir="2700000" algn="tl">
                    <a:srgbClr val="000000">
                      <a:alpha val="43137"/>
                    </a:srgbClr>
                  </a:outerShdw>
                </a:effectLst>
                <a:uLnTx/>
                <a:uFillTx/>
                <a:latin typeface="Montserrat" pitchFamily="2" charset="77"/>
                <a:ea typeface="Lato Light" panose="020F0502020204030203" pitchFamily="34" charset="0"/>
                <a:cs typeface="Lato Light" panose="020F0502020204030203" pitchFamily="34" charset="0"/>
              </a:endParaRPr>
            </a:p>
          </p:txBody>
        </p:sp>
        <p:sp>
          <p:nvSpPr>
            <p:cNvPr id="50" name="TextBox 49">
              <a:extLst>
                <a:ext uri="{FF2B5EF4-FFF2-40B4-BE49-F238E27FC236}">
                  <a16:creationId xmlns:a16="http://schemas.microsoft.com/office/drawing/2014/main" id="{BD67F9FF-5F5B-0AF1-2EAF-8573631B1103}"/>
                </a:ext>
              </a:extLst>
            </p:cNvPr>
            <p:cNvSpPr txBox="1"/>
            <p:nvPr/>
          </p:nvSpPr>
          <p:spPr>
            <a:xfrm>
              <a:off x="8327203" y="2096484"/>
              <a:ext cx="764988" cy="398572"/>
            </a:xfrm>
            <a:prstGeom prst="rect">
              <a:avLst/>
            </a:prstGeom>
            <a:noFill/>
          </p:spPr>
          <p:txBody>
            <a:bodyPr wrap="square" lIns="91440" tIns="45720" rIns="91440" bIns="45720" rtlCol="0" anchor="t">
              <a:spAutoFit/>
            </a:bodyPr>
            <a:lstStyle/>
            <a:p>
              <a:pPr algn="ctr">
                <a:defRPr/>
              </a:pPr>
              <a:r>
                <a:rPr lang="en-US" sz="1200" b="1">
                  <a:solidFill>
                    <a:srgbClr val="FFFFFF"/>
                  </a:solidFill>
                  <a:effectLst>
                    <a:outerShdw blurRad="38100" dist="38100" dir="2700000" algn="tl">
                      <a:srgbClr val="000000">
                        <a:alpha val="43137"/>
                      </a:srgbClr>
                    </a:outerShdw>
                  </a:effectLst>
                  <a:latin typeface="Montserrat"/>
                  <a:ea typeface="Lato Light"/>
                  <a:cs typeface="Lato Light"/>
                  <a:sym typeface="Helvetica Neue"/>
                </a:rPr>
                <a:t>Market Name</a:t>
              </a:r>
              <a:endParaRPr lang="en-US"/>
            </a:p>
          </p:txBody>
        </p:sp>
      </p:grpSp>
      <p:sp>
        <p:nvSpPr>
          <p:cNvPr id="52" name="Oval 51">
            <a:extLst>
              <a:ext uri="{FF2B5EF4-FFF2-40B4-BE49-F238E27FC236}">
                <a16:creationId xmlns:a16="http://schemas.microsoft.com/office/drawing/2014/main" id="{E3758D35-9AA8-6384-ED7A-9AC635C0917D}"/>
              </a:ext>
            </a:extLst>
          </p:cNvPr>
          <p:cNvSpPr/>
          <p:nvPr/>
        </p:nvSpPr>
        <p:spPr>
          <a:xfrm>
            <a:off x="7182456" y="2741101"/>
            <a:ext cx="111965" cy="10587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4" name="Rectangle: Rounded Corners 53">
            <a:extLst>
              <a:ext uri="{FF2B5EF4-FFF2-40B4-BE49-F238E27FC236}">
                <a16:creationId xmlns:a16="http://schemas.microsoft.com/office/drawing/2014/main" id="{C0A69447-CE58-3A81-B43E-8DD5CABB93A4}"/>
              </a:ext>
            </a:extLst>
          </p:cNvPr>
          <p:cNvSpPr/>
          <p:nvPr/>
        </p:nvSpPr>
        <p:spPr>
          <a:xfrm>
            <a:off x="9882063" y="2127934"/>
            <a:ext cx="1912336" cy="401004"/>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solidFill>
                  <a:srgbClr val="FFFFFF"/>
                </a:solidFill>
                <a:effectLst>
                  <a:outerShdw blurRad="38100" dist="38100" dir="2700000" algn="tl">
                    <a:srgbClr val="000000">
                      <a:alpha val="43137"/>
                    </a:srgbClr>
                  </a:outerShdw>
                </a:effectLst>
                <a:latin typeface="Montserrat"/>
              </a:rPr>
              <a:t>X</a:t>
            </a:r>
            <a:r>
              <a:rPr kumimoji="0" lang="en-US"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ontserrat"/>
              </a:rPr>
              <a:t> Clusters</a:t>
            </a:r>
          </a:p>
        </p:txBody>
      </p:sp>
      <p:sp>
        <p:nvSpPr>
          <p:cNvPr id="55" name="Rectangle: Rounded Corners 54">
            <a:extLst>
              <a:ext uri="{FF2B5EF4-FFF2-40B4-BE49-F238E27FC236}">
                <a16:creationId xmlns:a16="http://schemas.microsoft.com/office/drawing/2014/main" id="{4D7C5CAC-C7D5-965C-582B-423FFCCA604D}"/>
              </a:ext>
            </a:extLst>
          </p:cNvPr>
          <p:cNvSpPr/>
          <p:nvPr/>
        </p:nvSpPr>
        <p:spPr>
          <a:xfrm>
            <a:off x="9747024" y="2720780"/>
            <a:ext cx="2444976" cy="401004"/>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defRPr/>
            </a:pPr>
            <a:r>
              <a:rPr lang="en-US">
                <a:solidFill>
                  <a:srgbClr val="FFFFFF"/>
                </a:solidFill>
                <a:effectLst>
                  <a:outerShdw blurRad="38100" dist="38100" dir="2700000" algn="tl">
                    <a:srgbClr val="000000">
                      <a:alpha val="43137"/>
                    </a:srgbClr>
                  </a:outerShdw>
                </a:effectLst>
                <a:latin typeface="Montserrat"/>
              </a:rPr>
              <a:t>X Markets</a:t>
            </a:r>
            <a:endParaRPr kumimoji="0" lang="en-US" sz="1800" b="0" i="0" u="none" strike="noStrike" kern="1200" cap="none" spc="0" normalizeH="0" baseline="0" noProof="0">
              <a:ln>
                <a:noFill/>
              </a:ln>
              <a:solidFill>
                <a:srgbClr val="FFFFFF"/>
              </a:solidFill>
              <a:effectLst>
                <a:outerShdw blurRad="38100" dist="38100" dir="2700000" algn="tl">
                  <a:srgbClr val="000000">
                    <a:alpha val="43137"/>
                  </a:srgbClr>
                </a:outerShdw>
              </a:effectLst>
              <a:uLnTx/>
              <a:uFillTx/>
              <a:latin typeface="Montserrat" panose="00000500000000000000" pitchFamily="2" charset="0"/>
              <a:ea typeface="+mn-ea"/>
              <a:cs typeface="+mn-cs"/>
            </a:endParaRPr>
          </a:p>
        </p:txBody>
      </p:sp>
      <p:sp>
        <p:nvSpPr>
          <p:cNvPr id="70" name="Oval 69">
            <a:extLst>
              <a:ext uri="{FF2B5EF4-FFF2-40B4-BE49-F238E27FC236}">
                <a16:creationId xmlns:a16="http://schemas.microsoft.com/office/drawing/2014/main" id="{3120FE70-5886-E46F-084C-4AF45982CD11}"/>
              </a:ext>
            </a:extLst>
          </p:cNvPr>
          <p:cNvSpPr/>
          <p:nvPr/>
        </p:nvSpPr>
        <p:spPr>
          <a:xfrm>
            <a:off x="7720936" y="2802061"/>
            <a:ext cx="111965" cy="10587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4" name="Oval 73">
            <a:extLst>
              <a:ext uri="{FF2B5EF4-FFF2-40B4-BE49-F238E27FC236}">
                <a16:creationId xmlns:a16="http://schemas.microsoft.com/office/drawing/2014/main" id="{C8840761-448F-B598-40B4-72DB49B3E6D9}"/>
              </a:ext>
            </a:extLst>
          </p:cNvPr>
          <p:cNvSpPr/>
          <p:nvPr/>
        </p:nvSpPr>
        <p:spPr>
          <a:xfrm>
            <a:off x="7426296" y="2537901"/>
            <a:ext cx="111965" cy="10587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3" name="Rounded Rectangle 42">
            <a:extLst>
              <a:ext uri="{FF2B5EF4-FFF2-40B4-BE49-F238E27FC236}">
                <a16:creationId xmlns:a16="http://schemas.microsoft.com/office/drawing/2014/main" id="{852049C0-16A4-41E9-3AAE-D073BDC5C989}"/>
              </a:ext>
            </a:extLst>
          </p:cNvPr>
          <p:cNvSpPr/>
          <p:nvPr/>
        </p:nvSpPr>
        <p:spPr>
          <a:xfrm>
            <a:off x="6623870" y="4474017"/>
            <a:ext cx="1861805" cy="129933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57" name="TextBox 56">
            <a:extLst>
              <a:ext uri="{FF2B5EF4-FFF2-40B4-BE49-F238E27FC236}">
                <a16:creationId xmlns:a16="http://schemas.microsoft.com/office/drawing/2014/main" id="{BEF917BC-6560-FB67-050E-7D7E7F879A55}"/>
              </a:ext>
            </a:extLst>
          </p:cNvPr>
          <p:cNvSpPr txBox="1"/>
          <p:nvPr/>
        </p:nvSpPr>
        <p:spPr>
          <a:xfrm>
            <a:off x="6616734" y="4614417"/>
            <a:ext cx="1861805" cy="523220"/>
          </a:xfrm>
          <a:prstGeom prst="rect">
            <a:avLst/>
          </a:prstGeom>
          <a:noFill/>
        </p:spPr>
        <p:txBody>
          <a:bodyPr wrap="square" lIns="91440" tIns="45720" rIns="91440" bIns="45720" rtlCol="0" anchor="t">
            <a:spAutoFit/>
          </a:bodyPr>
          <a:lstStyle/>
          <a:p>
            <a:pPr algn="ctr">
              <a:defRPr/>
            </a:pPr>
            <a:r>
              <a:rPr lang="en-US" sz="1400" b="1">
                <a:solidFill>
                  <a:srgbClr val="E20177"/>
                </a:solidFill>
                <a:latin typeface="Montserrat"/>
              </a:rPr>
              <a:t>Cluster Name</a:t>
            </a:r>
            <a:endParaRPr kumimoji="0" lang="en-US" sz="1400" b="1" i="0" u="none" strike="noStrike" kern="1200" cap="none" spc="0" normalizeH="0" baseline="0" noProof="0">
              <a:ln>
                <a:noFill/>
              </a:ln>
              <a:solidFill>
                <a:srgbClr val="E20177"/>
              </a:solidFill>
              <a:effectLst/>
              <a:uLnTx/>
              <a:uFillTx/>
              <a:latin typeface="Montserra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B4198"/>
              </a:solidFill>
              <a:effectLst/>
              <a:uLnTx/>
              <a:uFillTx/>
              <a:latin typeface="Arial" panose="020B0604020202020204"/>
              <a:ea typeface="+mn-ea"/>
              <a:cs typeface="+mn-cs"/>
            </a:endParaRPr>
          </a:p>
        </p:txBody>
      </p:sp>
      <p:sp>
        <p:nvSpPr>
          <p:cNvPr id="59" name="TextBox 58">
            <a:extLst>
              <a:ext uri="{FF2B5EF4-FFF2-40B4-BE49-F238E27FC236}">
                <a16:creationId xmlns:a16="http://schemas.microsoft.com/office/drawing/2014/main" id="{BF3CB4C6-786C-A179-D509-644EB1591805}"/>
              </a:ext>
            </a:extLst>
          </p:cNvPr>
          <p:cNvSpPr txBox="1"/>
          <p:nvPr/>
        </p:nvSpPr>
        <p:spPr>
          <a:xfrm>
            <a:off x="6759600" y="5052971"/>
            <a:ext cx="1594445" cy="400110"/>
          </a:xfrm>
          <a:prstGeom prst="rect">
            <a:avLst/>
          </a:prstGeom>
          <a:noFill/>
        </p:spPr>
        <p:txBody>
          <a:bodyPr wrap="square" lIns="91440" tIns="45720" rIns="91440" bIns="45720" rtlCol="0" anchor="t">
            <a:spAutoFit/>
          </a:bodyPr>
          <a:lstStyle/>
          <a:p>
            <a:pPr algn="ctr">
              <a:defRPr/>
            </a:pPr>
            <a:r>
              <a:rPr lang="en-US" sz="1000">
                <a:latin typeface="Montserrat"/>
              </a:rPr>
              <a:t>Listing of markets in </a:t>
            </a:r>
            <a:endParaRPr lang="en-US">
              <a:latin typeface="Arial" panose="020B0604020202020204"/>
              <a:cs typeface="Arial" panose="020B0604020202020204"/>
            </a:endParaRPr>
          </a:p>
          <a:p>
            <a:pPr algn="ctr">
              <a:defRPr/>
            </a:pPr>
            <a:r>
              <a:rPr lang="en-US" sz="1000">
                <a:latin typeface="Montserrat"/>
              </a:rPr>
              <a:t>cluster</a:t>
            </a:r>
            <a:endParaRPr lang="en-US">
              <a:cs typeface="Arial" panose="020B0604020202020204"/>
            </a:endParaRPr>
          </a:p>
        </p:txBody>
      </p:sp>
      <p:sp>
        <p:nvSpPr>
          <p:cNvPr id="60" name="Rounded Rectangle 42">
            <a:extLst>
              <a:ext uri="{FF2B5EF4-FFF2-40B4-BE49-F238E27FC236}">
                <a16:creationId xmlns:a16="http://schemas.microsoft.com/office/drawing/2014/main" id="{D8455F41-1944-2308-9174-934CA1359EB3}"/>
              </a:ext>
            </a:extLst>
          </p:cNvPr>
          <p:cNvSpPr/>
          <p:nvPr/>
        </p:nvSpPr>
        <p:spPr>
          <a:xfrm>
            <a:off x="8792638" y="4614693"/>
            <a:ext cx="1861805" cy="1299334"/>
          </a:xfrm>
          <a:prstGeom prst="round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1" name="TextBox 60">
            <a:extLst>
              <a:ext uri="{FF2B5EF4-FFF2-40B4-BE49-F238E27FC236}">
                <a16:creationId xmlns:a16="http://schemas.microsoft.com/office/drawing/2014/main" id="{8E156C1F-64B2-C82C-4627-1DEBAFC737D4}"/>
              </a:ext>
            </a:extLst>
          </p:cNvPr>
          <p:cNvSpPr txBox="1"/>
          <p:nvPr/>
        </p:nvSpPr>
        <p:spPr>
          <a:xfrm>
            <a:off x="8785502" y="4755093"/>
            <a:ext cx="1861805" cy="523220"/>
          </a:xfrm>
          <a:prstGeom prst="rect">
            <a:avLst/>
          </a:prstGeom>
          <a:noFill/>
        </p:spPr>
        <p:txBody>
          <a:bodyPr wrap="square" lIns="91440" tIns="45720" rIns="91440" bIns="45720" rtlCol="0" anchor="t">
            <a:spAutoFit/>
          </a:bodyPr>
          <a:lstStyle/>
          <a:p>
            <a:pPr algn="ctr">
              <a:defRPr/>
            </a:pPr>
            <a:r>
              <a:rPr lang="en-US" sz="1400" b="1">
                <a:solidFill>
                  <a:srgbClr val="E20177"/>
                </a:solidFill>
                <a:latin typeface="Montserrat"/>
              </a:rPr>
              <a:t>Cluster Name</a:t>
            </a:r>
            <a:endParaRPr kumimoji="0" lang="en-US" sz="1400" b="1" i="0" u="none" strike="noStrike" kern="1200" cap="none" spc="0" normalizeH="0" baseline="0" noProof="0">
              <a:ln>
                <a:noFill/>
              </a:ln>
              <a:solidFill>
                <a:srgbClr val="E20177"/>
              </a:solidFill>
              <a:effectLst/>
              <a:uLnTx/>
              <a:uFillTx/>
              <a:latin typeface="Montserrat" panose="00000500000000000000" pitchFamily="2"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srgbClr val="1B4198"/>
              </a:solidFill>
              <a:effectLst/>
              <a:uLnTx/>
              <a:uFillTx/>
              <a:latin typeface="Arial" panose="020B0604020202020204"/>
              <a:ea typeface="+mn-ea"/>
              <a:cs typeface="+mn-cs"/>
            </a:endParaRPr>
          </a:p>
        </p:txBody>
      </p:sp>
      <p:sp>
        <p:nvSpPr>
          <p:cNvPr id="62" name="TextBox 61">
            <a:extLst>
              <a:ext uri="{FF2B5EF4-FFF2-40B4-BE49-F238E27FC236}">
                <a16:creationId xmlns:a16="http://schemas.microsoft.com/office/drawing/2014/main" id="{F9753843-98D8-B583-C4F2-0BE371AB192F}"/>
              </a:ext>
            </a:extLst>
          </p:cNvPr>
          <p:cNvSpPr txBox="1"/>
          <p:nvPr/>
        </p:nvSpPr>
        <p:spPr>
          <a:xfrm>
            <a:off x="8928368" y="5193647"/>
            <a:ext cx="1594445" cy="400110"/>
          </a:xfrm>
          <a:prstGeom prst="rect">
            <a:avLst/>
          </a:prstGeom>
          <a:noFill/>
        </p:spPr>
        <p:txBody>
          <a:bodyPr wrap="square" lIns="91440" tIns="45720" rIns="91440" bIns="45720" rtlCol="0" anchor="t">
            <a:spAutoFit/>
          </a:bodyPr>
          <a:lstStyle/>
          <a:p>
            <a:pPr algn="ctr">
              <a:defRPr/>
            </a:pPr>
            <a:r>
              <a:rPr lang="en-US" sz="1000">
                <a:latin typeface="Montserrat"/>
              </a:rPr>
              <a:t>Listing of markets in </a:t>
            </a:r>
            <a:endParaRPr lang="en-US">
              <a:latin typeface="Arial" panose="020B0604020202020204"/>
              <a:cs typeface="Arial" panose="020B0604020202020204"/>
            </a:endParaRPr>
          </a:p>
          <a:p>
            <a:pPr algn="ctr">
              <a:defRPr/>
            </a:pPr>
            <a:r>
              <a:rPr lang="en-US" sz="1000">
                <a:latin typeface="Montserrat"/>
              </a:rPr>
              <a:t>cluster</a:t>
            </a:r>
            <a:endParaRPr lang="en-US">
              <a:cs typeface="Arial" panose="020B0604020202020204"/>
            </a:endParaRPr>
          </a:p>
        </p:txBody>
      </p:sp>
      <p:cxnSp>
        <p:nvCxnSpPr>
          <p:cNvPr id="63" name="Straight Connector 62">
            <a:extLst>
              <a:ext uri="{FF2B5EF4-FFF2-40B4-BE49-F238E27FC236}">
                <a16:creationId xmlns:a16="http://schemas.microsoft.com/office/drawing/2014/main" id="{06B5F7AE-E654-CE65-E3E4-F72CD034FAEC}"/>
              </a:ext>
            </a:extLst>
          </p:cNvPr>
          <p:cNvCxnSpPr>
            <a:cxnSpLocks/>
          </p:cNvCxnSpPr>
          <p:nvPr/>
        </p:nvCxnSpPr>
        <p:spPr>
          <a:xfrm flipV="1">
            <a:off x="9648414" y="3695032"/>
            <a:ext cx="358940" cy="943269"/>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8C72B44D-719A-5363-ACB6-6E8CBE0C314B}"/>
              </a:ext>
            </a:extLst>
          </p:cNvPr>
          <p:cNvSpPr/>
          <p:nvPr/>
        </p:nvSpPr>
        <p:spPr>
          <a:xfrm>
            <a:off x="9949101" y="3702392"/>
            <a:ext cx="111965" cy="10587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9" name="TextBox 18">
            <a:extLst>
              <a:ext uri="{FF2B5EF4-FFF2-40B4-BE49-F238E27FC236}">
                <a16:creationId xmlns:a16="http://schemas.microsoft.com/office/drawing/2014/main" id="{C1028FA0-89B3-B772-7836-304AE3A86762}"/>
              </a:ext>
            </a:extLst>
          </p:cNvPr>
          <p:cNvSpPr txBox="1"/>
          <p:nvPr/>
        </p:nvSpPr>
        <p:spPr>
          <a:xfrm>
            <a:off x="6179328" y="231223"/>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39675560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5AAA3-E225-2C3C-A468-CCE7A98964D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C6A93C9B-A104-38B3-02E7-2C32AA13F0B0}"/>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29</a:t>
            </a:fld>
            <a:endParaRPr lang="en-US">
              <a:solidFill>
                <a:schemeClr val="tx2"/>
              </a:solidFill>
              <a:latin typeface="Montserrat" panose="00000500000000000000" pitchFamily="2" charset="0"/>
            </a:endParaRPr>
          </a:p>
        </p:txBody>
      </p:sp>
      <p:sp>
        <p:nvSpPr>
          <p:cNvPr id="8" name="Title 1">
            <a:extLst>
              <a:ext uri="{FF2B5EF4-FFF2-40B4-BE49-F238E27FC236}">
                <a16:creationId xmlns:a16="http://schemas.microsoft.com/office/drawing/2014/main" id="{23A5E9D1-E025-FA9A-4A67-F8A5F0B52A9A}"/>
              </a:ext>
            </a:extLst>
          </p:cNvPr>
          <p:cNvSpPr>
            <a:spLocks noGrp="1"/>
          </p:cNvSpPr>
          <p:nvPr>
            <p:ph type="title"/>
          </p:nvPr>
        </p:nvSpPr>
        <p:spPr>
          <a:xfrm>
            <a:off x="457200" y="192360"/>
            <a:ext cx="10396483" cy="699433"/>
          </a:xfrm>
        </p:spPr>
        <p:txBody>
          <a:bodyPr/>
          <a:lstStyle/>
          <a:p>
            <a:r>
              <a:rPr lang="en-US">
                <a:highlight>
                  <a:srgbClr val="FFFF00"/>
                </a:highlight>
                <a:latin typeface="Montserrat ExtraBold" panose="00000900000000000000" pitchFamily="2" charset="0"/>
              </a:rPr>
              <a:t>[Insert name of partner organization]</a:t>
            </a:r>
          </a:p>
        </p:txBody>
      </p:sp>
      <p:sp>
        <p:nvSpPr>
          <p:cNvPr id="2" name="Content Placeholder 2">
            <a:extLst>
              <a:ext uri="{FF2B5EF4-FFF2-40B4-BE49-F238E27FC236}">
                <a16:creationId xmlns:a16="http://schemas.microsoft.com/office/drawing/2014/main" id="{BF62B2E7-9F8E-89FE-1D0F-D390C1A93996}"/>
              </a:ext>
            </a:extLst>
          </p:cNvPr>
          <p:cNvSpPr txBox="1">
            <a:spLocks/>
          </p:cNvSpPr>
          <p:nvPr/>
        </p:nvSpPr>
        <p:spPr>
          <a:xfrm>
            <a:off x="422564" y="1276226"/>
            <a:ext cx="7133936" cy="4569401"/>
          </a:xfrm>
          <a:prstGeom prst="rect">
            <a:avLst/>
          </a:prstGeom>
        </p:spPr>
        <p:txBody>
          <a:bodyPr vert="horz" lIns="91440" tIns="45720" rIns="91440" bIns="45720" numCol="1" spcCol="180000" rtlCol="0" anchor="t">
            <a:noAutofit/>
          </a:bodyPr>
          <a:lst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en-GB" sz="2200">
                <a:highlight>
                  <a:srgbClr val="FFFF00"/>
                </a:highlight>
                <a:latin typeface="Montserrat"/>
              </a:rPr>
              <a:t>[Insert description of partner organization and connection to Organon.]</a:t>
            </a:r>
          </a:p>
          <a:p>
            <a:pPr marL="0" indent="0">
              <a:lnSpc>
                <a:spcPct val="100000"/>
              </a:lnSpc>
              <a:buFont typeface="Arial" panose="020B0604020202020204" pitchFamily="34" charset="0"/>
              <a:buNone/>
            </a:pPr>
            <a:endParaRPr lang="en-GB" sz="2200">
              <a:highlight>
                <a:srgbClr val="FFFF00"/>
              </a:highlight>
              <a:latin typeface="Montserrat"/>
            </a:endParaRPr>
          </a:p>
          <a:p>
            <a:pPr marL="0" indent="0">
              <a:lnSpc>
                <a:spcPct val="100000"/>
              </a:lnSpc>
              <a:buFont typeface="Arial" panose="020B0604020202020204" pitchFamily="34" charset="0"/>
              <a:buNone/>
            </a:pPr>
            <a:r>
              <a:rPr lang="en-GB" sz="2200">
                <a:highlight>
                  <a:srgbClr val="FFFF00"/>
                </a:highlight>
                <a:latin typeface="Montserrat"/>
              </a:rPr>
              <a:t>[Describe the efforts to date in further detail.]</a:t>
            </a:r>
          </a:p>
          <a:p>
            <a:pPr marL="0" indent="0">
              <a:lnSpc>
                <a:spcPct val="100000"/>
              </a:lnSpc>
              <a:buFont typeface="Arial" panose="020B0604020202020204" pitchFamily="34" charset="0"/>
              <a:buNone/>
            </a:pPr>
            <a:endParaRPr lang="en-GB" sz="2200"/>
          </a:p>
        </p:txBody>
      </p:sp>
      <p:sp>
        <p:nvSpPr>
          <p:cNvPr id="4" name="Oval 3">
            <a:extLst>
              <a:ext uri="{FF2B5EF4-FFF2-40B4-BE49-F238E27FC236}">
                <a16:creationId xmlns:a16="http://schemas.microsoft.com/office/drawing/2014/main" id="{B43C74DE-48AE-7D17-2AA3-EF3D3F31F0B9}"/>
              </a:ext>
            </a:extLst>
          </p:cNvPr>
          <p:cNvSpPr/>
          <p:nvPr/>
        </p:nvSpPr>
        <p:spPr>
          <a:xfrm>
            <a:off x="7810500" y="1638300"/>
            <a:ext cx="3581400" cy="3581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Insert graphic</a:t>
            </a:r>
          </a:p>
        </p:txBody>
      </p:sp>
      <p:sp>
        <p:nvSpPr>
          <p:cNvPr id="5" name="TextBox 4">
            <a:extLst>
              <a:ext uri="{FF2B5EF4-FFF2-40B4-BE49-F238E27FC236}">
                <a16:creationId xmlns:a16="http://schemas.microsoft.com/office/drawing/2014/main" id="{C054B8D3-6689-7F58-A836-21D4D7C8CC25}"/>
              </a:ext>
            </a:extLst>
          </p:cNvPr>
          <p:cNvSpPr txBox="1"/>
          <p:nvPr/>
        </p:nvSpPr>
        <p:spPr>
          <a:xfrm>
            <a:off x="655108" y="4409867"/>
            <a:ext cx="5648326" cy="1200329"/>
          </a:xfrm>
          <a:prstGeom prst="rect">
            <a:avLst/>
          </a:prstGeom>
          <a:solidFill>
            <a:schemeClr val="accent1"/>
          </a:solidFill>
        </p:spPr>
        <p:txBody>
          <a:bodyPr wrap="square" rtlCol="0">
            <a:spAutoFit/>
          </a:bodyPr>
          <a:lstStyle/>
          <a:p>
            <a:r>
              <a:rPr lang="en-US" b="1" i="0" dirty="0">
                <a:solidFill>
                  <a:schemeClr val="bg1"/>
                </a:solidFill>
                <a:effectLst/>
              </a:rPr>
              <a:t>ANY CONTENT CREATED FROM THESE TEMPLATE SLIDES MUST UNDERGO APPROPRIATE REVIEW AND APPROVAL BEFORE USE.</a:t>
            </a:r>
            <a:endParaRPr lang="en-IE" b="1" dirty="0">
              <a:solidFill>
                <a:schemeClr val="bg1"/>
              </a:solidFill>
            </a:endParaRPr>
          </a:p>
        </p:txBody>
      </p:sp>
    </p:spTree>
    <p:extLst>
      <p:ext uri="{BB962C8B-B14F-4D97-AF65-F5344CB8AC3E}">
        <p14:creationId xmlns:p14="http://schemas.microsoft.com/office/powerpoint/2010/main" val="27243059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8A03F-3AE3-ED7C-B637-09665A93B666}"/>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68A0C409-CE60-15E1-17D3-7F2595EFBD0C}"/>
              </a:ext>
            </a:extLst>
          </p:cNvPr>
          <p:cNvPicPr>
            <a:picLocks noChangeAspect="1"/>
          </p:cNvPicPr>
          <p:nvPr/>
        </p:nvPicPr>
        <p:blipFill>
          <a:blip r:embed="rId3"/>
          <a:srcRect/>
          <a:stretch/>
        </p:blipFill>
        <p:spPr>
          <a:xfrm>
            <a:off x="2305073" y="5164165"/>
            <a:ext cx="716326" cy="1136651"/>
          </a:xfrm>
          <a:prstGeom prst="rect">
            <a:avLst/>
          </a:prstGeom>
        </p:spPr>
      </p:pic>
      <p:sp>
        <p:nvSpPr>
          <p:cNvPr id="3" name="Slide Number Placeholder 2">
            <a:extLst>
              <a:ext uri="{FF2B5EF4-FFF2-40B4-BE49-F238E27FC236}">
                <a16:creationId xmlns:a16="http://schemas.microsoft.com/office/drawing/2014/main" id="{7A39532E-0AEB-7C1B-3D32-FC4DFAA8B4A5}"/>
              </a:ext>
            </a:extLst>
          </p:cNvPr>
          <p:cNvSpPr>
            <a:spLocks noGrp="1"/>
          </p:cNvSpPr>
          <p:nvPr>
            <p:ph type="sldNum" sz="quarter" idx="12"/>
          </p:nvPr>
        </p:nvSpPr>
        <p:spPr/>
        <p:txBody>
          <a:bodyPr/>
          <a:lstStyle/>
          <a:p>
            <a:fld id="{7D18A8FE-DFC8-4843-AEF2-DE4DB0CF7D65}" type="slidenum">
              <a:rPr lang="en-US" smtClean="0">
                <a:latin typeface="Montserrat" panose="00000500000000000000" pitchFamily="2" charset="0"/>
              </a:rPr>
              <a:pPr/>
              <a:t>30</a:t>
            </a:fld>
            <a:endParaRPr lang="en-US">
              <a:solidFill>
                <a:schemeClr val="tx2"/>
              </a:solidFill>
              <a:latin typeface="Montserrat" panose="00000500000000000000" pitchFamily="2" charset="0"/>
            </a:endParaRPr>
          </a:p>
        </p:txBody>
      </p:sp>
      <p:sp>
        <p:nvSpPr>
          <p:cNvPr id="6" name="Title 4">
            <a:extLst>
              <a:ext uri="{FF2B5EF4-FFF2-40B4-BE49-F238E27FC236}">
                <a16:creationId xmlns:a16="http://schemas.microsoft.com/office/drawing/2014/main" id="{6428B410-207F-4B97-CF32-8018B7EB74F9}"/>
              </a:ext>
            </a:extLst>
          </p:cNvPr>
          <p:cNvSpPr>
            <a:spLocks noGrp="1"/>
          </p:cNvSpPr>
          <p:nvPr>
            <p:ph type="title"/>
          </p:nvPr>
        </p:nvSpPr>
        <p:spPr>
          <a:xfrm>
            <a:off x="457200" y="192360"/>
            <a:ext cx="10396483" cy="699433"/>
          </a:xfrm>
        </p:spPr>
        <p:txBody>
          <a:bodyPr>
            <a:normAutofit/>
          </a:bodyPr>
          <a:lstStyle/>
          <a:p>
            <a:r>
              <a:rPr lang="en-US" sz="2930">
                <a:latin typeface="Montserrat ExtraBold" panose="00000900000000000000" pitchFamily="2" charset="0"/>
              </a:rPr>
              <a:t>Be a part of her story</a:t>
            </a:r>
            <a:endParaRPr lang="en-US" sz="2930">
              <a:solidFill>
                <a:schemeClr val="accent1"/>
              </a:solidFill>
              <a:latin typeface="Montserrat ExtraBold" panose="00000900000000000000" pitchFamily="2" charset="0"/>
            </a:endParaRPr>
          </a:p>
        </p:txBody>
      </p:sp>
      <p:sp>
        <p:nvSpPr>
          <p:cNvPr id="7" name="Text Placeholder 2">
            <a:extLst>
              <a:ext uri="{FF2B5EF4-FFF2-40B4-BE49-F238E27FC236}">
                <a16:creationId xmlns:a16="http://schemas.microsoft.com/office/drawing/2014/main" id="{6B80459A-AB19-CCB4-4FD8-C6203E0E059D}"/>
              </a:ext>
            </a:extLst>
          </p:cNvPr>
          <p:cNvSpPr txBox="1">
            <a:spLocks/>
          </p:cNvSpPr>
          <p:nvPr/>
        </p:nvSpPr>
        <p:spPr>
          <a:xfrm>
            <a:off x="457200" y="1066413"/>
            <a:ext cx="10566398" cy="1314075"/>
          </a:xfrm>
          <a:prstGeom prst="rect">
            <a:avLst/>
          </a:prstGeom>
        </p:spPr>
        <p:txBody>
          <a:bodyPr>
            <a:noAutofit/>
          </a:bodyPr>
          <a:lstStyle>
            <a:lvl1pPr marL="228589" indent="-228589" algn="l" defTabSz="914354" rtl="0" eaLnBrk="1" latinLnBrk="0" hangingPunct="1">
              <a:lnSpc>
                <a:spcPct val="90000"/>
              </a:lnSpc>
              <a:spcBef>
                <a:spcPts val="1000"/>
              </a:spcBef>
              <a:buClr>
                <a:schemeClr val="accent2"/>
              </a:buClr>
              <a:buSzPct val="120000"/>
              <a:buFont typeface="Arial" panose="020B0604020202020204" pitchFamily="34" charset="0"/>
              <a:buChar char="•"/>
              <a:tabLst/>
              <a:defRPr sz="2667" kern="1200">
                <a:solidFill>
                  <a:schemeClr val="tx1"/>
                </a:solidFill>
                <a:latin typeface="Montserrat" panose="00000500000000000000" pitchFamily="2" charset="0"/>
                <a:ea typeface="+mn-ea"/>
                <a:cs typeface="+mn-cs"/>
              </a:defRPr>
            </a:lvl1pPr>
            <a:lvl2pPr marL="764080" indent="-224356" algn="l" defTabSz="914354" rtl="0" eaLnBrk="1" latinLnBrk="0" hangingPunct="1">
              <a:lnSpc>
                <a:spcPct val="90000"/>
              </a:lnSpc>
              <a:spcBef>
                <a:spcPts val="500"/>
              </a:spcBef>
              <a:buFont typeface="System Font Regular"/>
              <a:buChar char="–"/>
              <a:tabLst/>
              <a:defRPr sz="2400" kern="1200">
                <a:solidFill>
                  <a:schemeClr val="tx1"/>
                </a:solidFill>
                <a:latin typeface="Montserrat" panose="00000500000000000000" pitchFamily="2" charset="0"/>
                <a:ea typeface="+mn-ea"/>
                <a:cs typeface="+mn-cs"/>
              </a:defRPr>
            </a:lvl2pPr>
            <a:lvl3pPr marL="999018" indent="-234939" algn="l" defTabSz="914354" rtl="0" eaLnBrk="1" latinLnBrk="0" hangingPunct="1">
              <a:lnSpc>
                <a:spcPct val="90000"/>
              </a:lnSpc>
              <a:spcBef>
                <a:spcPts val="500"/>
              </a:spcBef>
              <a:buFont typeface="Wingdings" pitchFamily="2" charset="2"/>
              <a:buChar char="§"/>
              <a:tabLst/>
              <a:defRPr sz="2400" kern="1200">
                <a:solidFill>
                  <a:schemeClr val="tx1"/>
                </a:solidFill>
                <a:latin typeface="Montserrat" panose="00000500000000000000" pitchFamily="2" charset="0"/>
                <a:ea typeface="+mn-ea"/>
                <a:cs typeface="+mn-cs"/>
              </a:defRPr>
            </a:lvl3pPr>
            <a:lvl4pPr marL="1151410" indent="-253988" algn="l" defTabSz="914354" rtl="0" eaLnBrk="1" latinLnBrk="0" hangingPunct="1">
              <a:lnSpc>
                <a:spcPct val="90000"/>
              </a:lnSpc>
              <a:spcBef>
                <a:spcPts val="500"/>
              </a:spcBef>
              <a:buFont typeface="Courier New" panose="02070309020205020404" pitchFamily="49" charset="0"/>
              <a:buChar char="o"/>
              <a:tabLst/>
              <a:defRPr sz="2400" kern="1200">
                <a:solidFill>
                  <a:schemeClr val="tx1"/>
                </a:solidFill>
                <a:latin typeface="Montserrat" panose="00000500000000000000" pitchFamily="2" charset="0"/>
                <a:ea typeface="+mn-ea"/>
                <a:cs typeface="+mn-cs"/>
              </a:defRPr>
            </a:lvl4pPr>
            <a:lvl5pPr marL="1375764" indent="-224356" algn="l" defTabSz="914354" rtl="0" eaLnBrk="1" latinLnBrk="0" hangingPunct="1">
              <a:lnSpc>
                <a:spcPct val="90000"/>
              </a:lnSpc>
              <a:spcBef>
                <a:spcPts val="500"/>
              </a:spcBef>
              <a:buFont typeface="Arial" panose="020B0604020202020204" pitchFamily="34" charset="0"/>
              <a:buChar char="•"/>
              <a:tabLst/>
              <a:defRPr sz="2400" kern="1200">
                <a:solidFill>
                  <a:schemeClr val="tx1"/>
                </a:solidFill>
                <a:latin typeface="Montserrat" panose="00000500000000000000" pitchFamily="2" charset="0"/>
                <a:ea typeface="+mn-ea"/>
                <a:cs typeface="+mn-cs"/>
              </a:defRPr>
            </a:lvl5pPr>
            <a:lvl6pPr marL="2514474"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652"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829"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006" indent="-228589" algn="l" defTabSz="914354"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a:solidFill>
                  <a:srgbClr val="3F3F3F"/>
                </a:solidFill>
              </a:rPr>
              <a:t>Follow us on our journey as we seek to create a better future for her.</a:t>
            </a:r>
          </a:p>
          <a:p>
            <a:endParaRPr lang="en-US" sz="1800"/>
          </a:p>
        </p:txBody>
      </p:sp>
      <p:pic>
        <p:nvPicPr>
          <p:cNvPr id="8" name="Picture 7">
            <a:extLst>
              <a:ext uri="{FF2B5EF4-FFF2-40B4-BE49-F238E27FC236}">
                <a16:creationId xmlns:a16="http://schemas.microsoft.com/office/drawing/2014/main" id="{32529D93-D826-1C1C-0301-60B09043B822}"/>
              </a:ext>
            </a:extLst>
          </p:cNvPr>
          <p:cNvPicPr>
            <a:picLocks noChangeAspect="1"/>
          </p:cNvPicPr>
          <p:nvPr/>
        </p:nvPicPr>
        <p:blipFill>
          <a:blip r:embed="rId4"/>
          <a:stretch>
            <a:fillRect/>
          </a:stretch>
        </p:blipFill>
        <p:spPr>
          <a:xfrm>
            <a:off x="2458143" y="4019529"/>
            <a:ext cx="479242" cy="437080"/>
          </a:xfrm>
          <a:prstGeom prst="rect">
            <a:avLst/>
          </a:prstGeom>
        </p:spPr>
      </p:pic>
      <p:pic>
        <p:nvPicPr>
          <p:cNvPr id="10" name="Picture 9">
            <a:extLst>
              <a:ext uri="{FF2B5EF4-FFF2-40B4-BE49-F238E27FC236}">
                <a16:creationId xmlns:a16="http://schemas.microsoft.com/office/drawing/2014/main" id="{4A8A84F1-C8E1-9D2C-A6C1-F88544D38B05}"/>
              </a:ext>
            </a:extLst>
          </p:cNvPr>
          <p:cNvPicPr>
            <a:picLocks noChangeAspect="1"/>
          </p:cNvPicPr>
          <p:nvPr/>
        </p:nvPicPr>
        <p:blipFill>
          <a:blip r:embed="rId5"/>
          <a:stretch>
            <a:fillRect/>
          </a:stretch>
        </p:blipFill>
        <p:spPr>
          <a:xfrm>
            <a:off x="2519290" y="3260366"/>
            <a:ext cx="393820" cy="570779"/>
          </a:xfrm>
          <a:prstGeom prst="rect">
            <a:avLst/>
          </a:prstGeom>
        </p:spPr>
      </p:pic>
      <p:pic>
        <p:nvPicPr>
          <p:cNvPr id="12" name="Picture 11">
            <a:extLst>
              <a:ext uri="{FF2B5EF4-FFF2-40B4-BE49-F238E27FC236}">
                <a16:creationId xmlns:a16="http://schemas.microsoft.com/office/drawing/2014/main" id="{2C717810-FD40-2DD9-C639-ED55C1B5A31A}"/>
              </a:ext>
            </a:extLst>
          </p:cNvPr>
          <p:cNvPicPr>
            <a:picLocks noChangeAspect="1"/>
          </p:cNvPicPr>
          <p:nvPr/>
        </p:nvPicPr>
        <p:blipFill>
          <a:blip r:embed="rId6"/>
          <a:stretch>
            <a:fillRect/>
          </a:stretch>
        </p:blipFill>
        <p:spPr>
          <a:xfrm>
            <a:off x="2370834" y="1706535"/>
            <a:ext cx="707600" cy="649456"/>
          </a:xfrm>
          <a:prstGeom prst="rect">
            <a:avLst/>
          </a:prstGeom>
        </p:spPr>
      </p:pic>
      <p:pic>
        <p:nvPicPr>
          <p:cNvPr id="14" name="Picture 13">
            <a:extLst>
              <a:ext uri="{FF2B5EF4-FFF2-40B4-BE49-F238E27FC236}">
                <a16:creationId xmlns:a16="http://schemas.microsoft.com/office/drawing/2014/main" id="{6BDC77B9-9AE6-A04F-76F7-F799A472A636}"/>
              </a:ext>
            </a:extLst>
          </p:cNvPr>
          <p:cNvPicPr>
            <a:picLocks noChangeAspect="1"/>
          </p:cNvPicPr>
          <p:nvPr/>
        </p:nvPicPr>
        <p:blipFill>
          <a:blip r:embed="rId7"/>
          <a:stretch>
            <a:fillRect/>
          </a:stretch>
        </p:blipFill>
        <p:spPr>
          <a:xfrm>
            <a:off x="2362108" y="2441181"/>
            <a:ext cx="716326" cy="705473"/>
          </a:xfrm>
          <a:prstGeom prst="rect">
            <a:avLst/>
          </a:prstGeom>
        </p:spPr>
      </p:pic>
      <p:pic>
        <p:nvPicPr>
          <p:cNvPr id="16" name="Picture 15">
            <a:extLst>
              <a:ext uri="{FF2B5EF4-FFF2-40B4-BE49-F238E27FC236}">
                <a16:creationId xmlns:a16="http://schemas.microsoft.com/office/drawing/2014/main" id="{F35AEFA9-3AFE-A1CB-3412-D31CF1B7D65D}"/>
              </a:ext>
            </a:extLst>
          </p:cNvPr>
          <p:cNvPicPr>
            <a:picLocks noChangeAspect="1"/>
          </p:cNvPicPr>
          <p:nvPr/>
        </p:nvPicPr>
        <p:blipFill>
          <a:blip r:embed="rId8"/>
          <a:stretch>
            <a:fillRect/>
          </a:stretch>
        </p:blipFill>
        <p:spPr>
          <a:xfrm>
            <a:off x="2398300" y="4657692"/>
            <a:ext cx="635799" cy="519173"/>
          </a:xfrm>
          <a:prstGeom prst="rect">
            <a:avLst/>
          </a:prstGeom>
        </p:spPr>
      </p:pic>
      <p:sp>
        <p:nvSpPr>
          <p:cNvPr id="15" name="TextBox 14">
            <a:extLst>
              <a:ext uri="{FF2B5EF4-FFF2-40B4-BE49-F238E27FC236}">
                <a16:creationId xmlns:a16="http://schemas.microsoft.com/office/drawing/2014/main" id="{849FB35C-9EED-8F7A-83D7-08139A837BE9}"/>
              </a:ext>
            </a:extLst>
          </p:cNvPr>
          <p:cNvSpPr txBox="1"/>
          <p:nvPr/>
        </p:nvSpPr>
        <p:spPr>
          <a:xfrm>
            <a:off x="3249085" y="3980314"/>
            <a:ext cx="6108700"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https://x.com/OrganonLLC</a:t>
            </a:r>
          </a:p>
        </p:txBody>
      </p:sp>
      <p:sp>
        <p:nvSpPr>
          <p:cNvPr id="18" name="TextBox 17">
            <a:extLst>
              <a:ext uri="{FF2B5EF4-FFF2-40B4-BE49-F238E27FC236}">
                <a16:creationId xmlns:a16="http://schemas.microsoft.com/office/drawing/2014/main" id="{E633D2F0-E0E9-D3EC-E2D5-673297140E8F}"/>
              </a:ext>
            </a:extLst>
          </p:cNvPr>
          <p:cNvSpPr txBox="1"/>
          <p:nvPr/>
        </p:nvSpPr>
        <p:spPr>
          <a:xfrm>
            <a:off x="3249084" y="3249309"/>
            <a:ext cx="7076015"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https://www.facebook.com/OrganonLLC</a:t>
            </a:r>
          </a:p>
        </p:txBody>
      </p:sp>
      <p:sp>
        <p:nvSpPr>
          <p:cNvPr id="20" name="TextBox 19">
            <a:extLst>
              <a:ext uri="{FF2B5EF4-FFF2-40B4-BE49-F238E27FC236}">
                <a16:creationId xmlns:a16="http://schemas.microsoft.com/office/drawing/2014/main" id="{6FB28F54-6F91-2B04-5FAC-52A2AA5E3C48}"/>
              </a:ext>
            </a:extLst>
          </p:cNvPr>
          <p:cNvSpPr txBox="1"/>
          <p:nvPr/>
        </p:nvSpPr>
        <p:spPr>
          <a:xfrm>
            <a:off x="3249085" y="1787299"/>
            <a:ext cx="7604598"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https://www.linkedin.com/company/organon</a:t>
            </a:r>
          </a:p>
        </p:txBody>
      </p:sp>
      <p:sp>
        <p:nvSpPr>
          <p:cNvPr id="24" name="TextBox 23">
            <a:extLst>
              <a:ext uri="{FF2B5EF4-FFF2-40B4-BE49-F238E27FC236}">
                <a16:creationId xmlns:a16="http://schemas.microsoft.com/office/drawing/2014/main" id="{AB899068-6395-B680-8A7D-42BAFCD63B28}"/>
              </a:ext>
            </a:extLst>
          </p:cNvPr>
          <p:cNvSpPr txBox="1"/>
          <p:nvPr/>
        </p:nvSpPr>
        <p:spPr>
          <a:xfrm>
            <a:off x="3249084" y="2518304"/>
            <a:ext cx="6771215"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https://www.instagram.com/organonllc</a:t>
            </a:r>
          </a:p>
        </p:txBody>
      </p:sp>
      <p:sp>
        <p:nvSpPr>
          <p:cNvPr id="26" name="TextBox 25">
            <a:extLst>
              <a:ext uri="{FF2B5EF4-FFF2-40B4-BE49-F238E27FC236}">
                <a16:creationId xmlns:a16="http://schemas.microsoft.com/office/drawing/2014/main" id="{0B14A271-0697-8E90-5E40-6F739270682E}"/>
              </a:ext>
            </a:extLst>
          </p:cNvPr>
          <p:cNvSpPr txBox="1"/>
          <p:nvPr/>
        </p:nvSpPr>
        <p:spPr>
          <a:xfrm>
            <a:off x="3249083" y="4711319"/>
            <a:ext cx="7604599"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https://www.youtube.com/@organonllc</a:t>
            </a:r>
          </a:p>
        </p:txBody>
      </p:sp>
      <p:sp>
        <p:nvSpPr>
          <p:cNvPr id="28" name="TextBox 27">
            <a:extLst>
              <a:ext uri="{FF2B5EF4-FFF2-40B4-BE49-F238E27FC236}">
                <a16:creationId xmlns:a16="http://schemas.microsoft.com/office/drawing/2014/main" id="{FD56C296-E8C7-B81F-8066-12EAECA67C55}"/>
              </a:ext>
            </a:extLst>
          </p:cNvPr>
          <p:cNvSpPr txBox="1"/>
          <p:nvPr/>
        </p:nvSpPr>
        <p:spPr>
          <a:xfrm>
            <a:off x="3249082" y="5442322"/>
            <a:ext cx="6885517" cy="461665"/>
          </a:xfrm>
          <a:prstGeom prst="rect">
            <a:avLst/>
          </a:prstGeom>
          <a:noFill/>
        </p:spPr>
        <p:txBody>
          <a:bodyPr wrap="square">
            <a:spAutoFit/>
          </a:bodyPr>
          <a:lstStyle/>
          <a:p>
            <a:r>
              <a:rPr lang="en-US" sz="2400" b="1">
                <a:solidFill>
                  <a:schemeClr val="accent1"/>
                </a:solidFill>
                <a:latin typeface="Montserrat" panose="00000500000000000000" pitchFamily="2" charset="0"/>
              </a:rPr>
              <a:t>https://www.tiktok.com/@organon_llc</a:t>
            </a:r>
          </a:p>
        </p:txBody>
      </p:sp>
      <p:sp>
        <p:nvSpPr>
          <p:cNvPr id="2" name="TextBox 1">
            <a:extLst>
              <a:ext uri="{FF2B5EF4-FFF2-40B4-BE49-F238E27FC236}">
                <a16:creationId xmlns:a16="http://schemas.microsoft.com/office/drawing/2014/main" id="{D40FDAED-EBAE-9751-A4B3-0DBC822580E5}"/>
              </a:ext>
            </a:extLst>
          </p:cNvPr>
          <p:cNvSpPr txBox="1"/>
          <p:nvPr/>
        </p:nvSpPr>
        <p:spPr>
          <a:xfrm>
            <a:off x="5205356" y="112306"/>
            <a:ext cx="5648326" cy="954107"/>
          </a:xfrm>
          <a:prstGeom prst="rect">
            <a:avLst/>
          </a:prstGeom>
          <a:solidFill>
            <a:schemeClr val="accent1"/>
          </a:solidFill>
        </p:spPr>
        <p:txBody>
          <a:bodyPr wrap="square" rtlCol="0">
            <a:spAutoFit/>
          </a:bodyPr>
          <a:lstStyle/>
          <a:p>
            <a:r>
              <a:rPr lang="en-US" sz="1400" b="1" i="0" dirty="0">
                <a:solidFill>
                  <a:schemeClr val="bg1"/>
                </a:solidFill>
                <a:effectLst/>
                <a:latin typeface="Montserrat" panose="00000500000000000000" pitchFamily="2" charset="0"/>
              </a:rPr>
              <a:t>SOCIAL MEDIA LINKS ARE FOR U.S./CORPORATE SOCIAL </a:t>
            </a:r>
            <a:r>
              <a:rPr lang="en-US" sz="1400" b="1" dirty="0">
                <a:solidFill>
                  <a:schemeClr val="bg1"/>
                </a:solidFill>
                <a:latin typeface="Montserrat" panose="00000500000000000000" pitchFamily="2" charset="0"/>
              </a:rPr>
              <a:t>MEDIA PAGES AND MAY NOT BE USED FOR EX-US MARKETS</a:t>
            </a:r>
            <a:r>
              <a:rPr lang="en-US" sz="1400" b="1" i="0" dirty="0">
                <a:solidFill>
                  <a:schemeClr val="bg1"/>
                </a:solidFill>
                <a:effectLst/>
                <a:latin typeface="Montserrat" panose="00000500000000000000" pitchFamily="2" charset="0"/>
              </a:rPr>
              <a:t>. THESE SHOULD BE REPLACED FOR YOUR LOCAL CHANNELS OR THIS SLIDE SHOULD BE REMOVED.</a:t>
            </a:r>
            <a:endParaRPr lang="en-IE" sz="1400" b="1" dirty="0">
              <a:solidFill>
                <a:schemeClr val="bg1"/>
              </a:solidFill>
              <a:latin typeface="Montserrat" panose="00000500000000000000" pitchFamily="2" charset="0"/>
            </a:endParaRPr>
          </a:p>
        </p:txBody>
      </p:sp>
    </p:spTree>
    <p:extLst>
      <p:ext uri="{BB962C8B-B14F-4D97-AF65-F5344CB8AC3E}">
        <p14:creationId xmlns:p14="http://schemas.microsoft.com/office/powerpoint/2010/main" val="4105099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951yqr7qwVb3VIzjAzzifQ"/>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6H5jjHBMqWkq0r61dXOb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4.oZbb0sXNdu8BCibsgsUw"/>
</p:tagLst>
</file>

<file path=ppt/tags/tag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xml><?xml version="1.0" encoding="utf-8"?>
<p:tagLst xmlns:a="http://schemas.openxmlformats.org/drawingml/2006/main" xmlns:r="http://schemas.openxmlformats.org/officeDocument/2006/relationships" xmlns:p="http://schemas.openxmlformats.org/presentationml/2006/main">
  <p:tag name="SHAPENAME" val="5. Sourc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Au5mlI_5SaCdkR487yXZg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5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5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CK2033_Organon_PPT_Template_White_Footer_M08" id="{A5362B16-C1EC-F74D-A8D4-526F5DA28960}" vid="{E78CD43D-1F56-874D-923A-71873AAF58A4}"/>
    </a:ext>
  </a:extLst>
</a:theme>
</file>

<file path=ppt/theme/theme3.xml><?xml version="1.0" encoding="utf-8"?>
<a:theme xmlns:a="http://schemas.openxmlformats.org/drawingml/2006/main" name="7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dirty="0"/>
        </a:defPPr>
      </a:lstStyle>
    </a:txDef>
  </a:objectDefaults>
  <a:extraClrSchemeLst/>
  <a:extLst>
    <a:ext uri="{05A4C25C-085E-4340-85A3-A5531E510DB2}">
      <thm15:themeFamily xmlns:thm15="http://schemas.microsoft.com/office/thememl/2012/main" name="Organon_PPT_Template_White_Footer_M08 (1).potx  -  Read-Only" id="{B6F81749-36D1-4B23-A48D-C24FEEB8A1FD}" vid="{3CDFFBE3-4FBE-411E-8DE9-A89D51643B80}"/>
    </a:ext>
  </a:extLst>
</a:theme>
</file>

<file path=ppt/theme/theme5.xml><?xml version="1.0" encoding="utf-8"?>
<a:theme xmlns:a="http://schemas.openxmlformats.org/drawingml/2006/main" name="6_Office Theme">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rganon W">
  <a:themeElements>
    <a:clrScheme name="Organon 2">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rganon W" id="{08554FB2-342A-4819-89C1-EE1BB9B6D370}" vid="{6222D241-D990-49A7-B688-A6DF34EE2AF0}"/>
    </a:ext>
  </a:extLst>
</a:theme>
</file>

<file path=ppt/theme/theme7.xml><?xml version="1.0" encoding="utf-8"?>
<a:theme xmlns:a="http://schemas.openxmlformats.org/drawingml/2006/main" name="1_Office Theme">
  <a:themeElements>
    <a:clrScheme name="Custom 3">
      <a:dk1>
        <a:srgbClr val="171717"/>
      </a:dk1>
      <a:lt1>
        <a:srgbClr val="FFFFFF"/>
      </a:lt1>
      <a:dk2>
        <a:srgbClr val="171717"/>
      </a:dk2>
      <a:lt2>
        <a:srgbClr val="E7E6E6"/>
      </a:lt2>
      <a:accent1>
        <a:srgbClr val="E20177"/>
      </a:accent1>
      <a:accent2>
        <a:srgbClr val="1B4198"/>
      </a:accent2>
      <a:accent3>
        <a:srgbClr val="54B948"/>
      </a:accent3>
      <a:accent4>
        <a:srgbClr val="009DDC"/>
      </a:accent4>
      <a:accent5>
        <a:srgbClr val="FEDB00"/>
      </a:accent5>
      <a:accent6>
        <a:srgbClr val="3CDBC0"/>
      </a:accent6>
      <a:hlink>
        <a:srgbClr val="1B4198"/>
      </a:hlink>
      <a:folHlink>
        <a:srgbClr val="1B4198"/>
      </a:folHlink>
    </a:clrScheme>
    <a:fontScheme name="Montserrat">
      <a:majorFont>
        <a:latin typeface="Montserrat ExtraBold"/>
        <a:ea typeface=""/>
        <a:cs typeface=""/>
      </a:majorFont>
      <a:minorFont>
        <a:latin typeface="Montserra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mageMetadataListItemId xmlns="8e91b1a2-cef3-4c16-b949-ce66492d5111" xsi:nil="true"/>
    <lcf76f155ced4ddcb4097134ff3c332f xmlns="8e91b1a2-cef3-4c16-b949-ce66492d5111">
      <Terms xmlns="http://schemas.microsoft.com/office/infopath/2007/PartnerControls"/>
    </lcf76f155ced4ddcb4097134ff3c332f>
    <TaxCatchAll xmlns="4d2bfd8a-bdc1-4699-b00e-f74152970809" xsi:nil="true"/>
    <ImageMetadataListFieldId xmlns="8e91b1a2-cef3-4c16-b949-ce66492d511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C7BAB66966A5F4CBB1169870B003EA0" ma:contentTypeVersion="20" ma:contentTypeDescription="Create a new document." ma:contentTypeScope="" ma:versionID="bba14845822a3d669c2b6e60b91cf355">
  <xsd:schema xmlns:xsd="http://www.w3.org/2001/XMLSchema" xmlns:xs="http://www.w3.org/2001/XMLSchema" xmlns:p="http://schemas.microsoft.com/office/2006/metadata/properties" xmlns:ns2="8e91b1a2-cef3-4c16-b949-ce66492d5111" xmlns:ns3="4d2bfd8a-bdc1-4699-b00e-f74152970809" targetNamespace="http://schemas.microsoft.com/office/2006/metadata/properties" ma:root="true" ma:fieldsID="fc6c15c0b4b6d7bbc45144c8b5453437" ns2:_="" ns3:_="">
    <xsd:import namespace="8e91b1a2-cef3-4c16-b949-ce66492d5111"/>
    <xsd:import namespace="4d2bfd8a-bdc1-4699-b00e-f74152970809"/>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ImageMetadataListItemId" minOccurs="0"/>
                <xsd:element ref="ns2:ImageMetadataListFieldId" minOccurs="0"/>
                <xsd:element ref="ns2:lcf76f155ced4ddcb4097134ff3c332f" minOccurs="0"/>
                <xsd:element ref="ns3:TaxCatchAll"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e91b1a2-cef3-4c16-b949-ce66492d511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ImageMetadataListItemId" ma:index="19" nillable="true" ma:displayName="ImageMetadataListItemId" ma:hidden="true" ma:indexed="true" ma:internalName="ImageMetadataListItemId">
      <xsd:simpleType>
        <xsd:restriction base="dms:Unknown"/>
      </xsd:simpleType>
    </xsd:element>
    <xsd:element name="ImageMetadataListFieldId" ma:index="20" nillable="true" ma:displayName="ImageMetadataListFieldId" ma:hidden="true" ma:indexed="true" ma:internalName="ImageMetadataListFieldId">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aea9b38-78a5-408a-815c-fe483379546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d2bfd8a-bdc1-4699-b00e-f74152970809"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bf2052ed-7f7b-4724-8bb0-ba665b6501f8}" ma:internalName="TaxCatchAll" ma:showField="CatchAllData" ma:web="4d2bfd8a-bdc1-4699-b00e-f74152970809">
      <xsd:complexType>
        <xsd:complexContent>
          <xsd:extension base="dms:MultiChoiceLookup">
            <xsd:sequence>
              <xsd:element name="Value" type="dms:Lookup" maxOccurs="unbounded" minOccurs="0" nillable="true"/>
            </xsd:sequence>
          </xsd:extension>
        </xsd:complexContent>
      </xsd:complexType>
    </xsd:element>
    <xsd:element name="SharedWithUsers" ma:index="2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79A575D-F5E4-4E8F-9B75-C7213FDD312F}">
  <ds:schemaRefs>
    <ds:schemaRef ds:uri="http://schemas.microsoft.com/office/2006/metadata/properties"/>
    <ds:schemaRef ds:uri="http://schemas.microsoft.com/office/infopath/2007/PartnerControls"/>
    <ds:schemaRef ds:uri="8e91b1a2-cef3-4c16-b949-ce66492d5111"/>
    <ds:schemaRef ds:uri="4d2bfd8a-bdc1-4699-b00e-f74152970809"/>
  </ds:schemaRefs>
</ds:datastoreItem>
</file>

<file path=customXml/itemProps2.xml><?xml version="1.0" encoding="utf-8"?>
<ds:datastoreItem xmlns:ds="http://schemas.openxmlformats.org/officeDocument/2006/customXml" ds:itemID="{E4464588-071A-4627-90F2-24D0DB1371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e91b1a2-cef3-4c16-b949-ce66492d5111"/>
    <ds:schemaRef ds:uri="4d2bfd8a-bdc1-4699-b00e-f741529708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C8C6079-235C-44C5-B73A-8D7A2FB3A1D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171</TotalTime>
  <Words>2582</Words>
  <Application>Microsoft Office PowerPoint</Application>
  <PresentationFormat>Widescreen</PresentationFormat>
  <Paragraphs>351</Paragraphs>
  <Slides>30</Slides>
  <Notes>26</Notes>
  <HiddenSlides>0</HiddenSlides>
  <MMClips>0</MMClips>
  <ScaleCrop>false</ScaleCrop>
  <HeadingPairs>
    <vt:vector size="8" baseType="variant">
      <vt:variant>
        <vt:lpstr>Fonts Used</vt:lpstr>
      </vt:variant>
      <vt:variant>
        <vt:i4>19</vt:i4>
      </vt:variant>
      <vt:variant>
        <vt:lpstr>Theme</vt:lpstr>
      </vt:variant>
      <vt:variant>
        <vt:i4>7</vt:i4>
      </vt:variant>
      <vt:variant>
        <vt:lpstr>Embedded OLE Servers</vt:lpstr>
      </vt:variant>
      <vt:variant>
        <vt:i4>1</vt:i4>
      </vt:variant>
      <vt:variant>
        <vt:lpstr>Slide Titles</vt:lpstr>
      </vt:variant>
      <vt:variant>
        <vt:i4>30</vt:i4>
      </vt:variant>
    </vt:vector>
  </HeadingPairs>
  <TitlesOfParts>
    <vt:vector size="57" baseType="lpstr">
      <vt:lpstr>DengXian</vt:lpstr>
      <vt:lpstr>Aptos</vt:lpstr>
      <vt:lpstr>Arial</vt:lpstr>
      <vt:lpstr>Arial Black</vt:lpstr>
      <vt:lpstr>Arial Narrow</vt:lpstr>
      <vt:lpstr>Calibri</vt:lpstr>
      <vt:lpstr>Calibri Light</vt:lpstr>
      <vt:lpstr>Courier New</vt:lpstr>
      <vt:lpstr>Lato Light</vt:lpstr>
      <vt:lpstr>Liberation Sans</vt:lpstr>
      <vt:lpstr>Montserrat</vt:lpstr>
      <vt:lpstr>Montserrat ExtraBold</vt:lpstr>
      <vt:lpstr>Montserrat Light</vt:lpstr>
      <vt:lpstr>Montserrat Medium</vt:lpstr>
      <vt:lpstr>Montserrat SemiBold</vt:lpstr>
      <vt:lpstr>Segoe UI</vt:lpstr>
      <vt:lpstr>System Font Regular</vt:lpstr>
      <vt:lpstr>Trebuchet MS</vt:lpstr>
      <vt:lpstr>Wingdings</vt:lpstr>
      <vt:lpstr>5_Office Theme</vt:lpstr>
      <vt:lpstr>15_Office Theme</vt:lpstr>
      <vt:lpstr>7_Office Theme</vt:lpstr>
      <vt:lpstr>8_Office Theme</vt:lpstr>
      <vt:lpstr>6_Office Theme</vt:lpstr>
      <vt:lpstr>Organon W</vt:lpstr>
      <vt:lpstr>1_Office Theme</vt:lpstr>
      <vt:lpstr>think-cell Slide</vt:lpstr>
      <vt:lpstr>OGN corporate slide deck template</vt:lpstr>
      <vt:lpstr>PowerPoint Presentation</vt:lpstr>
      <vt:lpstr>Section 1 – core content</vt:lpstr>
      <vt:lpstr>Organon: Here for her health</vt:lpstr>
      <vt:lpstr>Our vision, mission and purpose</vt:lpstr>
      <vt:lpstr>Living our values</vt:lpstr>
      <vt:lpstr>A new company with a 100+ year legacy in women’s health</vt:lpstr>
      <vt:lpstr>A global company</vt:lpstr>
      <vt:lpstr>Our focus</vt:lpstr>
      <vt:lpstr>Driving new research in women’s health</vt:lpstr>
      <vt:lpstr>An ecosystem of like-minded partners and innovators</vt:lpstr>
      <vt:lpstr>Organon manufacturing and supply  (OMS)</vt:lpstr>
      <vt:lpstr>PowerPoint Presentation</vt:lpstr>
      <vt:lpstr>Our manufacturing &amp; supply organization</vt:lpstr>
      <vt:lpstr>Corporate responsibility</vt:lpstr>
      <vt:lpstr>Focus: Committed to reducing unplanned pregnancies so women and girls can achieve their promise through: </vt:lpstr>
      <vt:lpstr>Key achievements*</vt:lpstr>
      <vt:lpstr>Her equity*</vt:lpstr>
      <vt:lpstr>Her planet*</vt:lpstr>
      <vt:lpstr>Her trust*</vt:lpstr>
      <vt:lpstr>We believe in the power of collaboration</vt:lpstr>
      <vt:lpstr>Creating a brighter future for her</vt:lpstr>
      <vt:lpstr>PowerPoint Presentation</vt:lpstr>
      <vt:lpstr>Section 2 - templates</vt:lpstr>
      <vt:lpstr>Welcome message – [insert name]</vt:lpstr>
      <vt:lpstr>PowerPoint Presentation</vt:lpstr>
      <vt:lpstr>Leadership team template</vt:lpstr>
      <vt:lpstr>PowerPoint Presentation</vt:lpstr>
      <vt:lpstr>[Insert name of partner organization]</vt:lpstr>
      <vt:lpstr>Be a part of her story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Communications</dc:title>
  <dc:creator>Jackett, Stephen</dc:creator>
  <cp:lastModifiedBy>Jackett, Stephen</cp:lastModifiedBy>
  <cp:revision>1</cp:revision>
  <dcterms:created xsi:type="dcterms:W3CDTF">2024-05-03T12:11:17Z</dcterms:created>
  <dcterms:modified xsi:type="dcterms:W3CDTF">2025-09-17T14:59:14Z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-1207573766</vt:i4>
  </property>
  <property fmtid="{D5CDD505-2E9C-101B-9397-08002B2CF9AE}" pid="3" name="_NewReviewCycle">
    <vt:lpwstr/>
  </property>
  <property fmtid="{D5CDD505-2E9C-101B-9397-08002B2CF9AE}" pid="4" name="_EmailSubject">
    <vt:lpwstr>OGN storytelling materials plan</vt:lpwstr>
  </property>
  <property fmtid="{D5CDD505-2E9C-101B-9397-08002B2CF9AE}" pid="5" name="_AuthorEmail">
    <vt:lpwstr>stephen.jackett@organon.com</vt:lpwstr>
  </property>
  <property fmtid="{D5CDD505-2E9C-101B-9397-08002B2CF9AE}" pid="6" name="_AuthorEmailDisplayName">
    <vt:lpwstr>Jackett, Stephen</vt:lpwstr>
  </property>
  <property fmtid="{D5CDD505-2E9C-101B-9397-08002B2CF9AE}" pid="7" name="MSIP_Label_9e5572be-d5bb-4f9b-88a4-df12000c467e_Enabled">
    <vt:lpwstr>true</vt:lpwstr>
  </property>
  <property fmtid="{D5CDD505-2E9C-101B-9397-08002B2CF9AE}" pid="8" name="MSIP_Label_9e5572be-d5bb-4f9b-88a4-df12000c467e_SetDate">
    <vt:lpwstr>2025-02-13T16:05:00Z</vt:lpwstr>
  </property>
  <property fmtid="{D5CDD505-2E9C-101B-9397-08002B2CF9AE}" pid="9" name="MSIP_Label_9e5572be-d5bb-4f9b-88a4-df12000c467e_Method">
    <vt:lpwstr>Privileged</vt:lpwstr>
  </property>
  <property fmtid="{D5CDD505-2E9C-101B-9397-08002B2CF9AE}" pid="10" name="MSIP_Label_9e5572be-d5bb-4f9b-88a4-df12000c467e_Name">
    <vt:lpwstr>English - Proprietary</vt:lpwstr>
  </property>
  <property fmtid="{D5CDD505-2E9C-101B-9397-08002B2CF9AE}" pid="11" name="MSIP_Label_9e5572be-d5bb-4f9b-88a4-df12000c467e_SiteId">
    <vt:lpwstr>484a70d1-caaf-4a03-a477-1cbe688304af</vt:lpwstr>
  </property>
  <property fmtid="{D5CDD505-2E9C-101B-9397-08002B2CF9AE}" pid="12" name="MSIP_Label_9e5572be-d5bb-4f9b-88a4-df12000c467e_ActionId">
    <vt:lpwstr>6e573f1d-4870-4335-a868-0697b54b0513</vt:lpwstr>
  </property>
  <property fmtid="{D5CDD505-2E9C-101B-9397-08002B2CF9AE}" pid="13" name="MSIP_Label_9e5572be-d5bb-4f9b-88a4-df12000c467e_ContentBits">
    <vt:lpwstr>1</vt:lpwstr>
  </property>
  <property fmtid="{D5CDD505-2E9C-101B-9397-08002B2CF9AE}" pid="14" name="ClassificationContentMarkingHeaderLocations">
    <vt:lpwstr>5_Office Theme:4\13_Office Theme:9\15_Office Theme:9\7_Office Theme:4\8_Office Theme:10\6_Office Theme:10\16_Office Theme:10\Organon W:10\1_Office Theme:4</vt:lpwstr>
  </property>
  <property fmtid="{D5CDD505-2E9C-101B-9397-08002B2CF9AE}" pid="15" name="ClassificationContentMarkingHeaderText">
    <vt:lpwstr>[Organon] Proprietary</vt:lpwstr>
  </property>
  <property fmtid="{D5CDD505-2E9C-101B-9397-08002B2CF9AE}" pid="16" name="ContentTypeId">
    <vt:lpwstr>0x010100DC7BAB66966A5F4CBB1169870B003EA0</vt:lpwstr>
  </property>
  <property fmtid="{D5CDD505-2E9C-101B-9397-08002B2CF9AE}" pid="17" name="MediaServiceImageTags">
    <vt:lpwstr/>
  </property>
</Properties>
</file>